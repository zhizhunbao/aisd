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5"/>
  </p:notesMasterIdLst>
  <p:sldIdLst>
    <p:sldId id="280" r:id="rId2"/>
    <p:sldId id="281" r:id="rId3"/>
    <p:sldId id="258" r:id="rId4"/>
    <p:sldId id="283" r:id="rId5"/>
    <p:sldId id="260" r:id="rId6"/>
    <p:sldId id="282" r:id="rId7"/>
    <p:sldId id="261" r:id="rId8"/>
    <p:sldId id="262" r:id="rId9"/>
    <p:sldId id="263" r:id="rId10"/>
    <p:sldId id="285" r:id="rId11"/>
    <p:sldId id="286" r:id="rId12"/>
    <p:sldId id="284" r:id="rId13"/>
    <p:sldId id="287" r:id="rId14"/>
    <p:sldId id="265" r:id="rId15"/>
    <p:sldId id="266" r:id="rId16"/>
    <p:sldId id="288" r:id="rId17"/>
    <p:sldId id="267" r:id="rId18"/>
    <p:sldId id="268" r:id="rId19"/>
    <p:sldId id="269" r:id="rId20"/>
    <p:sldId id="270" r:id="rId21"/>
    <p:sldId id="271" r:id="rId22"/>
    <p:sldId id="272" r:id="rId23"/>
    <p:sldId id="275" r:id="rId24"/>
  </p:sldIdLst>
  <p:sldSz cx="12192000" cy="6858000"/>
  <p:notesSz cx="6858000" cy="9144000"/>
  <p:defaultText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44"/>
    <p:restoredTop sz="94667"/>
  </p:normalViewPr>
  <p:slideViewPr>
    <p:cSldViewPr snapToGrid="0">
      <p:cViewPr varScale="1">
        <p:scale>
          <a:sx n="84" d="100"/>
          <a:sy n="84" d="100"/>
        </p:scale>
        <p:origin x="10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22BD83-C9EA-094D-9DA9-CD4B2FE5A194}" type="datetimeFigureOut">
              <a:rPr lang="en-CZ" smtClean="0"/>
              <a:t>16.06.2025</a:t>
            </a:fld>
            <a:endParaRPr lang="en-C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8610A4-515C-8E4B-9BB2-974B501A9AA0}" type="slidenum">
              <a:rPr lang="en-CZ" smtClean="0"/>
              <a:t>‹#›</a:t>
            </a:fld>
            <a:endParaRPr lang="en-CZ"/>
          </a:p>
        </p:txBody>
      </p:sp>
    </p:spTree>
    <p:extLst>
      <p:ext uri="{BB962C8B-B14F-4D97-AF65-F5344CB8AC3E}">
        <p14:creationId xmlns:p14="http://schemas.microsoft.com/office/powerpoint/2010/main" val="1129081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Z" dirty="0"/>
          </a:p>
        </p:txBody>
      </p:sp>
      <p:sp>
        <p:nvSpPr>
          <p:cNvPr id="4" name="Slide Number Placeholder 3"/>
          <p:cNvSpPr>
            <a:spLocks noGrp="1"/>
          </p:cNvSpPr>
          <p:nvPr>
            <p:ph type="sldNum" sz="quarter" idx="5"/>
          </p:nvPr>
        </p:nvSpPr>
        <p:spPr/>
        <p:txBody>
          <a:bodyPr/>
          <a:lstStyle/>
          <a:p>
            <a:fld id="{258610A4-515C-8E4B-9BB2-974B501A9AA0}" type="slidenum">
              <a:rPr lang="en-CZ" smtClean="0"/>
              <a:t>2</a:t>
            </a:fld>
            <a:endParaRPr lang="en-CZ"/>
          </a:p>
        </p:txBody>
      </p:sp>
    </p:spTree>
    <p:extLst>
      <p:ext uri="{BB962C8B-B14F-4D97-AF65-F5344CB8AC3E}">
        <p14:creationId xmlns:p14="http://schemas.microsoft.com/office/powerpoint/2010/main" val="32888983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11984"/>
            <a:ext cx="12192000" cy="1304320"/>
          </a:xfrm>
          <a:prstGeom prst="rect">
            <a:avLst/>
          </a:prstGeom>
        </p:spPr>
      </p:pic>
      <p:sp>
        <p:nvSpPr>
          <p:cNvPr id="2" name="Title 1"/>
          <p:cNvSpPr>
            <a:spLocks noGrp="1"/>
          </p:cNvSpPr>
          <p:nvPr>
            <p:ph type="ctrTitle" hasCustomPrompt="1"/>
          </p:nvPr>
        </p:nvSpPr>
        <p:spPr>
          <a:xfrm>
            <a:off x="609602" y="1287430"/>
            <a:ext cx="7250674" cy="1635518"/>
          </a:xfrm>
        </p:spPr>
        <p:txBody>
          <a:bodyPr anchor="b"/>
          <a:lstStyle>
            <a:lvl1pPr>
              <a:defRPr>
                <a:solidFill>
                  <a:schemeClr val="bg1"/>
                </a:solidFill>
              </a:defRPr>
            </a:lvl1pPr>
          </a:lstStyle>
          <a:p>
            <a:r>
              <a:rPr lang="en-CA" dirty="0"/>
              <a:t>This is your presentation title</a:t>
            </a:r>
            <a:endParaRPr lang="en-US" dirty="0"/>
          </a:p>
        </p:txBody>
      </p:sp>
      <p:sp>
        <p:nvSpPr>
          <p:cNvPr id="3" name="Subtitle 2"/>
          <p:cNvSpPr>
            <a:spLocks noGrp="1"/>
          </p:cNvSpPr>
          <p:nvPr>
            <p:ph type="subTitle" idx="1" hasCustomPrompt="1"/>
          </p:nvPr>
        </p:nvSpPr>
        <p:spPr>
          <a:xfrm>
            <a:off x="609602" y="3024545"/>
            <a:ext cx="9117331" cy="1752600"/>
          </a:xfrm>
        </p:spPr>
        <p:txBody>
          <a:bodyPr lIns="0" tIns="0" rIns="0" bIns="0">
            <a:noAutofit/>
          </a:bodyPr>
          <a:lstStyle>
            <a:lvl1pPr marL="0" indent="0" algn="l">
              <a:lnSpc>
                <a:spcPct val="100000"/>
              </a:lnSpc>
              <a:buNone/>
              <a:defRPr sz="3600" baseline="0">
                <a:solidFill>
                  <a:schemeClr val="accent3"/>
                </a:solidFill>
              </a:defRPr>
            </a:lvl1pPr>
            <a:lvl2pPr marL="586109" indent="0" algn="ctr">
              <a:buNone/>
              <a:defRPr>
                <a:solidFill>
                  <a:schemeClr val="tx1">
                    <a:tint val="75000"/>
                  </a:schemeClr>
                </a:solidFill>
              </a:defRPr>
            </a:lvl2pPr>
            <a:lvl3pPr marL="1172219" indent="0" algn="ctr">
              <a:buNone/>
              <a:defRPr>
                <a:solidFill>
                  <a:schemeClr val="tx1">
                    <a:tint val="75000"/>
                  </a:schemeClr>
                </a:solidFill>
              </a:defRPr>
            </a:lvl3pPr>
            <a:lvl4pPr marL="1758328" indent="0" algn="ctr">
              <a:buNone/>
              <a:defRPr>
                <a:solidFill>
                  <a:schemeClr val="tx1">
                    <a:tint val="75000"/>
                  </a:schemeClr>
                </a:solidFill>
              </a:defRPr>
            </a:lvl4pPr>
            <a:lvl5pPr marL="2344438" indent="0" algn="ctr">
              <a:buNone/>
              <a:defRPr>
                <a:solidFill>
                  <a:schemeClr val="tx1">
                    <a:tint val="75000"/>
                  </a:schemeClr>
                </a:solidFill>
              </a:defRPr>
            </a:lvl5pPr>
            <a:lvl6pPr marL="2930547" indent="0" algn="ctr">
              <a:buNone/>
              <a:defRPr>
                <a:solidFill>
                  <a:schemeClr val="tx1">
                    <a:tint val="75000"/>
                  </a:schemeClr>
                </a:solidFill>
              </a:defRPr>
            </a:lvl6pPr>
            <a:lvl7pPr marL="3516656" indent="0" algn="ctr">
              <a:buNone/>
              <a:defRPr>
                <a:solidFill>
                  <a:schemeClr val="tx1">
                    <a:tint val="75000"/>
                  </a:schemeClr>
                </a:solidFill>
              </a:defRPr>
            </a:lvl7pPr>
            <a:lvl8pPr marL="4102766" indent="0" algn="ctr">
              <a:buNone/>
              <a:defRPr>
                <a:solidFill>
                  <a:schemeClr val="tx1">
                    <a:tint val="75000"/>
                  </a:schemeClr>
                </a:solidFill>
              </a:defRPr>
            </a:lvl8pPr>
            <a:lvl9pPr marL="4688875" indent="0" algn="ctr">
              <a:buNone/>
              <a:defRPr>
                <a:solidFill>
                  <a:schemeClr val="tx1">
                    <a:tint val="75000"/>
                  </a:schemeClr>
                </a:solidFill>
              </a:defRPr>
            </a:lvl9pPr>
          </a:lstStyle>
          <a:p>
            <a:r>
              <a:rPr lang="en-CA" dirty="0"/>
              <a:t>Presentation subtitle or brief one-sentence description.</a:t>
            </a:r>
            <a:endParaRPr lang="en-US" dirty="0"/>
          </a:p>
        </p:txBody>
      </p:sp>
      <p:sp>
        <p:nvSpPr>
          <p:cNvPr id="5" name="Text Placeholder 4"/>
          <p:cNvSpPr>
            <a:spLocks noGrp="1"/>
          </p:cNvSpPr>
          <p:nvPr>
            <p:ph type="body" sz="quarter" idx="10" hasCustomPrompt="1"/>
          </p:nvPr>
        </p:nvSpPr>
        <p:spPr>
          <a:xfrm>
            <a:off x="622239" y="5509909"/>
            <a:ext cx="5358682" cy="745331"/>
          </a:xfrm>
        </p:spPr>
        <p:txBody>
          <a:bodyPr anchor="b"/>
          <a:lstStyle>
            <a:lvl1pPr>
              <a:defRPr baseline="0">
                <a:solidFill>
                  <a:schemeClr val="bg1"/>
                </a:solidFill>
              </a:defRPr>
            </a:lvl1pPr>
          </a:lstStyle>
          <a:p>
            <a:pPr lvl="0"/>
            <a:r>
              <a:rPr lang="en-CA" dirty="0"/>
              <a:t>Month 24th, 2017</a:t>
            </a:r>
            <a:endParaRPr lang="en-US" dirty="0"/>
          </a:p>
        </p:txBody>
      </p:sp>
      <p:pic>
        <p:nvPicPr>
          <p:cNvPr id="4" name="Picture 3" descr="ac-log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42412" y="619055"/>
            <a:ext cx="2542927" cy="533400"/>
          </a:xfrm>
          <a:prstGeom prst="rect">
            <a:avLst/>
          </a:prstGeom>
        </p:spPr>
      </p:pic>
    </p:spTree>
    <p:extLst>
      <p:ext uri="{BB962C8B-B14F-4D97-AF65-F5344CB8AC3E}">
        <p14:creationId xmlns:p14="http://schemas.microsoft.com/office/powerpoint/2010/main" val="828759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Separator">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4" name="Picture 13"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11984"/>
            <a:ext cx="12192000" cy="1304320"/>
          </a:xfrm>
          <a:prstGeom prst="rect">
            <a:avLst/>
          </a:prstGeom>
        </p:spPr>
      </p:pic>
      <p:sp>
        <p:nvSpPr>
          <p:cNvPr id="2" name="Title 1"/>
          <p:cNvSpPr>
            <a:spLocks noGrp="1"/>
          </p:cNvSpPr>
          <p:nvPr>
            <p:ph type="title" hasCustomPrompt="1"/>
          </p:nvPr>
        </p:nvSpPr>
        <p:spPr>
          <a:xfrm>
            <a:off x="609601" y="1544637"/>
            <a:ext cx="7250676" cy="1362076"/>
          </a:xfrm>
        </p:spPr>
        <p:txBody>
          <a:bodyPr anchor="b">
            <a:noAutofit/>
          </a:bodyPr>
          <a:lstStyle>
            <a:lvl1pPr algn="l">
              <a:lnSpc>
                <a:spcPct val="100000"/>
              </a:lnSpc>
              <a:defRPr sz="3600" b="1" cap="none" baseline="0">
                <a:solidFill>
                  <a:srgbClr val="FFFFFF"/>
                </a:solidFill>
              </a:defRPr>
            </a:lvl1pPr>
          </a:lstStyle>
          <a:p>
            <a:r>
              <a:rPr lang="en-CA" dirty="0"/>
              <a:t>Chapter or Section title</a:t>
            </a:r>
            <a:endParaRPr lang="en-US" dirty="0"/>
          </a:p>
        </p:txBody>
      </p:sp>
      <p:sp>
        <p:nvSpPr>
          <p:cNvPr id="3" name="Text Placeholder 2"/>
          <p:cNvSpPr>
            <a:spLocks noGrp="1"/>
          </p:cNvSpPr>
          <p:nvPr>
            <p:ph type="body" idx="1" hasCustomPrompt="1"/>
          </p:nvPr>
        </p:nvSpPr>
        <p:spPr>
          <a:xfrm>
            <a:off x="609601" y="3062821"/>
            <a:ext cx="7250676" cy="1500188"/>
          </a:xfrm>
        </p:spPr>
        <p:txBody>
          <a:bodyPr lIns="0" tIns="0" rIns="0" bIns="0" anchor="t"/>
          <a:lstStyle>
            <a:lvl1pPr marL="0" indent="0">
              <a:lnSpc>
                <a:spcPct val="100000"/>
              </a:lnSpc>
              <a:buNone/>
              <a:defRPr sz="2550" baseline="0">
                <a:solidFill>
                  <a:srgbClr val="A6C8BC"/>
                </a:solidFill>
              </a:defRPr>
            </a:lvl1pPr>
            <a:lvl2pPr marL="586109" indent="0">
              <a:buNone/>
              <a:defRPr sz="2325">
                <a:solidFill>
                  <a:schemeClr val="tx1">
                    <a:tint val="75000"/>
                  </a:schemeClr>
                </a:solidFill>
              </a:defRPr>
            </a:lvl2pPr>
            <a:lvl3pPr marL="1172219" indent="0">
              <a:buNone/>
              <a:defRPr sz="2025">
                <a:solidFill>
                  <a:schemeClr val="tx1">
                    <a:tint val="75000"/>
                  </a:schemeClr>
                </a:solidFill>
              </a:defRPr>
            </a:lvl3pPr>
            <a:lvl4pPr marL="1758328" indent="0">
              <a:buNone/>
              <a:defRPr sz="1800">
                <a:solidFill>
                  <a:schemeClr val="tx1">
                    <a:tint val="75000"/>
                  </a:schemeClr>
                </a:solidFill>
              </a:defRPr>
            </a:lvl4pPr>
            <a:lvl5pPr marL="2344438" indent="0">
              <a:buNone/>
              <a:defRPr sz="1800">
                <a:solidFill>
                  <a:schemeClr val="tx1">
                    <a:tint val="75000"/>
                  </a:schemeClr>
                </a:solidFill>
              </a:defRPr>
            </a:lvl5pPr>
            <a:lvl6pPr marL="2930547" indent="0">
              <a:buNone/>
              <a:defRPr sz="1800">
                <a:solidFill>
                  <a:schemeClr val="tx1">
                    <a:tint val="75000"/>
                  </a:schemeClr>
                </a:solidFill>
              </a:defRPr>
            </a:lvl6pPr>
            <a:lvl7pPr marL="3516656" indent="0">
              <a:buNone/>
              <a:defRPr sz="1800">
                <a:solidFill>
                  <a:schemeClr val="tx1">
                    <a:tint val="75000"/>
                  </a:schemeClr>
                </a:solidFill>
              </a:defRPr>
            </a:lvl7pPr>
            <a:lvl8pPr marL="4102766" indent="0">
              <a:buNone/>
              <a:defRPr sz="1800">
                <a:solidFill>
                  <a:schemeClr val="tx1">
                    <a:tint val="75000"/>
                  </a:schemeClr>
                </a:solidFill>
              </a:defRPr>
            </a:lvl8pPr>
            <a:lvl9pPr marL="4688875" indent="0">
              <a:buNone/>
              <a:defRPr sz="1800">
                <a:solidFill>
                  <a:schemeClr val="tx1">
                    <a:tint val="75000"/>
                  </a:schemeClr>
                </a:solidFill>
              </a:defRPr>
            </a:lvl9pPr>
          </a:lstStyle>
          <a:p>
            <a:pPr lvl="0"/>
            <a:r>
              <a:rPr lang="en-CA" dirty="0"/>
              <a:t>Brief description or intro to this section</a:t>
            </a:r>
          </a:p>
        </p:txBody>
      </p:sp>
      <p:pic>
        <p:nvPicPr>
          <p:cNvPr id="10" name="Picture 9"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3099" y="517457"/>
            <a:ext cx="723829" cy="533400"/>
          </a:xfrm>
          <a:prstGeom prst="rect">
            <a:avLst/>
          </a:prstGeom>
        </p:spPr>
      </p:pic>
      <p:sp>
        <p:nvSpPr>
          <p:cNvPr id="15" name="Slide Number Placeholder 8"/>
          <p:cNvSpPr>
            <a:spLocks noGrp="1"/>
          </p:cNvSpPr>
          <p:nvPr>
            <p:ph type="sldNum" sz="quarter" idx="11"/>
          </p:nvPr>
        </p:nvSpPr>
        <p:spPr>
          <a:xfrm>
            <a:off x="149297" y="6373091"/>
            <a:ext cx="396810" cy="365126"/>
          </a:xfrm>
        </p:spPr>
        <p:txBody>
          <a:bodyPr/>
          <a:lstStyle>
            <a:lvl1pPr>
              <a:defRPr>
                <a:solidFill>
                  <a:srgbClr val="96B7A6"/>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2194378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 Author">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2501574" y="1803401"/>
            <a:ext cx="3474729" cy="3227685"/>
          </a:xfrm>
        </p:spPr>
        <p:txBody>
          <a:bodyPr/>
          <a:lstStyle/>
          <a:p>
            <a:r>
              <a:rPr lang="en-US" dirty="0"/>
              <a:t>Author Photo</a:t>
            </a:r>
          </a:p>
        </p:txBody>
      </p:sp>
      <p:sp>
        <p:nvSpPr>
          <p:cNvPr id="11" name="Text Placeholder 10"/>
          <p:cNvSpPr>
            <a:spLocks noGrp="1"/>
          </p:cNvSpPr>
          <p:nvPr>
            <p:ph type="body" sz="quarter" idx="17" hasCustomPrompt="1"/>
          </p:nvPr>
        </p:nvSpPr>
        <p:spPr>
          <a:xfrm>
            <a:off x="6222189" y="2336800"/>
            <a:ext cx="3504744" cy="2160887"/>
          </a:xfrm>
        </p:spPr>
        <p:txBody>
          <a:bodyPr anchor="ctr"/>
          <a:lstStyle/>
          <a:p>
            <a:pPr lvl="0"/>
            <a:r>
              <a:rPr lang="en-CA" dirty="0"/>
              <a:t>Author description</a:t>
            </a:r>
          </a:p>
        </p:txBody>
      </p:sp>
      <p:sp>
        <p:nvSpPr>
          <p:cNvPr id="8" name="Title 1"/>
          <p:cNvSpPr>
            <a:spLocks noGrp="1"/>
          </p:cNvSpPr>
          <p:nvPr>
            <p:ph type="title" hasCustomPrompt="1"/>
          </p:nvPr>
        </p:nvSpPr>
        <p:spPr>
          <a:xfrm>
            <a:off x="609601" y="576274"/>
            <a:ext cx="7106241" cy="1001980"/>
          </a:xfrm>
        </p:spPr>
        <p:txBody>
          <a:bodyPr anchor="t">
            <a:noAutofit/>
          </a:bodyPr>
          <a:lstStyle>
            <a:lvl1pPr>
              <a:defRPr sz="3600" b="1" baseline="0">
                <a:solidFill>
                  <a:schemeClr val="tx2"/>
                </a:solidFill>
              </a:defRPr>
            </a:lvl1pPr>
          </a:lstStyle>
          <a:p>
            <a:r>
              <a:rPr lang="en-CA" dirty="0"/>
              <a:t>About the Author (1 author)</a:t>
            </a:r>
            <a:endParaRPr lang="en-US" dirty="0"/>
          </a:p>
        </p:txBody>
      </p:sp>
      <p:sp>
        <p:nvSpPr>
          <p:cNvPr id="7" name="Text Placeholder 6"/>
          <p:cNvSpPr>
            <a:spLocks noGrp="1"/>
          </p:cNvSpPr>
          <p:nvPr>
            <p:ph type="body" sz="quarter" idx="18" hasCustomPrompt="1"/>
          </p:nvPr>
        </p:nvSpPr>
        <p:spPr>
          <a:xfrm>
            <a:off x="6221598" y="1803797"/>
            <a:ext cx="3504858" cy="533003"/>
          </a:xfrm>
        </p:spPr>
        <p:txBody>
          <a:bodyPr/>
          <a:lstStyle>
            <a:lvl1pPr>
              <a:defRPr b="1">
                <a:solidFill>
                  <a:srgbClr val="599A83"/>
                </a:solidFill>
              </a:defRPr>
            </a:lvl1pPr>
          </a:lstStyle>
          <a:p>
            <a:pPr lvl="0"/>
            <a:r>
              <a:rPr lang="en-CA" dirty="0"/>
              <a:t>Author Name</a:t>
            </a:r>
          </a:p>
        </p:txBody>
      </p:sp>
      <p:sp>
        <p:nvSpPr>
          <p:cNvPr id="13" name="Text Placeholder 12"/>
          <p:cNvSpPr>
            <a:spLocks noGrp="1"/>
          </p:cNvSpPr>
          <p:nvPr>
            <p:ph type="body" sz="quarter" idx="19" hasCustomPrompt="1"/>
          </p:nvPr>
        </p:nvSpPr>
        <p:spPr>
          <a:xfrm>
            <a:off x="6221598" y="4498182"/>
            <a:ext cx="3504858" cy="532904"/>
          </a:xfrm>
        </p:spPr>
        <p:txBody>
          <a:bodyPr anchor="b"/>
          <a:lstStyle>
            <a:lvl1pPr>
              <a:defRPr sz="1575"/>
            </a:lvl1pPr>
          </a:lstStyle>
          <a:p>
            <a:pPr lvl="0"/>
            <a:r>
              <a:rPr lang="en-CA" dirty="0"/>
              <a:t>Author email</a:t>
            </a:r>
          </a:p>
        </p:txBody>
      </p:sp>
    </p:spTree>
    <p:extLst>
      <p:ext uri="{BB962C8B-B14F-4D97-AF65-F5344CB8AC3E}">
        <p14:creationId xmlns:p14="http://schemas.microsoft.com/office/powerpoint/2010/main" val="58651651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Authors">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622300" y="1803797"/>
            <a:ext cx="1625307" cy="1509752"/>
          </a:xfrm>
        </p:spPr>
        <p:txBody>
          <a:bodyPr/>
          <a:lstStyle/>
          <a:p>
            <a:r>
              <a:rPr lang="en-US" dirty="0"/>
              <a:t>Author Photo</a:t>
            </a:r>
          </a:p>
        </p:txBody>
      </p:sp>
      <p:sp>
        <p:nvSpPr>
          <p:cNvPr id="11" name="Text Placeholder 10"/>
          <p:cNvSpPr>
            <a:spLocks noGrp="1"/>
          </p:cNvSpPr>
          <p:nvPr>
            <p:ph type="body" sz="quarter" idx="17" hasCustomPrompt="1"/>
          </p:nvPr>
        </p:nvSpPr>
        <p:spPr>
          <a:xfrm>
            <a:off x="2488956" y="2336800"/>
            <a:ext cx="3504744" cy="1790700"/>
          </a:xfrm>
        </p:spPr>
        <p:txBody>
          <a:bodyPr anchor="t"/>
          <a:lstStyle/>
          <a:p>
            <a:pPr lvl="0"/>
            <a:r>
              <a:rPr lang="en-CA" dirty="0"/>
              <a:t>Author description</a:t>
            </a:r>
          </a:p>
        </p:txBody>
      </p:sp>
      <p:sp>
        <p:nvSpPr>
          <p:cNvPr id="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About the Author (2 authors)</a:t>
            </a:r>
            <a:endParaRPr lang="en-US" dirty="0"/>
          </a:p>
        </p:txBody>
      </p:sp>
      <p:sp>
        <p:nvSpPr>
          <p:cNvPr id="7" name="Text Placeholder 6"/>
          <p:cNvSpPr>
            <a:spLocks noGrp="1"/>
          </p:cNvSpPr>
          <p:nvPr>
            <p:ph type="body" sz="quarter" idx="18" hasCustomPrompt="1"/>
          </p:nvPr>
        </p:nvSpPr>
        <p:spPr>
          <a:xfrm>
            <a:off x="2488365" y="1803797"/>
            <a:ext cx="3504858" cy="533003"/>
          </a:xfrm>
        </p:spPr>
        <p:txBody>
          <a:bodyPr/>
          <a:lstStyle>
            <a:lvl1pPr>
              <a:defRPr b="1">
                <a:solidFill>
                  <a:srgbClr val="599A83"/>
                </a:solidFill>
              </a:defRPr>
            </a:lvl1pPr>
          </a:lstStyle>
          <a:p>
            <a:pPr lvl="0"/>
            <a:r>
              <a:rPr lang="en-CA" dirty="0"/>
              <a:t>Author 1 Name</a:t>
            </a:r>
          </a:p>
        </p:txBody>
      </p:sp>
      <p:sp>
        <p:nvSpPr>
          <p:cNvPr id="13" name="Text Placeholder 12"/>
          <p:cNvSpPr>
            <a:spLocks noGrp="1"/>
          </p:cNvSpPr>
          <p:nvPr>
            <p:ph type="body" sz="quarter" idx="19" hasCustomPrompt="1"/>
          </p:nvPr>
        </p:nvSpPr>
        <p:spPr>
          <a:xfrm>
            <a:off x="2488365" y="4127500"/>
            <a:ext cx="3504858" cy="532904"/>
          </a:xfrm>
        </p:spPr>
        <p:txBody>
          <a:bodyPr anchor="b"/>
          <a:lstStyle>
            <a:lvl1pPr>
              <a:defRPr sz="1575"/>
            </a:lvl1pPr>
          </a:lstStyle>
          <a:p>
            <a:pPr lvl="0"/>
            <a:r>
              <a:rPr lang="en-CA" dirty="0"/>
              <a:t>Author email</a:t>
            </a:r>
          </a:p>
        </p:txBody>
      </p:sp>
      <p:sp>
        <p:nvSpPr>
          <p:cNvPr id="9" name="Picture Placeholder 4"/>
          <p:cNvSpPr>
            <a:spLocks noGrp="1"/>
          </p:cNvSpPr>
          <p:nvPr>
            <p:ph type="pic" sz="quarter" idx="20" hasCustomPrompt="1"/>
          </p:nvPr>
        </p:nvSpPr>
        <p:spPr>
          <a:xfrm>
            <a:off x="6222271" y="1803797"/>
            <a:ext cx="1625307" cy="1509752"/>
          </a:xfrm>
        </p:spPr>
        <p:txBody>
          <a:bodyPr/>
          <a:lstStyle/>
          <a:p>
            <a:r>
              <a:rPr lang="en-US" dirty="0"/>
              <a:t>Author Photo</a:t>
            </a:r>
          </a:p>
        </p:txBody>
      </p:sp>
      <p:sp>
        <p:nvSpPr>
          <p:cNvPr id="10" name="Text Placeholder 10"/>
          <p:cNvSpPr>
            <a:spLocks noGrp="1"/>
          </p:cNvSpPr>
          <p:nvPr>
            <p:ph type="body" sz="quarter" idx="21" hasCustomPrompt="1"/>
          </p:nvPr>
        </p:nvSpPr>
        <p:spPr>
          <a:xfrm>
            <a:off x="8088927" y="2336800"/>
            <a:ext cx="3504744" cy="1790700"/>
          </a:xfrm>
        </p:spPr>
        <p:txBody>
          <a:bodyPr anchor="t"/>
          <a:lstStyle/>
          <a:p>
            <a:pPr lvl="0"/>
            <a:r>
              <a:rPr lang="en-CA" dirty="0"/>
              <a:t>Author description</a:t>
            </a:r>
          </a:p>
        </p:txBody>
      </p:sp>
      <p:sp>
        <p:nvSpPr>
          <p:cNvPr id="12" name="Text Placeholder 6"/>
          <p:cNvSpPr>
            <a:spLocks noGrp="1"/>
          </p:cNvSpPr>
          <p:nvPr>
            <p:ph type="body" sz="quarter" idx="22" hasCustomPrompt="1"/>
          </p:nvPr>
        </p:nvSpPr>
        <p:spPr>
          <a:xfrm>
            <a:off x="8088336" y="1803797"/>
            <a:ext cx="3504858" cy="533003"/>
          </a:xfrm>
        </p:spPr>
        <p:txBody>
          <a:bodyPr/>
          <a:lstStyle>
            <a:lvl1pPr>
              <a:defRPr b="1">
                <a:solidFill>
                  <a:srgbClr val="599A83"/>
                </a:solidFill>
              </a:defRPr>
            </a:lvl1pPr>
          </a:lstStyle>
          <a:p>
            <a:pPr lvl="0"/>
            <a:r>
              <a:rPr lang="en-CA" dirty="0"/>
              <a:t>Author 2 Name</a:t>
            </a:r>
          </a:p>
        </p:txBody>
      </p:sp>
      <p:sp>
        <p:nvSpPr>
          <p:cNvPr id="14" name="Text Placeholder 12"/>
          <p:cNvSpPr>
            <a:spLocks noGrp="1"/>
          </p:cNvSpPr>
          <p:nvPr>
            <p:ph type="body" sz="quarter" idx="23" hasCustomPrompt="1"/>
          </p:nvPr>
        </p:nvSpPr>
        <p:spPr>
          <a:xfrm>
            <a:off x="8088336" y="4127500"/>
            <a:ext cx="3504858" cy="532904"/>
          </a:xfrm>
        </p:spPr>
        <p:txBody>
          <a:bodyPr anchor="b"/>
          <a:lstStyle>
            <a:lvl1pPr>
              <a:defRPr sz="1575"/>
            </a:lvl1pPr>
          </a:lstStyle>
          <a:p>
            <a:pPr lvl="0"/>
            <a:r>
              <a:rPr lang="en-CA" dirty="0"/>
              <a:t>Author email</a:t>
            </a:r>
          </a:p>
        </p:txBody>
      </p:sp>
      <p:pic>
        <p:nvPicPr>
          <p:cNvPr id="15" name="Picture 14" descr="curtain-100.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524369"/>
            <a:ext cx="12192000" cy="1333631"/>
          </a:xfrm>
          <a:prstGeom prst="rect">
            <a:avLst/>
          </a:prstGeom>
        </p:spPr>
      </p:pic>
    </p:spTree>
    <p:extLst>
      <p:ext uri="{BB962C8B-B14F-4D97-AF65-F5344CB8AC3E}">
        <p14:creationId xmlns:p14="http://schemas.microsoft.com/office/powerpoint/2010/main" val="288955233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Col Key Poi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1-column key point text slide</a:t>
            </a:r>
            <a:endParaRPr lang="en-US" dirty="0"/>
          </a:p>
        </p:txBody>
      </p:sp>
      <p:sp>
        <p:nvSpPr>
          <p:cNvPr id="12" name="Text Placeholder 5"/>
          <p:cNvSpPr>
            <a:spLocks noGrp="1"/>
          </p:cNvSpPr>
          <p:nvPr>
            <p:ph type="body" sz="quarter" idx="15" hasCustomPrompt="1"/>
          </p:nvPr>
        </p:nvSpPr>
        <p:spPr>
          <a:xfrm>
            <a:off x="609602" y="1803401"/>
            <a:ext cx="8710984"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89278"/>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5" name="Picture 14"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2024587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Col Key Point, No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609602" y="495299"/>
            <a:ext cx="8710984" cy="5156201"/>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A basic 1-column key point slide with no title. 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4" name="Picture 1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3872409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2-column key point slide</a:t>
            </a:r>
            <a:endParaRPr lang="en-US" dirty="0"/>
          </a:p>
        </p:txBody>
      </p:sp>
      <p:sp>
        <p:nvSpPr>
          <p:cNvPr id="14" name="Text Placeholder 5"/>
          <p:cNvSpPr>
            <a:spLocks noGrp="1"/>
          </p:cNvSpPr>
          <p:nvPr>
            <p:ph type="body" sz="quarter" idx="15" hasCustomPrompt="1"/>
          </p:nvPr>
        </p:nvSpPr>
        <p:spPr>
          <a:xfrm>
            <a:off x="609602" y="1803401"/>
            <a:ext cx="5371319"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6222270" y="1803401"/>
            <a:ext cx="5360131"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7" name="Picture 16"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8" name="Picture 1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9"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935115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basic 2-column key point text slide with subtitles</a:t>
            </a:r>
            <a:endParaRPr lang="en-US" dirty="0"/>
          </a:p>
        </p:txBody>
      </p:sp>
      <p:sp>
        <p:nvSpPr>
          <p:cNvPr id="14" name="Text Placeholder 5"/>
          <p:cNvSpPr>
            <a:spLocks noGrp="1"/>
          </p:cNvSpPr>
          <p:nvPr>
            <p:ph type="body" sz="quarter" idx="15" hasCustomPrompt="1"/>
          </p:nvPr>
        </p:nvSpPr>
        <p:spPr>
          <a:xfrm>
            <a:off x="609602" y="2336799"/>
            <a:ext cx="5371319" cy="3314701"/>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6222270" y="2336799"/>
            <a:ext cx="5360131" cy="3314702"/>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6"/>
          <p:cNvSpPr>
            <a:spLocks noGrp="1"/>
          </p:cNvSpPr>
          <p:nvPr>
            <p:ph type="body" sz="quarter" idx="18" hasCustomPrompt="1"/>
          </p:nvPr>
        </p:nvSpPr>
        <p:spPr>
          <a:xfrm>
            <a:off x="609603" y="1803797"/>
            <a:ext cx="5371319" cy="533003"/>
          </a:xfrm>
        </p:spPr>
        <p:txBody>
          <a:bodyPr/>
          <a:lstStyle>
            <a:lvl1pPr>
              <a:defRPr b="1">
                <a:solidFill>
                  <a:srgbClr val="599A83"/>
                </a:solidFill>
              </a:defRPr>
            </a:lvl1pPr>
          </a:lstStyle>
          <a:p>
            <a:pPr lvl="0"/>
            <a:r>
              <a:rPr lang="en-CA" dirty="0"/>
              <a:t>Subtitle</a:t>
            </a:r>
          </a:p>
        </p:txBody>
      </p:sp>
      <p:sp>
        <p:nvSpPr>
          <p:cNvPr id="11" name="Text Placeholder 6"/>
          <p:cNvSpPr>
            <a:spLocks noGrp="1"/>
          </p:cNvSpPr>
          <p:nvPr>
            <p:ph type="body" sz="quarter" idx="19" hasCustomPrompt="1"/>
          </p:nvPr>
        </p:nvSpPr>
        <p:spPr>
          <a:xfrm>
            <a:off x="6222270" y="1803797"/>
            <a:ext cx="5360131" cy="533003"/>
          </a:xfrm>
        </p:spPr>
        <p:txBody>
          <a:bodyPr/>
          <a:lstStyle>
            <a:lvl1pPr>
              <a:defRPr b="1">
                <a:solidFill>
                  <a:srgbClr val="599A83"/>
                </a:solidFill>
              </a:defRPr>
            </a:lvl1pPr>
          </a:lstStyle>
          <a:p>
            <a:pPr lvl="0"/>
            <a:r>
              <a:rPr lang="en-CA" dirty="0"/>
              <a:t>Subtitle</a:t>
            </a:r>
          </a:p>
        </p:txBody>
      </p:sp>
      <p:pic>
        <p:nvPicPr>
          <p:cNvPr id="12" name="Picture 11"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3" name="Picture 12"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20"/>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4171637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key point slide</a:t>
            </a:r>
            <a:endParaRPr lang="en-US" dirty="0"/>
          </a:p>
        </p:txBody>
      </p:sp>
      <p:sp>
        <p:nvSpPr>
          <p:cNvPr id="14" name="Text Placeholder 5"/>
          <p:cNvSpPr>
            <a:spLocks noGrp="1"/>
          </p:cNvSpPr>
          <p:nvPr>
            <p:ph type="body" sz="quarter" idx="15" hasCustomPrompt="1"/>
          </p:nvPr>
        </p:nvSpPr>
        <p:spPr>
          <a:xfrm>
            <a:off x="609602" y="1803401"/>
            <a:ext cx="3504662"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4355533" y="1803401"/>
            <a:ext cx="3482660"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8088847" y="1803401"/>
            <a:ext cx="3504744"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1" name="Picture 10"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2" name="Picture 11"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3"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3015287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key point slide with subtitles</a:t>
            </a:r>
            <a:endParaRPr lang="en-US" dirty="0"/>
          </a:p>
        </p:txBody>
      </p:sp>
      <p:sp>
        <p:nvSpPr>
          <p:cNvPr id="14" name="Text Placeholder 5"/>
          <p:cNvSpPr>
            <a:spLocks noGrp="1"/>
          </p:cNvSpPr>
          <p:nvPr>
            <p:ph type="body" sz="quarter" idx="15" hasCustomPrompt="1"/>
          </p:nvPr>
        </p:nvSpPr>
        <p:spPr>
          <a:xfrm>
            <a:off x="609602" y="2336799"/>
            <a:ext cx="3504662"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4355533" y="2336799"/>
            <a:ext cx="3482660"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8088847" y="2336799"/>
            <a:ext cx="3504744"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6"/>
          <p:cNvSpPr>
            <a:spLocks noGrp="1"/>
          </p:cNvSpPr>
          <p:nvPr>
            <p:ph type="body" sz="quarter" idx="18" hasCustomPrompt="1"/>
          </p:nvPr>
        </p:nvSpPr>
        <p:spPr>
          <a:xfrm>
            <a:off x="609603" y="1803797"/>
            <a:ext cx="3504661" cy="533003"/>
          </a:xfrm>
        </p:spPr>
        <p:txBody>
          <a:bodyPr/>
          <a:lstStyle>
            <a:lvl1pPr>
              <a:defRPr b="1">
                <a:solidFill>
                  <a:srgbClr val="599A83"/>
                </a:solidFill>
              </a:defRPr>
            </a:lvl1pPr>
          </a:lstStyle>
          <a:p>
            <a:pPr lvl="0"/>
            <a:r>
              <a:rPr lang="en-CA" dirty="0"/>
              <a:t>Subtitle</a:t>
            </a:r>
          </a:p>
        </p:txBody>
      </p:sp>
      <p:sp>
        <p:nvSpPr>
          <p:cNvPr id="12" name="Text Placeholder 6"/>
          <p:cNvSpPr>
            <a:spLocks noGrp="1"/>
          </p:cNvSpPr>
          <p:nvPr>
            <p:ph type="body" sz="quarter" idx="19" hasCustomPrompt="1"/>
          </p:nvPr>
        </p:nvSpPr>
        <p:spPr>
          <a:xfrm>
            <a:off x="4355533" y="1803797"/>
            <a:ext cx="3482660" cy="533003"/>
          </a:xfrm>
        </p:spPr>
        <p:txBody>
          <a:bodyPr/>
          <a:lstStyle>
            <a:lvl1pPr>
              <a:defRPr b="1">
                <a:solidFill>
                  <a:srgbClr val="599A83"/>
                </a:solidFill>
              </a:defRPr>
            </a:lvl1pPr>
          </a:lstStyle>
          <a:p>
            <a:pPr lvl="0"/>
            <a:r>
              <a:rPr lang="en-CA" dirty="0"/>
              <a:t>Subtitle</a:t>
            </a:r>
          </a:p>
        </p:txBody>
      </p:sp>
      <p:sp>
        <p:nvSpPr>
          <p:cNvPr id="13" name="Text Placeholder 6"/>
          <p:cNvSpPr>
            <a:spLocks noGrp="1"/>
          </p:cNvSpPr>
          <p:nvPr>
            <p:ph type="body" sz="quarter" idx="20" hasCustomPrompt="1"/>
          </p:nvPr>
        </p:nvSpPr>
        <p:spPr>
          <a:xfrm>
            <a:off x="8088847" y="1803797"/>
            <a:ext cx="3504661" cy="533003"/>
          </a:xfrm>
        </p:spPr>
        <p:txBody>
          <a:bodyPr/>
          <a:lstStyle>
            <a:lvl1pPr>
              <a:defRPr b="1">
                <a:solidFill>
                  <a:srgbClr val="599A83"/>
                </a:solidFill>
              </a:defRPr>
            </a:lvl1pPr>
          </a:lstStyle>
          <a:p>
            <a:pPr lvl="0"/>
            <a:r>
              <a:rPr lang="en-CA" dirty="0"/>
              <a:t>Subtitle</a:t>
            </a:r>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21"/>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2611092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Point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6-column key point slide</a:t>
            </a:r>
            <a:endParaRPr lang="en-US" dirty="0"/>
          </a:p>
        </p:txBody>
      </p:sp>
      <p:sp>
        <p:nvSpPr>
          <p:cNvPr id="14" name="Text Placeholder 5"/>
          <p:cNvSpPr>
            <a:spLocks noGrp="1"/>
          </p:cNvSpPr>
          <p:nvPr>
            <p:ph type="body" sz="quarter" idx="15" hasCustomPrompt="1"/>
          </p:nvPr>
        </p:nvSpPr>
        <p:spPr>
          <a:xfrm>
            <a:off x="609602" y="1803401"/>
            <a:ext cx="3504662"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4355533" y="1803401"/>
            <a:ext cx="3482660"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8088847" y="1803401"/>
            <a:ext cx="3504744"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609602" y="3848101"/>
            <a:ext cx="3504662"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4355533" y="3848101"/>
            <a:ext cx="3482660"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8088847" y="3848101"/>
            <a:ext cx="3504744"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21"/>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3783389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6-Point Key Point w/ 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6-point key point slide with subtitles</a:t>
            </a:r>
            <a:endParaRPr lang="en-US" dirty="0"/>
          </a:p>
        </p:txBody>
      </p:sp>
      <p:sp>
        <p:nvSpPr>
          <p:cNvPr id="14" name="Text Placeholder 5"/>
          <p:cNvSpPr>
            <a:spLocks noGrp="1"/>
          </p:cNvSpPr>
          <p:nvPr>
            <p:ph type="body" sz="quarter" idx="15" hasCustomPrompt="1"/>
          </p:nvPr>
        </p:nvSpPr>
        <p:spPr>
          <a:xfrm>
            <a:off x="609602" y="2336800"/>
            <a:ext cx="3504662"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4355533" y="2336800"/>
            <a:ext cx="3482660"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8088847" y="2336800"/>
            <a:ext cx="3504744"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609602" y="4393805"/>
            <a:ext cx="3504662"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4355533" y="4393805"/>
            <a:ext cx="3482660"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8088847" y="4393805"/>
            <a:ext cx="3504744"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7" name="Text Placeholder 6"/>
          <p:cNvSpPr>
            <a:spLocks noGrp="1"/>
          </p:cNvSpPr>
          <p:nvPr>
            <p:ph type="body" sz="quarter" idx="21" hasCustomPrompt="1"/>
          </p:nvPr>
        </p:nvSpPr>
        <p:spPr>
          <a:xfrm>
            <a:off x="609603" y="1803797"/>
            <a:ext cx="3504661" cy="533003"/>
          </a:xfrm>
        </p:spPr>
        <p:txBody>
          <a:bodyPr/>
          <a:lstStyle>
            <a:lvl1pPr>
              <a:defRPr b="1">
                <a:solidFill>
                  <a:srgbClr val="599A83"/>
                </a:solidFill>
              </a:defRPr>
            </a:lvl1pPr>
          </a:lstStyle>
          <a:p>
            <a:pPr lvl="0"/>
            <a:r>
              <a:rPr lang="en-CA" dirty="0"/>
              <a:t>Subtitle</a:t>
            </a:r>
          </a:p>
        </p:txBody>
      </p:sp>
      <p:sp>
        <p:nvSpPr>
          <p:cNvPr id="18" name="Text Placeholder 6"/>
          <p:cNvSpPr>
            <a:spLocks noGrp="1"/>
          </p:cNvSpPr>
          <p:nvPr>
            <p:ph type="body" sz="quarter" idx="22" hasCustomPrompt="1"/>
          </p:nvPr>
        </p:nvSpPr>
        <p:spPr>
          <a:xfrm>
            <a:off x="4355533" y="1803797"/>
            <a:ext cx="3482660" cy="533003"/>
          </a:xfrm>
        </p:spPr>
        <p:txBody>
          <a:bodyPr/>
          <a:lstStyle>
            <a:lvl1pPr>
              <a:defRPr b="1">
                <a:solidFill>
                  <a:srgbClr val="599A83"/>
                </a:solidFill>
              </a:defRPr>
            </a:lvl1pPr>
          </a:lstStyle>
          <a:p>
            <a:pPr lvl="0"/>
            <a:r>
              <a:rPr lang="en-CA" dirty="0"/>
              <a:t>Subtitle</a:t>
            </a:r>
          </a:p>
        </p:txBody>
      </p:sp>
      <p:sp>
        <p:nvSpPr>
          <p:cNvPr id="19" name="Text Placeholder 6"/>
          <p:cNvSpPr>
            <a:spLocks noGrp="1"/>
          </p:cNvSpPr>
          <p:nvPr>
            <p:ph type="body" sz="quarter" idx="23" hasCustomPrompt="1"/>
          </p:nvPr>
        </p:nvSpPr>
        <p:spPr>
          <a:xfrm>
            <a:off x="8088847" y="1803797"/>
            <a:ext cx="3504661" cy="533003"/>
          </a:xfrm>
        </p:spPr>
        <p:txBody>
          <a:bodyPr/>
          <a:lstStyle>
            <a:lvl1pPr>
              <a:defRPr b="1">
                <a:solidFill>
                  <a:srgbClr val="599A83"/>
                </a:solidFill>
              </a:defRPr>
            </a:lvl1pPr>
          </a:lstStyle>
          <a:p>
            <a:pPr lvl="0"/>
            <a:r>
              <a:rPr lang="en-CA" dirty="0"/>
              <a:t>Subtitle</a:t>
            </a:r>
          </a:p>
        </p:txBody>
      </p:sp>
      <p:sp>
        <p:nvSpPr>
          <p:cNvPr id="20" name="Text Placeholder 6"/>
          <p:cNvSpPr>
            <a:spLocks noGrp="1"/>
          </p:cNvSpPr>
          <p:nvPr>
            <p:ph type="body" sz="quarter" idx="24" hasCustomPrompt="1"/>
          </p:nvPr>
        </p:nvSpPr>
        <p:spPr>
          <a:xfrm>
            <a:off x="609603" y="3860802"/>
            <a:ext cx="3504661" cy="533003"/>
          </a:xfrm>
        </p:spPr>
        <p:txBody>
          <a:bodyPr/>
          <a:lstStyle>
            <a:lvl1pPr>
              <a:defRPr b="1">
                <a:solidFill>
                  <a:srgbClr val="599A83"/>
                </a:solidFill>
              </a:defRPr>
            </a:lvl1pPr>
          </a:lstStyle>
          <a:p>
            <a:pPr lvl="0"/>
            <a:r>
              <a:rPr lang="en-CA" dirty="0"/>
              <a:t>Subtitle</a:t>
            </a:r>
          </a:p>
        </p:txBody>
      </p:sp>
      <p:sp>
        <p:nvSpPr>
          <p:cNvPr id="21" name="Text Placeholder 6"/>
          <p:cNvSpPr>
            <a:spLocks noGrp="1"/>
          </p:cNvSpPr>
          <p:nvPr>
            <p:ph type="body" sz="quarter" idx="25" hasCustomPrompt="1"/>
          </p:nvPr>
        </p:nvSpPr>
        <p:spPr>
          <a:xfrm>
            <a:off x="4355533" y="3860802"/>
            <a:ext cx="3482660" cy="533003"/>
          </a:xfrm>
        </p:spPr>
        <p:txBody>
          <a:bodyPr/>
          <a:lstStyle>
            <a:lvl1pPr>
              <a:defRPr b="1">
                <a:solidFill>
                  <a:srgbClr val="599A83"/>
                </a:solidFill>
              </a:defRPr>
            </a:lvl1pPr>
          </a:lstStyle>
          <a:p>
            <a:pPr lvl="0"/>
            <a:r>
              <a:rPr lang="en-CA" dirty="0"/>
              <a:t>Subtitle</a:t>
            </a:r>
          </a:p>
        </p:txBody>
      </p:sp>
      <p:sp>
        <p:nvSpPr>
          <p:cNvPr id="22" name="Text Placeholder 6"/>
          <p:cNvSpPr>
            <a:spLocks noGrp="1"/>
          </p:cNvSpPr>
          <p:nvPr>
            <p:ph type="body" sz="quarter" idx="26" hasCustomPrompt="1"/>
          </p:nvPr>
        </p:nvSpPr>
        <p:spPr>
          <a:xfrm>
            <a:off x="8088847" y="3860802"/>
            <a:ext cx="3504661" cy="533003"/>
          </a:xfrm>
        </p:spPr>
        <p:txBody>
          <a:bodyPr/>
          <a:lstStyle>
            <a:lvl1pPr>
              <a:defRPr b="1">
                <a:solidFill>
                  <a:srgbClr val="599A83"/>
                </a:solidFill>
              </a:defRPr>
            </a:lvl1pPr>
          </a:lstStyle>
          <a:p>
            <a:pPr lvl="0"/>
            <a:r>
              <a:rPr lang="en-CA" dirty="0"/>
              <a:t>Subtitle</a:t>
            </a:r>
          </a:p>
        </p:txBody>
      </p:sp>
      <p:pic>
        <p:nvPicPr>
          <p:cNvPr id="23" name="Picture 2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4" name="Picture 2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5" name="Slide Number Placeholder 8"/>
          <p:cNvSpPr>
            <a:spLocks noGrp="1"/>
          </p:cNvSpPr>
          <p:nvPr>
            <p:ph type="sldNum" sz="quarter" idx="27"/>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34859276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Col Bulk Conte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1-column bulk content slide for long content.</a:t>
            </a:r>
            <a:endParaRPr lang="en-US" dirty="0"/>
          </a:p>
        </p:txBody>
      </p:sp>
      <p:sp>
        <p:nvSpPr>
          <p:cNvPr id="12" name="Text Placeholder 5"/>
          <p:cNvSpPr>
            <a:spLocks noGrp="1"/>
          </p:cNvSpPr>
          <p:nvPr>
            <p:ph type="body" sz="quarter" idx="15" hasCustomPrompt="1"/>
          </p:nvPr>
        </p:nvSpPr>
        <p:spPr>
          <a:xfrm>
            <a:off x="609602" y="1803401"/>
            <a:ext cx="8710984" cy="3848100"/>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solidFill>
                  <a:srgbClr val="599A83"/>
                </a:solidFill>
              </a:defRPr>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4" name="Picture 1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37683993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Col Bulk Content, No Title">
    <p:bg>
      <p:bgPr>
        <a:solidFill>
          <a:schemeClr val="bg1"/>
        </a:solidFill>
        <a:effectLst/>
      </p:bgPr>
    </p:bg>
    <p:spTree>
      <p:nvGrpSpPr>
        <p:cNvPr id="1" name=""/>
        <p:cNvGrpSpPr/>
        <p:nvPr/>
      </p:nvGrpSpPr>
      <p:grpSpPr>
        <a:xfrm>
          <a:off x="0" y="0"/>
          <a:ext cx="0" cy="0"/>
          <a:chOff x="0" y="0"/>
          <a:chExt cx="0" cy="0"/>
        </a:xfrm>
      </p:grpSpPr>
      <p:sp>
        <p:nvSpPr>
          <p:cNvPr id="11" name="Text Placeholder 5"/>
          <p:cNvSpPr>
            <a:spLocks noGrp="1"/>
          </p:cNvSpPr>
          <p:nvPr>
            <p:ph type="body" sz="quarter" idx="15" hasCustomPrompt="1"/>
          </p:nvPr>
        </p:nvSpPr>
        <p:spPr>
          <a:xfrm>
            <a:off x="609602" y="495299"/>
            <a:ext cx="8710984" cy="5156202"/>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solidFill>
                  <a:srgbClr val="599A83"/>
                </a:solidFill>
              </a:defRPr>
            </a:lvl4pPr>
          </a:lstStyle>
          <a:p>
            <a:pPr lvl="0"/>
            <a:r>
              <a:rPr lang="en-CA" dirty="0"/>
              <a:t>This is a 1-column bulk content slide without a title. 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5" name="Picture 14"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13798820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2-column bulk content slide for long content.</a:t>
            </a:r>
            <a:endParaRPr lang="en-US" dirty="0"/>
          </a:p>
        </p:txBody>
      </p:sp>
      <p:sp>
        <p:nvSpPr>
          <p:cNvPr id="12" name="Text Placeholder 5"/>
          <p:cNvSpPr>
            <a:spLocks noGrp="1"/>
          </p:cNvSpPr>
          <p:nvPr>
            <p:ph type="body" sz="quarter" idx="15" hasCustomPrompt="1"/>
          </p:nvPr>
        </p:nvSpPr>
        <p:spPr>
          <a:xfrm>
            <a:off x="609602" y="2336799"/>
            <a:ext cx="5371319"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6222269" y="2336799"/>
            <a:ext cx="5360131"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609602" y="1803797"/>
            <a:ext cx="5371318"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6222268" y="1803797"/>
            <a:ext cx="5360131" cy="533003"/>
          </a:xfrm>
        </p:spPr>
        <p:txBody>
          <a:bodyPr/>
          <a:lstStyle>
            <a:lvl1pPr>
              <a:defRPr sz="1575" b="1">
                <a:solidFill>
                  <a:srgbClr val="599A83"/>
                </a:solidFill>
              </a:defRPr>
            </a:lvl1pPr>
          </a:lstStyle>
          <a:p>
            <a:pPr lvl="0"/>
            <a:r>
              <a:rPr lang="en-CA" dirty="0"/>
              <a:t>Bulk content columns always have subtitles</a:t>
            </a:r>
          </a:p>
        </p:txBody>
      </p:sp>
      <p:pic>
        <p:nvPicPr>
          <p:cNvPr id="17" name="Picture 16"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8" name="Picture 1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9"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1975713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bulk content slide for long content.</a:t>
            </a:r>
            <a:endParaRPr lang="en-US" dirty="0"/>
          </a:p>
        </p:txBody>
      </p:sp>
      <p:sp>
        <p:nvSpPr>
          <p:cNvPr id="12" name="Text Placeholder 5"/>
          <p:cNvSpPr>
            <a:spLocks noGrp="1"/>
          </p:cNvSpPr>
          <p:nvPr>
            <p:ph type="body" sz="quarter" idx="15" hasCustomPrompt="1"/>
          </p:nvPr>
        </p:nvSpPr>
        <p:spPr>
          <a:xfrm>
            <a:off x="609602" y="2336799"/>
            <a:ext cx="3504662"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8088848" y="2336799"/>
            <a:ext cx="3493552"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609603" y="1803797"/>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088847" y="1803797"/>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4355535" y="2336799"/>
            <a:ext cx="3482658"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8" name="Text Placeholder 6"/>
          <p:cNvSpPr>
            <a:spLocks noGrp="1"/>
          </p:cNvSpPr>
          <p:nvPr>
            <p:ph type="body" sz="quarter" idx="25" hasCustomPrompt="1"/>
          </p:nvPr>
        </p:nvSpPr>
        <p:spPr>
          <a:xfrm>
            <a:off x="4355534" y="1803797"/>
            <a:ext cx="3482658" cy="533003"/>
          </a:xfrm>
        </p:spPr>
        <p:txBody>
          <a:bodyPr/>
          <a:lstStyle>
            <a:lvl1pPr>
              <a:defRPr sz="1575" b="1">
                <a:solidFill>
                  <a:srgbClr val="599A83"/>
                </a:solidFill>
              </a:defRPr>
            </a:lvl1pPr>
          </a:lstStyle>
          <a:p>
            <a:pPr lvl="0"/>
            <a:r>
              <a:rPr lang="en-CA" dirty="0"/>
              <a:t>Bulk content columns always have subtitles</a:t>
            </a:r>
          </a:p>
        </p:txBody>
      </p:sp>
      <p:pic>
        <p:nvPicPr>
          <p:cNvPr id="19" name="Picture 18"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0" name="Picture 19"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1"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41298926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6-Point Bulk Content">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30" hasCustomPrompt="1"/>
          </p:nvPr>
        </p:nvSpPr>
        <p:spPr>
          <a:xfrm>
            <a:off x="609602" y="4393804"/>
            <a:ext cx="350466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28" name="Text Placeholder 5"/>
          <p:cNvSpPr>
            <a:spLocks noGrp="1"/>
          </p:cNvSpPr>
          <p:nvPr>
            <p:ph type="body" sz="quarter" idx="31" hasCustomPrompt="1"/>
          </p:nvPr>
        </p:nvSpPr>
        <p:spPr>
          <a:xfrm>
            <a:off x="8088848" y="4393804"/>
            <a:ext cx="349355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29" name="Text Placeholder 6"/>
          <p:cNvSpPr>
            <a:spLocks noGrp="1"/>
          </p:cNvSpPr>
          <p:nvPr>
            <p:ph type="body" sz="quarter" idx="32" hasCustomPrompt="1"/>
          </p:nvPr>
        </p:nvSpPr>
        <p:spPr>
          <a:xfrm>
            <a:off x="609603" y="3860802"/>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30" name="Text Placeholder 6"/>
          <p:cNvSpPr>
            <a:spLocks noGrp="1"/>
          </p:cNvSpPr>
          <p:nvPr>
            <p:ph type="body" sz="quarter" idx="33" hasCustomPrompt="1"/>
          </p:nvPr>
        </p:nvSpPr>
        <p:spPr>
          <a:xfrm>
            <a:off x="8088847" y="3860802"/>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31" name="Text Placeholder 5"/>
          <p:cNvSpPr>
            <a:spLocks noGrp="1"/>
          </p:cNvSpPr>
          <p:nvPr>
            <p:ph type="body" sz="quarter" idx="34" hasCustomPrompt="1"/>
          </p:nvPr>
        </p:nvSpPr>
        <p:spPr>
          <a:xfrm>
            <a:off x="4355535" y="4393804"/>
            <a:ext cx="3482658"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32" name="Text Placeholder 6"/>
          <p:cNvSpPr>
            <a:spLocks noGrp="1"/>
          </p:cNvSpPr>
          <p:nvPr>
            <p:ph type="body" sz="quarter" idx="35" hasCustomPrompt="1"/>
          </p:nvPr>
        </p:nvSpPr>
        <p:spPr>
          <a:xfrm>
            <a:off x="4355534" y="3860802"/>
            <a:ext cx="3482658" cy="533003"/>
          </a:xfrm>
        </p:spPr>
        <p:txBody>
          <a:bodyPr/>
          <a:lstStyle>
            <a:lvl1pPr>
              <a:defRPr sz="1575" b="1">
                <a:solidFill>
                  <a:srgbClr val="599A83"/>
                </a:solidFill>
              </a:defRPr>
            </a:lvl1pPr>
          </a:lstStyle>
          <a:p>
            <a:pPr lvl="0"/>
            <a:r>
              <a:rPr lang="en-CA" dirty="0"/>
              <a:t>Bulk content columns always have subtitles</a:t>
            </a:r>
          </a:p>
        </p:txBody>
      </p:sp>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6-point bulk content slide for long content.</a:t>
            </a:r>
            <a:endParaRPr lang="en-US" dirty="0"/>
          </a:p>
        </p:txBody>
      </p:sp>
      <p:sp>
        <p:nvSpPr>
          <p:cNvPr id="12" name="Text Placeholder 5"/>
          <p:cNvSpPr>
            <a:spLocks noGrp="1"/>
          </p:cNvSpPr>
          <p:nvPr>
            <p:ph type="body" sz="quarter" idx="15" hasCustomPrompt="1"/>
          </p:nvPr>
        </p:nvSpPr>
        <p:spPr>
          <a:xfrm>
            <a:off x="609602" y="2336800"/>
            <a:ext cx="350466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4" name="Text Placeholder 5"/>
          <p:cNvSpPr>
            <a:spLocks noGrp="1"/>
          </p:cNvSpPr>
          <p:nvPr>
            <p:ph type="body" sz="quarter" idx="18" hasCustomPrompt="1"/>
          </p:nvPr>
        </p:nvSpPr>
        <p:spPr>
          <a:xfrm>
            <a:off x="8088848" y="2336800"/>
            <a:ext cx="349355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5" name="Text Placeholder 6"/>
          <p:cNvSpPr>
            <a:spLocks noGrp="1"/>
          </p:cNvSpPr>
          <p:nvPr>
            <p:ph type="body" sz="quarter" idx="21" hasCustomPrompt="1"/>
          </p:nvPr>
        </p:nvSpPr>
        <p:spPr>
          <a:xfrm>
            <a:off x="609603" y="1803797"/>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088847" y="1803797"/>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4355535" y="2336800"/>
            <a:ext cx="3482658"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8" name="Text Placeholder 6"/>
          <p:cNvSpPr>
            <a:spLocks noGrp="1"/>
          </p:cNvSpPr>
          <p:nvPr>
            <p:ph type="body" sz="quarter" idx="25" hasCustomPrompt="1"/>
          </p:nvPr>
        </p:nvSpPr>
        <p:spPr>
          <a:xfrm>
            <a:off x="4355534" y="1803797"/>
            <a:ext cx="3482658" cy="533003"/>
          </a:xfrm>
        </p:spPr>
        <p:txBody>
          <a:bodyPr/>
          <a:lstStyle>
            <a:lvl1pPr>
              <a:defRPr sz="1575" b="1">
                <a:solidFill>
                  <a:srgbClr val="599A83"/>
                </a:solidFill>
              </a:defRPr>
            </a:lvl1pPr>
          </a:lstStyle>
          <a:p>
            <a:pPr lvl="0"/>
            <a:r>
              <a:rPr lang="en-CA" dirty="0"/>
              <a:t>Bulk content columns always have subtitles</a:t>
            </a:r>
          </a:p>
        </p:txBody>
      </p:sp>
      <p:pic>
        <p:nvPicPr>
          <p:cNvPr id="33" name="Picture 3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34" name="Picture 3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3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8259099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Key Numbers Large">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2895600"/>
            <a:ext cx="3504662" cy="2759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4355533" y="2895600"/>
            <a:ext cx="3482660" cy="2759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8088847" y="2895600"/>
            <a:ext cx="3504744" cy="2759354"/>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609601" y="1856581"/>
            <a:ext cx="3504663" cy="919747"/>
          </a:xfrm>
        </p:spPr>
        <p:txBody>
          <a:bodyPr anchor="b"/>
          <a:lstStyle>
            <a:lvl1pPr>
              <a:lnSpc>
                <a:spcPct val="80000"/>
              </a:lnSpc>
              <a:defRPr sz="8399">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4355534" y="1856581"/>
            <a:ext cx="3482659" cy="919747"/>
          </a:xfrm>
        </p:spPr>
        <p:txBody>
          <a:bodyPr anchor="b"/>
          <a:lstStyle>
            <a:lvl1pPr>
              <a:lnSpc>
                <a:spcPct val="80000"/>
              </a:lnSpc>
              <a:defRPr sz="8399">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8088847" y="1856581"/>
            <a:ext cx="3504744" cy="919747"/>
          </a:xfrm>
        </p:spPr>
        <p:txBody>
          <a:bodyPr anchor="b"/>
          <a:lstStyle>
            <a:lvl1pPr>
              <a:lnSpc>
                <a:spcPct val="80000"/>
              </a:lnSpc>
              <a:defRPr sz="8399">
                <a:solidFill>
                  <a:srgbClr val="599A83"/>
                </a:solidFill>
              </a:defRPr>
            </a:lvl1pPr>
          </a:lstStyle>
          <a:p>
            <a:pPr lvl="0"/>
            <a:r>
              <a:rPr lang="en-CA" dirty="0"/>
              <a:t>#,###</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key numbers slide for short numbers.</a:t>
            </a:r>
            <a:endParaRPr lang="en-US" dirty="0"/>
          </a:p>
        </p:txBody>
      </p:sp>
      <p:pic>
        <p:nvPicPr>
          <p:cNvPr id="33" name="Picture 3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34" name="Picture 3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35" name="Slide Number Placeholder 8"/>
          <p:cNvSpPr>
            <a:spLocks noGrp="1"/>
          </p:cNvSpPr>
          <p:nvPr>
            <p:ph type="sldNum" sz="quarter" idx="24"/>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1480283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Key Numbers Medium">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2776327"/>
            <a:ext cx="3504662" cy="2878627"/>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4355533" y="2776327"/>
            <a:ext cx="3482660" cy="2878627"/>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8088847" y="2776327"/>
            <a:ext cx="3504744" cy="2878627"/>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609601" y="1831182"/>
            <a:ext cx="3504663" cy="945146"/>
          </a:xfrm>
        </p:spPr>
        <p:txBody>
          <a:bodyPr anchor="t"/>
          <a:lstStyle>
            <a:lvl1pPr>
              <a:lnSpc>
                <a:spcPct val="80000"/>
              </a:lnSpc>
              <a:defRPr sz="5399">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4355534" y="1856581"/>
            <a:ext cx="3482659" cy="919747"/>
          </a:xfrm>
        </p:spPr>
        <p:txBody>
          <a:bodyPr anchor="t"/>
          <a:lstStyle>
            <a:lvl1pPr>
              <a:lnSpc>
                <a:spcPct val="80000"/>
              </a:lnSpc>
              <a:defRPr sz="5399">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8088847" y="1856581"/>
            <a:ext cx="3504744" cy="919747"/>
          </a:xfrm>
        </p:spPr>
        <p:txBody>
          <a:bodyPr anchor="t"/>
          <a:lstStyle>
            <a:lvl1pPr>
              <a:lnSpc>
                <a:spcPct val="80000"/>
              </a:lnSpc>
              <a:defRPr sz="5399">
                <a:solidFill>
                  <a:srgbClr val="599A83"/>
                </a:solidFill>
              </a:defRPr>
            </a:lvl1pPr>
          </a:lstStyle>
          <a:p>
            <a:pPr lvl="0"/>
            <a:r>
              <a:rPr lang="en-CA" dirty="0"/>
              <a:t>#,###,####</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key numbers slide for long numbers.</a:t>
            </a:r>
            <a:endParaRPr lang="en-US" dirty="0"/>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6" name="Picture 15"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7" name="Slide Number Placeholder 8"/>
          <p:cNvSpPr>
            <a:spLocks noGrp="1"/>
          </p:cNvSpPr>
          <p:nvPr>
            <p:ph type="sldNum" sz="quarter" idx="24"/>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3980860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Key Points with Icons">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3403600"/>
            <a:ext cx="3504662" cy="2251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3" name="Text Placeholder 5"/>
          <p:cNvSpPr>
            <a:spLocks noGrp="1"/>
          </p:cNvSpPr>
          <p:nvPr>
            <p:ph type="body" sz="quarter" idx="19" hasCustomPrompt="1"/>
          </p:nvPr>
        </p:nvSpPr>
        <p:spPr>
          <a:xfrm>
            <a:off x="4355533" y="3403600"/>
            <a:ext cx="3482660" cy="2251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6" name="Text Placeholder 5"/>
          <p:cNvSpPr>
            <a:spLocks noGrp="1"/>
          </p:cNvSpPr>
          <p:nvPr>
            <p:ph type="body" sz="quarter" idx="23" hasCustomPrompt="1"/>
          </p:nvPr>
        </p:nvSpPr>
        <p:spPr>
          <a:xfrm>
            <a:off x="8088847" y="3403600"/>
            <a:ext cx="3504744" cy="2251354"/>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chemeClr val="accent1"/>
                </a:solidFill>
              </a:defRPr>
            </a:lvl1pPr>
          </a:lstStyle>
          <a:p>
            <a:r>
              <a:rPr lang="en-CA" dirty="0"/>
              <a:t>This is a key point slide with icons to illustrate points.</a:t>
            </a:r>
            <a:endParaRPr lang="en-US" dirty="0"/>
          </a:p>
        </p:txBody>
      </p:sp>
      <p:sp>
        <p:nvSpPr>
          <p:cNvPr id="12" name="Oval 11"/>
          <p:cNvSpPr/>
          <p:nvPr/>
        </p:nvSpPr>
        <p:spPr>
          <a:xfrm>
            <a:off x="546048"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3" name="Picture Placeholder 3"/>
          <p:cNvSpPr>
            <a:spLocks noGrp="1" noChangeAspect="1"/>
          </p:cNvSpPr>
          <p:nvPr>
            <p:ph type="pic" sz="quarter" idx="26" hasCustomPrompt="1"/>
          </p:nvPr>
        </p:nvSpPr>
        <p:spPr>
          <a:xfrm>
            <a:off x="880138" y="2175520"/>
            <a:ext cx="648524" cy="648000"/>
          </a:xfrm>
        </p:spPr>
        <p:txBody>
          <a:bodyPr/>
          <a:lstStyle>
            <a:lvl1pPr>
              <a:defRPr>
                <a:solidFill>
                  <a:schemeClr val="bg1"/>
                </a:solidFill>
              </a:defRPr>
            </a:lvl1pPr>
          </a:lstStyle>
          <a:p>
            <a:r>
              <a:rPr lang="en-US" dirty="0"/>
              <a:t>Icon</a:t>
            </a:r>
          </a:p>
        </p:txBody>
      </p:sp>
      <p:sp>
        <p:nvSpPr>
          <p:cNvPr id="14" name="Oval 13"/>
          <p:cNvSpPr/>
          <p:nvPr/>
        </p:nvSpPr>
        <p:spPr>
          <a:xfrm>
            <a:off x="4292041"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5" name="Picture Placeholder 3"/>
          <p:cNvSpPr>
            <a:spLocks noGrp="1" noChangeAspect="1"/>
          </p:cNvSpPr>
          <p:nvPr>
            <p:ph type="pic" sz="quarter" idx="27" hasCustomPrompt="1"/>
          </p:nvPr>
        </p:nvSpPr>
        <p:spPr>
          <a:xfrm>
            <a:off x="4626130" y="2175520"/>
            <a:ext cx="648523" cy="648000"/>
          </a:xfrm>
        </p:spPr>
        <p:txBody>
          <a:bodyPr/>
          <a:lstStyle>
            <a:lvl1pPr>
              <a:defRPr>
                <a:solidFill>
                  <a:schemeClr val="bg1"/>
                </a:solidFill>
              </a:defRPr>
            </a:lvl1pPr>
          </a:lstStyle>
          <a:p>
            <a:r>
              <a:rPr lang="en-US" dirty="0"/>
              <a:t>Icon</a:t>
            </a:r>
          </a:p>
        </p:txBody>
      </p:sp>
      <p:sp>
        <p:nvSpPr>
          <p:cNvPr id="16" name="Oval 15"/>
          <p:cNvSpPr/>
          <p:nvPr/>
        </p:nvSpPr>
        <p:spPr>
          <a:xfrm>
            <a:off x="8025355"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7" name="Picture Placeholder 3"/>
          <p:cNvSpPr>
            <a:spLocks noGrp="1" noChangeAspect="1"/>
          </p:cNvSpPr>
          <p:nvPr>
            <p:ph type="pic" sz="quarter" idx="28" hasCustomPrompt="1"/>
          </p:nvPr>
        </p:nvSpPr>
        <p:spPr>
          <a:xfrm>
            <a:off x="8359737" y="2175520"/>
            <a:ext cx="647937" cy="648000"/>
          </a:xfrm>
        </p:spPr>
        <p:txBody>
          <a:bodyPr/>
          <a:lstStyle>
            <a:lvl1pPr>
              <a:defRPr>
                <a:solidFill>
                  <a:schemeClr val="bg1"/>
                </a:solidFill>
              </a:defRPr>
            </a:lvl1pPr>
          </a:lstStyle>
          <a:p>
            <a:r>
              <a:rPr lang="en-US" dirty="0"/>
              <a:t>Icon</a:t>
            </a:r>
          </a:p>
        </p:txBody>
      </p:sp>
      <p:pic>
        <p:nvPicPr>
          <p:cNvPr id="18" name="Picture 17"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9" name="Picture 18"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0" name="Slide Number Placeholder 8"/>
          <p:cNvSpPr>
            <a:spLocks noGrp="1"/>
          </p:cNvSpPr>
          <p:nvPr>
            <p:ph type="sldNum" sz="quarter" idx="2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32116178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Video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5" name="Media Placeholder 4"/>
          <p:cNvSpPr>
            <a:spLocks noGrp="1"/>
          </p:cNvSpPr>
          <p:nvPr>
            <p:ph type="media" sz="quarter" idx="10" hasCustomPrompt="1"/>
          </p:nvPr>
        </p:nvSpPr>
        <p:spPr>
          <a:xfrm>
            <a:off x="2465067" y="622300"/>
            <a:ext cx="7261866" cy="5626100"/>
          </a:xfrm>
        </p:spPr>
        <p:txBody>
          <a:bodyPr/>
          <a:lstStyle>
            <a:lvl1pPr>
              <a:defRPr>
                <a:solidFill>
                  <a:schemeClr val="bg1"/>
                </a:solidFill>
              </a:defRPr>
            </a:lvl1pPr>
          </a:lstStyle>
          <a:p>
            <a:r>
              <a:rPr lang="en-US" dirty="0"/>
              <a:t>Click this icon to insert a video</a:t>
            </a:r>
          </a:p>
        </p:txBody>
      </p:sp>
    </p:spTree>
    <p:extLst>
      <p:ext uri="{BB962C8B-B14F-4D97-AF65-F5344CB8AC3E}">
        <p14:creationId xmlns:p14="http://schemas.microsoft.com/office/powerpoint/2010/main" val="37425313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s or Stats V1">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6" name="Picture 5"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3" name="Rectangle 2"/>
          <p:cNvSpPr/>
          <p:nvPr/>
        </p:nvSpPr>
        <p:spPr>
          <a:xfrm>
            <a:off x="603966" y="628650"/>
            <a:ext cx="10984069" cy="56007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2" name="Title 1"/>
          <p:cNvSpPr>
            <a:spLocks noGrp="1"/>
          </p:cNvSpPr>
          <p:nvPr>
            <p:ph type="title" hasCustomPrompt="1"/>
          </p:nvPr>
        </p:nvSpPr>
        <p:spPr>
          <a:xfrm>
            <a:off x="2465067" y="2090307"/>
            <a:ext cx="7261866" cy="2619502"/>
          </a:xfrm>
        </p:spPr>
        <p:txBody>
          <a:bodyPr/>
          <a:lstStyle>
            <a:lvl1pPr algn="ctr">
              <a:lnSpc>
                <a:spcPct val="110000"/>
              </a:lnSpc>
              <a:defRPr sz="3600" baseline="0">
                <a:solidFill>
                  <a:srgbClr val="599A83"/>
                </a:solidFill>
              </a:defRPr>
            </a:lvl1pPr>
          </a:lstStyle>
          <a:p>
            <a:r>
              <a:rPr lang="en-CA" dirty="0"/>
              <a:t>Enter an impressive statistic or fact. e.g. 98% of Algonquin students have been hired immediately after graduation.</a:t>
            </a:r>
            <a:endParaRPr lang="en-US" dirty="0"/>
          </a:p>
        </p:txBody>
      </p:sp>
      <p:sp>
        <p:nvSpPr>
          <p:cNvPr id="7" name="Text Placeholder 6"/>
          <p:cNvSpPr>
            <a:spLocks noGrp="1"/>
          </p:cNvSpPr>
          <p:nvPr>
            <p:ph type="body" sz="quarter" idx="13" hasCustomPrompt="1"/>
          </p:nvPr>
        </p:nvSpPr>
        <p:spPr>
          <a:xfrm>
            <a:off x="2465067" y="1593878"/>
            <a:ext cx="7261866" cy="383034"/>
          </a:xfrm>
        </p:spPr>
        <p:txBody>
          <a:bodyPr anchor="ctr"/>
          <a:lstStyle>
            <a:lvl1pPr algn="ctr">
              <a:lnSpc>
                <a:spcPct val="100000"/>
              </a:lnSpc>
              <a:defRPr sz="1575" b="1">
                <a:solidFill>
                  <a:schemeClr val="tx2"/>
                </a:solidFill>
              </a:defRPr>
            </a:lvl1pPr>
          </a:lstStyle>
          <a:p>
            <a:pPr lvl="0"/>
            <a:r>
              <a:rPr lang="en-CA" dirty="0"/>
              <a:t>THIS IS THE TITLE OF YOUR STATISTIC</a:t>
            </a:r>
            <a:endParaRPr lang="en-US" dirty="0"/>
          </a:p>
        </p:txBody>
      </p:sp>
      <p:sp>
        <p:nvSpPr>
          <p:cNvPr id="9" name="Text Placeholder 8"/>
          <p:cNvSpPr>
            <a:spLocks noGrp="1"/>
          </p:cNvSpPr>
          <p:nvPr>
            <p:ph type="body" sz="quarter" idx="14" hasCustomPrompt="1"/>
          </p:nvPr>
        </p:nvSpPr>
        <p:spPr>
          <a:xfrm>
            <a:off x="2465067" y="4921484"/>
            <a:ext cx="7261866" cy="291603"/>
          </a:xfrm>
        </p:spPr>
        <p:txBody>
          <a:bodyPr anchor="ctr"/>
          <a:lstStyle>
            <a:lvl1pPr algn="ctr">
              <a:defRPr sz="1200"/>
            </a:lvl1pPr>
          </a:lstStyle>
          <a:p>
            <a:pPr lvl="0"/>
            <a:r>
              <a:rPr lang="en-CA" dirty="0"/>
              <a:t>THIS IS A SPACE FOR A CITATION OR SOURCE</a:t>
            </a:r>
            <a:endParaRPr lang="en-US" dirty="0"/>
          </a:p>
        </p:txBody>
      </p:sp>
    </p:spTree>
    <p:extLst>
      <p:ext uri="{BB962C8B-B14F-4D97-AF65-F5344CB8AC3E}">
        <p14:creationId xmlns:p14="http://schemas.microsoft.com/office/powerpoint/2010/main" val="19417191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s or Stats V2">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5" name="Picture 4"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8" name="Title 1"/>
          <p:cNvSpPr>
            <a:spLocks noGrp="1"/>
          </p:cNvSpPr>
          <p:nvPr>
            <p:ph type="title" hasCustomPrompt="1"/>
          </p:nvPr>
        </p:nvSpPr>
        <p:spPr>
          <a:xfrm>
            <a:off x="2465067" y="2090307"/>
            <a:ext cx="7261866" cy="2619502"/>
          </a:xfrm>
        </p:spPr>
        <p:txBody>
          <a:bodyPr/>
          <a:lstStyle>
            <a:lvl1pPr algn="ctr">
              <a:lnSpc>
                <a:spcPct val="110000"/>
              </a:lnSpc>
              <a:defRPr sz="3600" baseline="0">
                <a:solidFill>
                  <a:srgbClr val="A6C8BC"/>
                </a:solidFill>
              </a:defRPr>
            </a:lvl1pPr>
          </a:lstStyle>
          <a:p>
            <a:r>
              <a:rPr lang="en-CA" dirty="0"/>
              <a:t>Enter an impressive statistic or fact. e.g. 98% of Algonquin students have been hired immediately after graduation.</a:t>
            </a:r>
            <a:endParaRPr lang="en-US" dirty="0"/>
          </a:p>
        </p:txBody>
      </p:sp>
      <p:sp>
        <p:nvSpPr>
          <p:cNvPr id="10" name="Text Placeholder 6"/>
          <p:cNvSpPr>
            <a:spLocks noGrp="1"/>
          </p:cNvSpPr>
          <p:nvPr>
            <p:ph type="body" sz="quarter" idx="13" hasCustomPrompt="1"/>
          </p:nvPr>
        </p:nvSpPr>
        <p:spPr>
          <a:xfrm>
            <a:off x="2465067" y="1593878"/>
            <a:ext cx="7261866" cy="383034"/>
          </a:xfrm>
        </p:spPr>
        <p:txBody>
          <a:bodyPr anchor="ctr"/>
          <a:lstStyle>
            <a:lvl1pPr algn="ctr">
              <a:lnSpc>
                <a:spcPct val="100000"/>
              </a:lnSpc>
              <a:defRPr sz="1575" b="1">
                <a:solidFill>
                  <a:schemeClr val="bg1"/>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2465067" y="4921484"/>
            <a:ext cx="7261866" cy="291603"/>
          </a:xfrm>
        </p:spPr>
        <p:txBody>
          <a:bodyPr anchor="ctr"/>
          <a:lstStyle>
            <a:lvl1pPr algn="ctr">
              <a:defRPr sz="12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3142591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s or Stats V3">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campus-scape.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24275"/>
            <a:ext cx="12190809" cy="3133725"/>
          </a:xfrm>
          <a:prstGeom prst="rect">
            <a:avLst/>
          </a:prstGeom>
        </p:spPr>
      </p:pic>
      <p:sp>
        <p:nvSpPr>
          <p:cNvPr id="5" name="Title 1"/>
          <p:cNvSpPr>
            <a:spLocks noGrp="1"/>
          </p:cNvSpPr>
          <p:nvPr>
            <p:ph type="title" hasCustomPrompt="1"/>
          </p:nvPr>
        </p:nvSpPr>
        <p:spPr>
          <a:xfrm>
            <a:off x="2465067" y="985406"/>
            <a:ext cx="7261866" cy="2619502"/>
          </a:xfrm>
        </p:spPr>
        <p:txBody>
          <a:bodyPr/>
          <a:lstStyle>
            <a:lvl1pPr algn="ctr">
              <a:lnSpc>
                <a:spcPct val="110000"/>
              </a:lnSpc>
              <a:defRPr sz="3600" baseline="0">
                <a:solidFill>
                  <a:srgbClr val="A6C8BC"/>
                </a:solidFill>
              </a:defRPr>
            </a:lvl1pPr>
          </a:lstStyle>
          <a:p>
            <a:r>
              <a:rPr lang="en-CA" dirty="0"/>
              <a:t>Enter an impressive statistic or fact. e.g. We raised $1,000,000 this year. Highlight a number by making it bold and white.</a:t>
            </a:r>
            <a:endParaRPr lang="en-US" dirty="0"/>
          </a:p>
        </p:txBody>
      </p:sp>
      <p:sp>
        <p:nvSpPr>
          <p:cNvPr id="6" name="Text Placeholder 6"/>
          <p:cNvSpPr>
            <a:spLocks noGrp="1"/>
          </p:cNvSpPr>
          <p:nvPr>
            <p:ph type="body" sz="quarter" idx="13" hasCustomPrompt="1"/>
          </p:nvPr>
        </p:nvSpPr>
        <p:spPr>
          <a:xfrm>
            <a:off x="2465067" y="488976"/>
            <a:ext cx="7261866" cy="383034"/>
          </a:xfrm>
        </p:spPr>
        <p:txBody>
          <a:bodyPr anchor="ctr"/>
          <a:lstStyle>
            <a:lvl1pPr algn="ctr">
              <a:lnSpc>
                <a:spcPct val="100000"/>
              </a:lnSpc>
              <a:defRPr sz="1575" b="1">
                <a:solidFill>
                  <a:schemeClr val="bg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13651628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s or Stats V4">
    <p:bg>
      <p:bgPr>
        <a:solidFill>
          <a:schemeClr val="bg1"/>
        </a:solidFill>
        <a:effectLst/>
      </p:bgPr>
    </p:bg>
    <p:spTree>
      <p:nvGrpSpPr>
        <p:cNvPr id="1" name=""/>
        <p:cNvGrpSpPr/>
        <p:nvPr/>
      </p:nvGrpSpPr>
      <p:grpSpPr>
        <a:xfrm>
          <a:off x="0" y="0"/>
          <a:ext cx="0" cy="0"/>
          <a:chOff x="0" y="0"/>
          <a:chExt cx="0" cy="0"/>
        </a:xfrm>
      </p:grpSpPr>
      <p:pic>
        <p:nvPicPr>
          <p:cNvPr id="4" name="Picture 3" descr="campus-scap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24275"/>
            <a:ext cx="12190809" cy="3133725"/>
          </a:xfrm>
          <a:prstGeom prst="rect">
            <a:avLst/>
          </a:prstGeom>
        </p:spPr>
      </p:pic>
      <p:sp>
        <p:nvSpPr>
          <p:cNvPr id="5" name="Title 1"/>
          <p:cNvSpPr>
            <a:spLocks noGrp="1"/>
          </p:cNvSpPr>
          <p:nvPr>
            <p:ph type="title" hasCustomPrompt="1"/>
          </p:nvPr>
        </p:nvSpPr>
        <p:spPr>
          <a:xfrm>
            <a:off x="2465067" y="985406"/>
            <a:ext cx="7261866" cy="2619502"/>
          </a:xfrm>
        </p:spPr>
        <p:txBody>
          <a:bodyPr/>
          <a:lstStyle>
            <a:lvl1pPr algn="ctr">
              <a:lnSpc>
                <a:spcPct val="110000"/>
              </a:lnSpc>
              <a:defRPr sz="3600" baseline="0">
                <a:solidFill>
                  <a:srgbClr val="599A83"/>
                </a:solidFill>
              </a:defRPr>
            </a:lvl1pPr>
          </a:lstStyle>
          <a:p>
            <a:r>
              <a:rPr lang="en-CA" dirty="0"/>
              <a:t>Enter an impressive statistic or fact. e.g. We raised $1,000,000 this year. Highlight a number by making it bold and 100% green.</a:t>
            </a:r>
            <a:endParaRPr lang="en-US" dirty="0"/>
          </a:p>
        </p:txBody>
      </p:sp>
      <p:sp>
        <p:nvSpPr>
          <p:cNvPr id="6" name="Text Placeholder 6"/>
          <p:cNvSpPr>
            <a:spLocks noGrp="1"/>
          </p:cNvSpPr>
          <p:nvPr>
            <p:ph type="body" sz="quarter" idx="13" hasCustomPrompt="1"/>
          </p:nvPr>
        </p:nvSpPr>
        <p:spPr>
          <a:xfrm>
            <a:off x="2465067" y="488976"/>
            <a:ext cx="7261866" cy="383034"/>
          </a:xfrm>
        </p:spPr>
        <p:txBody>
          <a:bodyPr anchor="ctr"/>
          <a:lstStyle>
            <a:lvl1pPr algn="ctr">
              <a:lnSpc>
                <a:spcPct val="100000"/>
              </a:lnSpc>
              <a:defRPr sz="1575" b="1">
                <a:solidFill>
                  <a:schemeClr val="accent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17547086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s or Stats v5">
    <p:bg>
      <p:bgRef idx="1001">
        <a:schemeClr val="bg2"/>
      </p:bgRef>
    </p:bg>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0" y="0"/>
            <a:ext cx="6095206" cy="3428553"/>
          </a:xfrm>
          <a:solidFill>
            <a:schemeClr val="bg2"/>
          </a:solidFill>
          <a:ln>
            <a:noFill/>
          </a:ln>
        </p:spPr>
        <p:txBody>
          <a:bodyPr/>
          <a:lstStyle>
            <a:lvl1pPr algn="ctr">
              <a:defRPr baseline="0">
                <a:ln>
                  <a:noFill/>
                </a:ln>
                <a:solidFill>
                  <a:schemeClr val="tx1"/>
                </a:solidFill>
              </a:defRPr>
            </a:lvl1pPr>
          </a:lstStyle>
          <a:p>
            <a:r>
              <a:rPr lang="en-US" dirty="0"/>
              <a:t>Click this icon to insert a background photo, the resize this box so it covers the whole screen. Make sure it’s good quality.</a:t>
            </a:r>
          </a:p>
        </p:txBody>
      </p:sp>
      <p:sp>
        <p:nvSpPr>
          <p:cNvPr id="12" name="Title 1"/>
          <p:cNvSpPr>
            <a:spLocks noGrp="1"/>
          </p:cNvSpPr>
          <p:nvPr>
            <p:ph type="title" hasCustomPrompt="1"/>
          </p:nvPr>
        </p:nvSpPr>
        <p:spPr>
          <a:xfrm>
            <a:off x="2235377" y="1914188"/>
            <a:ext cx="7721246" cy="3029625"/>
          </a:xfrm>
          <a:solidFill>
            <a:srgbClr val="FFFFFF"/>
          </a:solidFill>
          <a:ln>
            <a:noFill/>
          </a:ln>
          <a:effectLst>
            <a:outerShdw blurRad="381000" dir="2700000" sx="98000" sy="98000" algn="tl" rotWithShape="0">
              <a:srgbClr val="000000">
                <a:alpha val="85000"/>
              </a:srgbClr>
            </a:outerShdw>
          </a:effectLst>
        </p:spPr>
        <p:txBody>
          <a:bodyPr lIns="324000" tIns="1080000" rIns="324000" bIns="1080000"/>
          <a:lstStyle>
            <a:lvl1pPr algn="ctr">
              <a:lnSpc>
                <a:spcPct val="90000"/>
              </a:lnSpc>
              <a:defRPr sz="8399">
                <a:solidFill>
                  <a:srgbClr val="599A83"/>
                </a:solidFill>
              </a:defRPr>
            </a:lvl1pPr>
          </a:lstStyle>
          <a:p>
            <a:r>
              <a:rPr lang="en-CA" dirty="0"/>
              <a:t>$#,###,###</a:t>
            </a:r>
            <a:endParaRPr lang="en-US" dirty="0"/>
          </a:p>
        </p:txBody>
      </p:sp>
      <p:sp>
        <p:nvSpPr>
          <p:cNvPr id="10" name="Text Placeholder 6"/>
          <p:cNvSpPr>
            <a:spLocks noGrp="1"/>
          </p:cNvSpPr>
          <p:nvPr>
            <p:ph type="body" sz="quarter" idx="13" hasCustomPrompt="1"/>
          </p:nvPr>
        </p:nvSpPr>
        <p:spPr>
          <a:xfrm>
            <a:off x="2476178" y="2259471"/>
            <a:ext cx="7239644" cy="383034"/>
          </a:xfrm>
        </p:spPr>
        <p:txBody>
          <a:bodyPr anchor="ctr"/>
          <a:lstStyle>
            <a:lvl1pPr algn="ctr">
              <a:lnSpc>
                <a:spcPct val="100000"/>
              </a:lnSpc>
              <a:defRPr sz="1575" b="1" baseline="0">
                <a:solidFill>
                  <a:srgbClr val="00673E"/>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2476178" y="4232939"/>
            <a:ext cx="7239644" cy="291603"/>
          </a:xfrm>
        </p:spPr>
        <p:txBody>
          <a:bodyPr anchor="ctr"/>
          <a:lstStyle>
            <a:lvl1pPr algn="ctr">
              <a:defRPr sz="12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283217862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Righ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609603" y="1803401"/>
            <a:ext cx="5612587"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609601" y="576274"/>
            <a:ext cx="5612588" cy="1001980"/>
          </a:xfrm>
        </p:spPr>
        <p:txBody>
          <a:bodyPr anchor="t">
            <a:noAutofit/>
          </a:bodyPr>
          <a:lstStyle>
            <a:lvl1pPr>
              <a:defRPr sz="3600" b="1" baseline="0">
                <a:solidFill>
                  <a:srgbClr val="00673E"/>
                </a:solidFill>
              </a:defRPr>
            </a:lvl1pPr>
          </a:lstStyle>
          <a:p>
            <a:r>
              <a:rPr lang="en-CA" dirty="0"/>
              <a:t>A slide with a right-aligned image</a:t>
            </a:r>
            <a:endParaRPr lang="en-US" dirty="0"/>
          </a:p>
        </p:txBody>
      </p:sp>
      <p:sp>
        <p:nvSpPr>
          <p:cNvPr id="10" name="Text Placeholder 9"/>
          <p:cNvSpPr>
            <a:spLocks noGrp="1"/>
          </p:cNvSpPr>
          <p:nvPr>
            <p:ph type="body" sz="quarter" idx="14" hasCustomPrompt="1"/>
          </p:nvPr>
        </p:nvSpPr>
        <p:spPr>
          <a:xfrm>
            <a:off x="2488876" y="4700460"/>
            <a:ext cx="3733314" cy="951040"/>
          </a:xfrm>
        </p:spPr>
        <p:txBody>
          <a:bodyPr anchor="b"/>
          <a:lstStyle>
            <a:lvl1pPr>
              <a:defRPr sz="1575">
                <a:solidFill>
                  <a:srgbClr val="599A83"/>
                </a:solidFill>
              </a:defRPr>
            </a:lvl1pPr>
          </a:lstStyle>
          <a:p>
            <a:pPr lvl="0"/>
            <a:r>
              <a:rPr lang="en-CA" dirty="0"/>
              <a:t>An optional annotation or extra information text box</a:t>
            </a:r>
            <a:endParaRPr lang="en-US" dirty="0"/>
          </a:p>
        </p:txBody>
      </p:sp>
      <p:sp>
        <p:nvSpPr>
          <p:cNvPr id="11" name="Picture Placeholder 4"/>
          <p:cNvSpPr>
            <a:spLocks noGrp="1"/>
          </p:cNvSpPr>
          <p:nvPr>
            <p:ph type="pic" sz="quarter" idx="16" hasCustomPrompt="1"/>
          </p:nvPr>
        </p:nvSpPr>
        <p:spPr>
          <a:xfrm>
            <a:off x="7009488" y="639773"/>
            <a:ext cx="5182512" cy="5011727"/>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7" hasCustomPrompt="1"/>
          </p:nvPr>
        </p:nvSpPr>
        <p:spPr>
          <a:xfrm>
            <a:off x="7009488" y="4057215"/>
            <a:ext cx="3771409" cy="702821"/>
          </a:xfrm>
          <a:solidFill>
            <a:srgbClr val="43B02A"/>
          </a:solidFill>
          <a:ln>
            <a:noFill/>
          </a:ln>
        </p:spPr>
        <p:txBody>
          <a:bodyPr wrap="square" lIns="252000" tIns="252000" rIns="252000" bIns="252000" anchor="ctr">
            <a:spAutoFit/>
          </a:bodyPr>
          <a:lstStyle>
            <a:lvl1pPr>
              <a:lnSpc>
                <a:spcPct val="80000"/>
              </a:lnSpc>
              <a:defRPr sz="1575" b="1" baseline="0">
                <a:ln>
                  <a:noFill/>
                </a:ln>
                <a:solidFill>
                  <a:schemeClr val="bg1"/>
                </a:solidFill>
                <a:effectLst/>
              </a:defRPr>
            </a:lvl1pPr>
          </a:lstStyle>
          <a:p>
            <a:pPr lvl="0"/>
            <a:r>
              <a:rPr lang="en-CA" dirty="0"/>
              <a:t>Optional short caption here</a:t>
            </a:r>
            <a:endParaRPr lang="en-US" dirty="0"/>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6" name="Picture 15"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7"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13729300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5993702" y="1803401"/>
            <a:ext cx="5612587"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5993700" y="576274"/>
            <a:ext cx="5612588" cy="1001980"/>
          </a:xfrm>
        </p:spPr>
        <p:txBody>
          <a:bodyPr anchor="t">
            <a:noAutofit/>
          </a:bodyPr>
          <a:lstStyle>
            <a:lvl1pPr>
              <a:defRPr sz="3600" b="1" baseline="0">
                <a:solidFill>
                  <a:srgbClr val="00673E"/>
                </a:solidFill>
              </a:defRPr>
            </a:lvl1pPr>
          </a:lstStyle>
          <a:p>
            <a:r>
              <a:rPr lang="en-CA" dirty="0"/>
              <a:t>A slide with a left-aligned image</a:t>
            </a:r>
            <a:endParaRPr lang="en-US" dirty="0"/>
          </a:p>
        </p:txBody>
      </p:sp>
      <p:sp>
        <p:nvSpPr>
          <p:cNvPr id="10" name="Text Placeholder 9"/>
          <p:cNvSpPr>
            <a:spLocks noGrp="1"/>
          </p:cNvSpPr>
          <p:nvPr>
            <p:ph type="body" sz="quarter" idx="14" hasCustomPrompt="1"/>
          </p:nvPr>
        </p:nvSpPr>
        <p:spPr>
          <a:xfrm>
            <a:off x="5993700" y="4700460"/>
            <a:ext cx="3733314" cy="951040"/>
          </a:xfrm>
        </p:spPr>
        <p:txBody>
          <a:bodyPr anchor="b"/>
          <a:lstStyle>
            <a:lvl1pPr>
              <a:defRPr sz="1575">
                <a:solidFill>
                  <a:srgbClr val="599A83"/>
                </a:solidFill>
              </a:defRPr>
            </a:lvl1pPr>
          </a:lstStyle>
          <a:p>
            <a:pPr lvl="0"/>
            <a:r>
              <a:rPr lang="en-CA" dirty="0"/>
              <a:t>An optional annotation or extra information text box</a:t>
            </a:r>
            <a:endParaRPr lang="en-US" dirty="0"/>
          </a:p>
        </p:txBody>
      </p:sp>
      <p:sp>
        <p:nvSpPr>
          <p:cNvPr id="14" name="Picture Placeholder 4"/>
          <p:cNvSpPr>
            <a:spLocks noGrp="1"/>
          </p:cNvSpPr>
          <p:nvPr>
            <p:ph type="pic" sz="quarter" idx="16" hasCustomPrompt="1"/>
          </p:nvPr>
        </p:nvSpPr>
        <p:spPr>
          <a:xfrm>
            <a:off x="0" y="639773"/>
            <a:ext cx="5182512" cy="5011727"/>
          </a:xfrm>
        </p:spPr>
        <p:txBody>
          <a:bodyPr/>
          <a:lstStyle>
            <a:lvl1pPr>
              <a:defRPr baseline="0"/>
            </a:lvl1pPr>
          </a:lstStyle>
          <a:p>
            <a:r>
              <a:rPr lang="en-US" dirty="0"/>
              <a:t>Click on this icon to insert a photo.</a:t>
            </a:r>
          </a:p>
        </p:txBody>
      </p:sp>
      <p:sp>
        <p:nvSpPr>
          <p:cNvPr id="15" name="Text Placeholder 8"/>
          <p:cNvSpPr>
            <a:spLocks noGrp="1"/>
          </p:cNvSpPr>
          <p:nvPr>
            <p:ph type="body" sz="quarter" idx="17" hasCustomPrompt="1"/>
          </p:nvPr>
        </p:nvSpPr>
        <p:spPr>
          <a:xfrm>
            <a:off x="1" y="4057215"/>
            <a:ext cx="3771409" cy="702821"/>
          </a:xfrm>
          <a:solidFill>
            <a:srgbClr val="43B02A"/>
          </a:solidFill>
          <a:ln>
            <a:noFill/>
          </a:ln>
        </p:spPr>
        <p:txBody>
          <a:bodyPr wrap="square" lIns="252000" tIns="252000" rIns="252000" bIns="252000" anchor="ctr">
            <a:spAutoFit/>
          </a:bodyPr>
          <a:lstStyle>
            <a:lvl1pPr>
              <a:lnSpc>
                <a:spcPct val="80000"/>
              </a:lnSpc>
              <a:defRPr sz="1575" b="1" baseline="0">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22164395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ull Frame Photo">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889" y="0"/>
            <a:ext cx="12191111" cy="6858000"/>
          </a:xfrm>
        </p:spPr>
        <p:txBody>
          <a:bodyPr/>
          <a:lstStyle>
            <a:lvl1pPr marL="0" indent="0">
              <a:buNone/>
              <a:defRPr sz="3000" baseline="0"/>
            </a:lvl1pPr>
            <a:lvl2pPr marL="586109" indent="0">
              <a:buNone/>
              <a:defRPr sz="3600"/>
            </a:lvl2pPr>
            <a:lvl3pPr marL="1172219" indent="0">
              <a:buNone/>
              <a:defRPr sz="3075"/>
            </a:lvl3pPr>
            <a:lvl4pPr marL="1758328" indent="0">
              <a:buNone/>
              <a:defRPr sz="2550"/>
            </a:lvl4pPr>
            <a:lvl5pPr marL="2344438" indent="0">
              <a:buNone/>
              <a:defRPr sz="2550"/>
            </a:lvl5pPr>
            <a:lvl6pPr marL="2930547" indent="0">
              <a:buNone/>
              <a:defRPr sz="2550"/>
            </a:lvl6pPr>
            <a:lvl7pPr marL="3516656" indent="0">
              <a:buNone/>
              <a:defRPr sz="2550"/>
            </a:lvl7pPr>
            <a:lvl8pPr marL="4102766" indent="0">
              <a:buNone/>
              <a:defRPr sz="2550"/>
            </a:lvl8pPr>
            <a:lvl9pPr marL="4688875" indent="0">
              <a:buNone/>
              <a:defRPr sz="2550"/>
            </a:lvl9pPr>
          </a:lstStyle>
          <a:p>
            <a:r>
              <a:rPr lang="en-US" dirty="0"/>
              <a:t>Click on this icon to insert a photo.</a:t>
            </a:r>
          </a:p>
        </p:txBody>
      </p:sp>
      <p:sp>
        <p:nvSpPr>
          <p:cNvPr id="8" name="Text Placeholder 8"/>
          <p:cNvSpPr>
            <a:spLocks noGrp="1"/>
          </p:cNvSpPr>
          <p:nvPr>
            <p:ph type="body" sz="quarter" idx="16" hasCustomPrompt="1"/>
          </p:nvPr>
        </p:nvSpPr>
        <p:spPr>
          <a:xfrm>
            <a:off x="1" y="4680866"/>
            <a:ext cx="5968223" cy="678593"/>
          </a:xfrm>
          <a:solidFill>
            <a:srgbClr val="43B02A"/>
          </a:solidFill>
          <a:ln>
            <a:noFill/>
          </a:ln>
        </p:spPr>
        <p:txBody>
          <a:bodyPr wrap="square" lIns="252000" tIns="180000" rIns="252000" bIns="252000" anchor="ctr">
            <a:spAutoFit/>
          </a:bodyPr>
          <a:lstStyle>
            <a:lvl1pPr>
              <a:lnSpc>
                <a:spcPct val="100000"/>
              </a:lnSpc>
              <a:defRPr sz="1575" b="1" baseline="0">
                <a:ln>
                  <a:noFill/>
                </a:ln>
                <a:solidFill>
                  <a:schemeClr val="bg1"/>
                </a:solidFill>
                <a:effectLst/>
              </a:defRPr>
            </a:lvl1pPr>
          </a:lstStyle>
          <a:p>
            <a:pPr lvl="0"/>
            <a:r>
              <a:rPr lang="en-CA" dirty="0"/>
              <a:t>Optional short caption here</a:t>
            </a:r>
            <a:endParaRPr lang="en-US" dirty="0"/>
          </a:p>
        </p:txBody>
      </p:sp>
    </p:spTree>
    <p:extLst>
      <p:ext uri="{BB962C8B-B14F-4D97-AF65-F5344CB8AC3E}">
        <p14:creationId xmlns:p14="http://schemas.microsoft.com/office/powerpoint/2010/main" val="20887476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Photos">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4" name="Picture Placeholder 3"/>
          <p:cNvSpPr>
            <a:spLocks noGrp="1"/>
          </p:cNvSpPr>
          <p:nvPr>
            <p:ph type="pic" sz="quarter" idx="10" hasCustomPrompt="1"/>
          </p:nvPr>
        </p:nvSpPr>
        <p:spPr>
          <a:xfrm>
            <a:off x="6249078" y="622301"/>
            <a:ext cx="5333402" cy="5022000"/>
          </a:xfrm>
        </p:spPr>
        <p:txBody>
          <a:bodyPr/>
          <a:lstStyle/>
          <a:p>
            <a:r>
              <a:rPr lang="en-US" dirty="0"/>
              <a:t>Click on this icon to insert a photo.</a:t>
            </a:r>
          </a:p>
        </p:txBody>
      </p:sp>
      <p:sp>
        <p:nvSpPr>
          <p:cNvPr id="6" name="Picture Placeholder 5"/>
          <p:cNvSpPr>
            <a:spLocks noGrp="1"/>
          </p:cNvSpPr>
          <p:nvPr>
            <p:ph type="pic" sz="quarter" idx="11" hasCustomPrompt="1"/>
          </p:nvPr>
        </p:nvSpPr>
        <p:spPr>
          <a:xfrm>
            <a:off x="622220" y="622301"/>
            <a:ext cx="5358701" cy="5022000"/>
          </a:xfrm>
        </p:spPr>
        <p:txBody>
          <a:bodyPr/>
          <a:lstStyle/>
          <a:p>
            <a:r>
              <a:rPr lang="en-US" dirty="0"/>
              <a:t>Click on this icon to insert a photo.</a:t>
            </a:r>
          </a:p>
        </p:txBody>
      </p:sp>
      <p:sp>
        <p:nvSpPr>
          <p:cNvPr id="9" name="Text Placeholder 8"/>
          <p:cNvSpPr>
            <a:spLocks noGrp="1"/>
          </p:cNvSpPr>
          <p:nvPr>
            <p:ph type="body" sz="quarter" idx="16" hasCustomPrompt="1"/>
          </p:nvPr>
        </p:nvSpPr>
        <p:spPr>
          <a:xfrm>
            <a:off x="622220" y="4064673"/>
            <a:ext cx="3504743"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sp>
        <p:nvSpPr>
          <p:cNvPr id="11" name="Text Placeholder 8"/>
          <p:cNvSpPr>
            <a:spLocks noGrp="1"/>
          </p:cNvSpPr>
          <p:nvPr>
            <p:ph type="body" sz="quarter" idx="18" hasCustomPrompt="1"/>
          </p:nvPr>
        </p:nvSpPr>
        <p:spPr>
          <a:xfrm>
            <a:off x="6249079" y="4064673"/>
            <a:ext cx="3490554"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208018358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hoto with Description">
    <p:bg>
      <p:bgPr>
        <a:solidFill>
          <a:schemeClr val="bg1"/>
        </a:solidFill>
        <a:effectLst/>
      </p:bgPr>
    </p:bg>
    <p:spTree>
      <p:nvGrpSpPr>
        <p:cNvPr id="1" name=""/>
        <p:cNvGrpSpPr/>
        <p:nvPr/>
      </p:nvGrpSpPr>
      <p:grpSpPr>
        <a:xfrm>
          <a:off x="0" y="0"/>
          <a:ext cx="0" cy="0"/>
          <a:chOff x="0" y="0"/>
          <a:chExt cx="0" cy="0"/>
        </a:xfrm>
      </p:grpSpPr>
      <p:pic>
        <p:nvPicPr>
          <p:cNvPr id="11" name="Picture 10"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3895645"/>
            <a:ext cx="12192000" cy="1304320"/>
          </a:xfrm>
          <a:prstGeom prst="rect">
            <a:avLst/>
          </a:prstGeom>
        </p:spPr>
      </p:pic>
      <p:sp>
        <p:nvSpPr>
          <p:cNvPr id="12" name="Picture Placeholder 5"/>
          <p:cNvSpPr>
            <a:spLocks noGrp="1"/>
          </p:cNvSpPr>
          <p:nvPr>
            <p:ph type="pic" sz="quarter" idx="11" hasCustomPrompt="1"/>
          </p:nvPr>
        </p:nvSpPr>
        <p:spPr>
          <a:xfrm>
            <a:off x="622220" y="622301"/>
            <a:ext cx="8698367" cy="5022000"/>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6" hasCustomPrompt="1"/>
          </p:nvPr>
        </p:nvSpPr>
        <p:spPr>
          <a:xfrm>
            <a:off x="622220" y="4064673"/>
            <a:ext cx="3504743"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sp>
        <p:nvSpPr>
          <p:cNvPr id="14"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9" name="Picture 18"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0" name="Picture 19"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1"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332890220"/>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aphic + Title and Description">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3895645"/>
            <a:ext cx="12192000" cy="1304320"/>
          </a:xfrm>
          <a:prstGeom prst="rect">
            <a:avLst/>
          </a:prstGeom>
        </p:spPr>
      </p:pic>
      <p:sp>
        <p:nvSpPr>
          <p:cNvPr id="13" name="Picture Placeholder 5"/>
          <p:cNvSpPr>
            <a:spLocks noGrp="1"/>
          </p:cNvSpPr>
          <p:nvPr>
            <p:ph type="pic" sz="quarter" idx="11" hasCustomPrompt="1"/>
          </p:nvPr>
        </p:nvSpPr>
        <p:spPr>
          <a:xfrm>
            <a:off x="622220" y="1803401"/>
            <a:ext cx="7093623" cy="3840900"/>
          </a:xfrm>
        </p:spPr>
        <p:txBody>
          <a:bodyPr/>
          <a:lstStyle/>
          <a:p>
            <a:r>
              <a:rPr lang="en-US" dirty="0"/>
              <a:t>Click on this icon to insert a graphic.</a:t>
            </a:r>
          </a:p>
        </p:txBody>
      </p:sp>
      <p:sp>
        <p:nvSpPr>
          <p:cNvPr id="20"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graphic slide with a title and optional annotation</a:t>
            </a:r>
            <a:endParaRPr lang="en-US" dirty="0"/>
          </a:p>
        </p:txBody>
      </p:sp>
      <p:sp>
        <p:nvSpPr>
          <p:cNvPr id="2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24" name="Picture 23"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5" name="Picture 24"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1662655236"/>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able or Chart">
    <p:bg>
      <p:bgRef idx="1001">
        <a:schemeClr val="bg1"/>
      </p:bgRef>
    </p:bg>
    <p:spTree>
      <p:nvGrpSpPr>
        <p:cNvPr id="1" name=""/>
        <p:cNvGrpSpPr/>
        <p:nvPr/>
      </p:nvGrpSpPr>
      <p:grpSpPr>
        <a:xfrm>
          <a:off x="0" y="0"/>
          <a:ext cx="0" cy="0"/>
          <a:chOff x="0" y="0"/>
          <a:chExt cx="0" cy="0"/>
        </a:xfrm>
      </p:grpSpPr>
      <p:pic>
        <p:nvPicPr>
          <p:cNvPr id="5" name="Picture 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8" name="Picture 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3"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7B4F5909-BED3-42F1-9ABE-7471D7D7913E}" type="slidenum">
              <a:rPr lang="en-CA" smtClean="0"/>
              <a:t>‹#›</a:t>
            </a:fld>
            <a:endParaRPr lang="en-CA"/>
          </a:p>
        </p:txBody>
      </p:sp>
      <p:sp>
        <p:nvSpPr>
          <p:cNvPr id="15"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chart or table slide with optional annotation</a:t>
            </a:r>
            <a:endParaRPr lang="en-US" dirty="0"/>
          </a:p>
        </p:txBody>
      </p:sp>
      <p:sp>
        <p:nvSpPr>
          <p:cNvPr id="17" name="Table Placeholder 3"/>
          <p:cNvSpPr>
            <a:spLocks noGrp="1"/>
          </p:cNvSpPr>
          <p:nvPr>
            <p:ph type="tbl" sz="quarter" idx="20" hasCustomPrompt="1"/>
          </p:nvPr>
        </p:nvSpPr>
        <p:spPr>
          <a:xfrm>
            <a:off x="609540" y="1803798"/>
            <a:ext cx="7106147" cy="3840956"/>
          </a:xfrm>
        </p:spPr>
        <p:txBody>
          <a:bodyPr/>
          <a:lstStyle>
            <a:lvl1pPr>
              <a:defRPr baseline="0"/>
            </a:lvl1pPr>
          </a:lstStyle>
          <a:p>
            <a:r>
              <a:rPr lang="en-US" dirty="0"/>
              <a:t>Click on the icon to insert a table or chart.</a:t>
            </a:r>
          </a:p>
        </p:txBody>
      </p:sp>
      <p:sp>
        <p:nvSpPr>
          <p:cNvPr id="18"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spTree>
    <p:extLst>
      <p:ext uri="{BB962C8B-B14F-4D97-AF65-F5344CB8AC3E}">
        <p14:creationId xmlns:p14="http://schemas.microsoft.com/office/powerpoint/2010/main" val="1233606716"/>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Outro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211100" y="2338355"/>
            <a:ext cx="7769800" cy="1959129"/>
          </a:xfrm>
        </p:spPr>
        <p:txBody>
          <a:bodyPr lIns="0" tIns="0" rIns="0" bIns="0" anchor="ctr">
            <a:noAutofit/>
          </a:bodyPr>
          <a:lstStyle>
            <a:lvl1pPr marL="0" indent="0" algn="ctr">
              <a:buNone/>
              <a:defRPr sz="3600" baseline="0">
                <a:solidFill>
                  <a:schemeClr val="accent5"/>
                </a:solidFill>
              </a:defRPr>
            </a:lvl1pPr>
            <a:lvl2pPr marL="586109" indent="0" algn="ctr">
              <a:buNone/>
              <a:defRPr>
                <a:solidFill>
                  <a:schemeClr val="tx1">
                    <a:tint val="75000"/>
                  </a:schemeClr>
                </a:solidFill>
              </a:defRPr>
            </a:lvl2pPr>
            <a:lvl3pPr marL="1172219" indent="0" algn="ctr">
              <a:buNone/>
              <a:defRPr>
                <a:solidFill>
                  <a:schemeClr val="tx1">
                    <a:tint val="75000"/>
                  </a:schemeClr>
                </a:solidFill>
              </a:defRPr>
            </a:lvl3pPr>
            <a:lvl4pPr marL="1758328" indent="0" algn="ctr">
              <a:buNone/>
              <a:defRPr>
                <a:solidFill>
                  <a:schemeClr val="tx1">
                    <a:tint val="75000"/>
                  </a:schemeClr>
                </a:solidFill>
              </a:defRPr>
            </a:lvl4pPr>
            <a:lvl5pPr marL="2344438" indent="0" algn="ctr">
              <a:buNone/>
              <a:defRPr>
                <a:solidFill>
                  <a:schemeClr val="tx1">
                    <a:tint val="75000"/>
                  </a:schemeClr>
                </a:solidFill>
              </a:defRPr>
            </a:lvl5pPr>
            <a:lvl6pPr marL="2930547" indent="0" algn="ctr">
              <a:buNone/>
              <a:defRPr>
                <a:solidFill>
                  <a:schemeClr val="tx1">
                    <a:tint val="75000"/>
                  </a:schemeClr>
                </a:solidFill>
              </a:defRPr>
            </a:lvl6pPr>
            <a:lvl7pPr marL="3516656" indent="0" algn="ctr">
              <a:buNone/>
              <a:defRPr>
                <a:solidFill>
                  <a:schemeClr val="tx1">
                    <a:tint val="75000"/>
                  </a:schemeClr>
                </a:solidFill>
              </a:defRPr>
            </a:lvl7pPr>
            <a:lvl8pPr marL="4102766" indent="0" algn="ctr">
              <a:buNone/>
              <a:defRPr>
                <a:solidFill>
                  <a:schemeClr val="tx1">
                    <a:tint val="75000"/>
                  </a:schemeClr>
                </a:solidFill>
              </a:defRPr>
            </a:lvl8pPr>
            <a:lvl9pPr marL="4688875" indent="0" algn="ctr">
              <a:buNone/>
              <a:defRPr>
                <a:solidFill>
                  <a:schemeClr val="tx1">
                    <a:tint val="75000"/>
                  </a:schemeClr>
                </a:solidFill>
              </a:defRPr>
            </a:lvl9pPr>
          </a:lstStyle>
          <a:p>
            <a:r>
              <a:rPr lang="en-CA" dirty="0"/>
              <a:t>Questions? Put your contact prompt message and your email here.</a:t>
            </a:r>
            <a:endParaRPr lang="en-US" dirty="0"/>
          </a:p>
        </p:txBody>
      </p:sp>
      <p:sp>
        <p:nvSpPr>
          <p:cNvPr id="2" name="Title 1"/>
          <p:cNvSpPr>
            <a:spLocks noGrp="1"/>
          </p:cNvSpPr>
          <p:nvPr>
            <p:ph type="ctrTitle" hasCustomPrompt="1"/>
          </p:nvPr>
        </p:nvSpPr>
        <p:spPr>
          <a:xfrm>
            <a:off x="2490464" y="1562096"/>
            <a:ext cx="7211074" cy="763559"/>
          </a:xfrm>
        </p:spPr>
        <p:txBody>
          <a:bodyPr anchor="b"/>
          <a:lstStyle>
            <a:lvl1pPr algn="ctr">
              <a:defRPr baseline="0">
                <a:solidFill>
                  <a:srgbClr val="00673E"/>
                </a:solidFill>
              </a:defRPr>
            </a:lvl1pPr>
          </a:lstStyle>
          <a:p>
            <a:r>
              <a:rPr lang="en-CA" dirty="0"/>
              <a:t>Thank you message</a:t>
            </a:r>
            <a:endParaRPr lang="en-US" dirty="0"/>
          </a:p>
        </p:txBody>
      </p:sp>
      <p:sp>
        <p:nvSpPr>
          <p:cNvPr id="5" name="Text Placeholder 4"/>
          <p:cNvSpPr>
            <a:spLocks noGrp="1"/>
          </p:cNvSpPr>
          <p:nvPr>
            <p:ph type="body" sz="quarter" idx="10" hasCustomPrompt="1"/>
          </p:nvPr>
        </p:nvSpPr>
        <p:spPr>
          <a:xfrm>
            <a:off x="2490463" y="4513380"/>
            <a:ext cx="7211075" cy="346810"/>
          </a:xfrm>
        </p:spPr>
        <p:txBody>
          <a:bodyPr anchor="t"/>
          <a:lstStyle>
            <a:lvl1pPr algn="ctr">
              <a:defRPr>
                <a:solidFill>
                  <a:schemeClr val="accent2"/>
                </a:solidFill>
              </a:defRPr>
            </a:lvl1pPr>
          </a:lstStyle>
          <a:p>
            <a:pPr lvl="0"/>
            <a:r>
              <a:rPr lang="en-CA" dirty="0" err="1"/>
              <a:t>www.algonquincollege.com</a:t>
            </a:r>
            <a:r>
              <a:rPr lang="en-CA" dirty="0"/>
              <a:t>/</a:t>
            </a:r>
            <a:r>
              <a:rPr lang="en-CA" dirty="0" err="1"/>
              <a:t>relevantURL</a:t>
            </a:r>
            <a:endParaRPr lang="en-US" dirty="0"/>
          </a:p>
        </p:txBody>
      </p:sp>
      <p:pic>
        <p:nvPicPr>
          <p:cNvPr id="13" name="Picture 12" descr="ac-icon-green.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2692" y="621411"/>
            <a:ext cx="476310" cy="350999"/>
          </a:xfrm>
          <a:prstGeom prst="rect">
            <a:avLst/>
          </a:prstGeom>
        </p:spPr>
      </p:pic>
      <p:pic>
        <p:nvPicPr>
          <p:cNvPr id="14" name="Picture 13" descr="curtain-100.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524369"/>
            <a:ext cx="12192000" cy="1333631"/>
          </a:xfrm>
          <a:prstGeom prst="rect">
            <a:avLst/>
          </a:prstGeom>
        </p:spPr>
      </p:pic>
    </p:spTree>
    <p:extLst>
      <p:ext uri="{BB962C8B-B14F-4D97-AF65-F5344CB8AC3E}">
        <p14:creationId xmlns:p14="http://schemas.microsoft.com/office/powerpoint/2010/main" val="12443745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lank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28056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211C7-95C5-70BA-F330-16012303C593}"/>
              </a:ext>
            </a:extLst>
          </p:cNvPr>
          <p:cNvSpPr>
            <a:spLocks noGrp="1"/>
          </p:cNvSpPr>
          <p:nvPr>
            <p:ph type="title"/>
          </p:nvPr>
        </p:nvSpPr>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3E9A995-186F-F280-9299-8DEC7781F363}"/>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3FFFE24-0737-0C08-0728-292E80CFFA96}"/>
              </a:ext>
            </a:extLst>
          </p:cNvPr>
          <p:cNvSpPr>
            <a:spLocks noGrp="1"/>
          </p:cNvSpPr>
          <p:nvPr>
            <p:ph type="dt" sz="half" idx="10"/>
          </p:nvPr>
        </p:nvSpPr>
        <p:spPr/>
        <p:txBody>
          <a:bodyPr/>
          <a:lstStyle/>
          <a:p>
            <a:fld id="{7447BB51-B229-491A-93A8-4C92E87D0B34}" type="datetimeFigureOut">
              <a:rPr lang="en-CA" smtClean="0"/>
              <a:t>2025-06-16</a:t>
            </a:fld>
            <a:endParaRPr lang="en-CA"/>
          </a:p>
        </p:txBody>
      </p:sp>
      <p:sp>
        <p:nvSpPr>
          <p:cNvPr id="5" name="Footer Placeholder 4">
            <a:extLst>
              <a:ext uri="{FF2B5EF4-FFF2-40B4-BE49-F238E27FC236}">
                <a16:creationId xmlns:a16="http://schemas.microsoft.com/office/drawing/2014/main" id="{C8647539-6656-EB79-3FFC-3557EE5C370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ED9EF9-7C64-458D-264F-D0CDB57452D0}"/>
              </a:ext>
            </a:extLst>
          </p:cNvPr>
          <p:cNvSpPr>
            <a:spLocks noGrp="1"/>
          </p:cNvSpPr>
          <p:nvPr>
            <p:ph type="sldNum" sz="quarter" idx="12"/>
          </p:nvPr>
        </p:nvSpPr>
        <p:spPr/>
        <p:txBody>
          <a:bodyPr/>
          <a:lstStyle/>
          <a:p>
            <a:fld id="{7B4F5909-BED3-42F1-9ABE-7471D7D7913E}" type="slidenum">
              <a:rPr lang="en-CA" smtClean="0"/>
              <a:t>‹#›</a:t>
            </a:fld>
            <a:endParaRPr lang="en-CA"/>
          </a:p>
        </p:txBody>
      </p:sp>
    </p:spTree>
    <p:extLst>
      <p:ext uri="{BB962C8B-B14F-4D97-AF65-F5344CB8AC3E}">
        <p14:creationId xmlns:p14="http://schemas.microsoft.com/office/powerpoint/2010/main" val="248086133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499889"/>
            <a:ext cx="10972800" cy="1100311"/>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1" y="1600200"/>
            <a:ext cx="10972800" cy="3903399"/>
          </a:xfrm>
          <a:prstGeom prst="rect">
            <a:avLst/>
          </a:prstGeom>
        </p:spPr>
        <p:txBody>
          <a:bodyPr vert="horz" lIns="0" tIns="0" rIns="0" bIns="0" rtlCol="0">
            <a:noAutofit/>
          </a:bodyPr>
          <a:lstStyle/>
          <a:p>
            <a:pPr lvl="0"/>
            <a:r>
              <a:rPr lang="en-CA" dirty="0"/>
              <a:t>Click to edit Master text styles</a:t>
            </a:r>
          </a:p>
          <a:p>
            <a:pPr lvl="1"/>
            <a:r>
              <a:rPr lang="en-CA" dirty="0"/>
              <a:t>First level</a:t>
            </a:r>
          </a:p>
          <a:p>
            <a:pPr lvl="2"/>
            <a:r>
              <a:rPr lang="en-CA" dirty="0"/>
              <a:t>Second level</a:t>
            </a:r>
          </a:p>
          <a:p>
            <a:pPr lvl="0"/>
            <a:endParaRPr lang="en-CA" dirty="0"/>
          </a:p>
        </p:txBody>
      </p:sp>
      <p:sp>
        <p:nvSpPr>
          <p:cNvPr id="6" name="Slide Number Placeholder 5"/>
          <p:cNvSpPr>
            <a:spLocks noGrp="1"/>
          </p:cNvSpPr>
          <p:nvPr>
            <p:ph type="sldNum" sz="quarter" idx="4"/>
          </p:nvPr>
        </p:nvSpPr>
        <p:spPr>
          <a:xfrm>
            <a:off x="609601" y="6356351"/>
            <a:ext cx="885052" cy="365126"/>
          </a:xfrm>
          <a:prstGeom prst="rect">
            <a:avLst/>
          </a:prstGeom>
        </p:spPr>
        <p:txBody>
          <a:bodyPr vert="horz" lIns="0" tIns="0" rIns="0" bIns="0" rtlCol="0" anchor="ctr"/>
          <a:lstStyle>
            <a:lvl1pPr algn="l">
              <a:defRPr sz="1575" b="1">
                <a:solidFill>
                  <a:schemeClr val="tx1">
                    <a:tint val="75000"/>
                  </a:schemeClr>
                </a:solidFill>
              </a:defRPr>
            </a:lvl1pPr>
          </a:lstStyle>
          <a:p>
            <a:fld id="{7B4F5909-BED3-42F1-9ABE-7471D7D7913E}" type="slidenum">
              <a:rPr lang="en-CA" smtClean="0"/>
              <a:t>‹#›</a:t>
            </a:fld>
            <a:endParaRPr lang="en-CA"/>
          </a:p>
        </p:txBody>
      </p:sp>
    </p:spTree>
    <p:extLst>
      <p:ext uri="{BB962C8B-B14F-4D97-AF65-F5344CB8AC3E}">
        <p14:creationId xmlns:p14="http://schemas.microsoft.com/office/powerpoint/2010/main" val="383626209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8" r:id="rId36"/>
  </p:sldLayoutIdLst>
  <p:txStyles>
    <p:titleStyle>
      <a:lvl1pPr algn="l" defTabSz="586109" rtl="0" eaLnBrk="1" latinLnBrk="0" hangingPunct="1">
        <a:lnSpc>
          <a:spcPct val="80000"/>
        </a:lnSpc>
        <a:spcBef>
          <a:spcPct val="0"/>
        </a:spcBef>
        <a:buNone/>
        <a:defRPr sz="5399" kern="1200">
          <a:solidFill>
            <a:schemeClr val="accent5"/>
          </a:solidFill>
          <a:latin typeface="+mj-lt"/>
          <a:ea typeface="+mj-ea"/>
          <a:cs typeface="+mj-cs"/>
        </a:defRPr>
      </a:lvl1pPr>
    </p:titleStyle>
    <p:bodyStyle>
      <a:lvl1pPr marL="0" indent="0" algn="l" defTabSz="586109" rtl="0" eaLnBrk="1" latinLnBrk="0" hangingPunct="1">
        <a:lnSpc>
          <a:spcPct val="110000"/>
        </a:lnSpc>
        <a:spcBef>
          <a:spcPct val="20000"/>
        </a:spcBef>
        <a:buClr>
          <a:schemeClr val="accent2"/>
        </a:buClr>
        <a:buFontTx/>
        <a:buNone/>
        <a:defRPr sz="2400" kern="1200">
          <a:solidFill>
            <a:schemeClr val="accent5"/>
          </a:solidFill>
          <a:latin typeface="+mn-lt"/>
          <a:ea typeface="+mn-ea"/>
          <a:cs typeface="+mn-cs"/>
        </a:defRPr>
      </a:lvl1pPr>
      <a:lvl2pPr marL="952428" indent="-366319" algn="l" defTabSz="586109" rtl="0" eaLnBrk="1" latinLnBrk="0" hangingPunct="1">
        <a:lnSpc>
          <a:spcPct val="110000"/>
        </a:lnSpc>
        <a:spcBef>
          <a:spcPct val="20000"/>
        </a:spcBef>
        <a:buClr>
          <a:schemeClr val="accent2"/>
        </a:buClr>
        <a:buSzPct val="75000"/>
        <a:buFont typeface="Arial"/>
        <a:buChar char="•"/>
        <a:defRPr sz="2400" kern="1200">
          <a:solidFill>
            <a:schemeClr val="accent5"/>
          </a:solidFill>
          <a:latin typeface="+mn-lt"/>
          <a:ea typeface="+mn-ea"/>
          <a:cs typeface="+mn-cs"/>
        </a:defRPr>
      </a:lvl2pPr>
      <a:lvl3pPr marL="1515073" indent="-342854" algn="l" defTabSz="586109" rtl="0" eaLnBrk="1" latinLnBrk="0" hangingPunct="1">
        <a:lnSpc>
          <a:spcPct val="110000"/>
        </a:lnSpc>
        <a:spcBef>
          <a:spcPct val="20000"/>
        </a:spcBef>
        <a:buClr>
          <a:schemeClr val="accent2"/>
        </a:buClr>
        <a:buSzPct val="60000"/>
        <a:buFont typeface="Wingdings" charset="2"/>
        <a:buChar char="§"/>
        <a:defRPr sz="2400" kern="1200" baseline="0">
          <a:solidFill>
            <a:schemeClr val="accent5"/>
          </a:solidFill>
          <a:latin typeface="+mn-lt"/>
          <a:ea typeface="+mn-ea"/>
          <a:cs typeface="+mn-cs"/>
        </a:defRPr>
      </a:lvl3pPr>
      <a:lvl4pPr marL="2051383" indent="-293055" algn="l" defTabSz="586109" rtl="0" eaLnBrk="1" latinLnBrk="0" hangingPunct="1">
        <a:lnSpc>
          <a:spcPct val="120000"/>
        </a:lnSpc>
        <a:spcBef>
          <a:spcPct val="20000"/>
        </a:spcBef>
        <a:buClr>
          <a:schemeClr val="accent2"/>
        </a:buClr>
        <a:buSzPct val="90000"/>
        <a:buFont typeface="Arial"/>
        <a:buChar char="–"/>
        <a:defRPr sz="1575" kern="1200">
          <a:solidFill>
            <a:schemeClr val="accent4"/>
          </a:solidFill>
          <a:latin typeface="+mn-lt"/>
          <a:ea typeface="+mn-ea"/>
          <a:cs typeface="+mn-cs"/>
        </a:defRPr>
      </a:lvl4pPr>
      <a:lvl5pPr marL="2637492" indent="-293055" algn="l" defTabSz="586109" rtl="0" eaLnBrk="1" latinLnBrk="0" hangingPunct="1">
        <a:spcBef>
          <a:spcPct val="20000"/>
        </a:spcBef>
        <a:buFont typeface="Arial"/>
        <a:buChar char="»"/>
        <a:defRPr sz="2550" kern="1200">
          <a:solidFill>
            <a:schemeClr val="accent5"/>
          </a:solidFill>
          <a:latin typeface="+mn-lt"/>
          <a:ea typeface="+mn-ea"/>
          <a:cs typeface="+mn-cs"/>
        </a:defRPr>
      </a:lvl5pPr>
      <a:lvl6pPr marL="3223602" indent="-293055" algn="l" defTabSz="586109" rtl="0" eaLnBrk="1" latinLnBrk="0" hangingPunct="1">
        <a:spcBef>
          <a:spcPct val="20000"/>
        </a:spcBef>
        <a:buFont typeface="Arial"/>
        <a:buChar char="•"/>
        <a:defRPr sz="2550" kern="1200">
          <a:solidFill>
            <a:schemeClr val="tx1"/>
          </a:solidFill>
          <a:latin typeface="+mn-lt"/>
          <a:ea typeface="+mn-ea"/>
          <a:cs typeface="+mn-cs"/>
        </a:defRPr>
      </a:lvl6pPr>
      <a:lvl7pPr marL="3809711" indent="-293055" algn="l" defTabSz="586109" rtl="0" eaLnBrk="1" latinLnBrk="0" hangingPunct="1">
        <a:spcBef>
          <a:spcPct val="20000"/>
        </a:spcBef>
        <a:buFont typeface="Arial"/>
        <a:buChar char="•"/>
        <a:defRPr sz="2550" kern="1200">
          <a:solidFill>
            <a:schemeClr val="tx1"/>
          </a:solidFill>
          <a:latin typeface="+mn-lt"/>
          <a:ea typeface="+mn-ea"/>
          <a:cs typeface="+mn-cs"/>
        </a:defRPr>
      </a:lvl7pPr>
      <a:lvl8pPr marL="4395821" indent="-293055" algn="l" defTabSz="586109" rtl="0" eaLnBrk="1" latinLnBrk="0" hangingPunct="1">
        <a:spcBef>
          <a:spcPct val="20000"/>
        </a:spcBef>
        <a:buFont typeface="Arial"/>
        <a:buChar char="•"/>
        <a:defRPr sz="2550" kern="1200">
          <a:solidFill>
            <a:schemeClr val="tx1"/>
          </a:solidFill>
          <a:latin typeface="+mn-lt"/>
          <a:ea typeface="+mn-ea"/>
          <a:cs typeface="+mn-cs"/>
        </a:defRPr>
      </a:lvl8pPr>
      <a:lvl9pPr marL="4981930" indent="-293055" algn="l" defTabSz="586109" rtl="0" eaLnBrk="1" latinLnBrk="0" hangingPunct="1">
        <a:spcBef>
          <a:spcPct val="20000"/>
        </a:spcBef>
        <a:buFont typeface="Arial"/>
        <a:buChar char="•"/>
        <a:defRPr sz="2550" kern="1200">
          <a:solidFill>
            <a:schemeClr val="tx1"/>
          </a:solidFill>
          <a:latin typeface="+mn-lt"/>
          <a:ea typeface="+mn-ea"/>
          <a:cs typeface="+mn-cs"/>
        </a:defRPr>
      </a:lvl9pPr>
    </p:bodyStyle>
    <p:otherStyle>
      <a:defPPr>
        <a:defRPr lang="en-US"/>
      </a:defPPr>
      <a:lvl1pPr marL="0" algn="l" defTabSz="586109" rtl="0" eaLnBrk="1" latinLnBrk="0" hangingPunct="1">
        <a:defRPr sz="2325" kern="1200">
          <a:solidFill>
            <a:schemeClr val="tx1"/>
          </a:solidFill>
          <a:latin typeface="+mn-lt"/>
          <a:ea typeface="+mn-ea"/>
          <a:cs typeface="+mn-cs"/>
        </a:defRPr>
      </a:lvl1pPr>
      <a:lvl2pPr marL="586109" algn="l" defTabSz="586109" rtl="0" eaLnBrk="1" latinLnBrk="0" hangingPunct="1">
        <a:defRPr sz="2325" kern="1200">
          <a:solidFill>
            <a:schemeClr val="tx1"/>
          </a:solidFill>
          <a:latin typeface="+mn-lt"/>
          <a:ea typeface="+mn-ea"/>
          <a:cs typeface="+mn-cs"/>
        </a:defRPr>
      </a:lvl2pPr>
      <a:lvl3pPr marL="1172219" algn="l" defTabSz="586109" rtl="0" eaLnBrk="1" latinLnBrk="0" hangingPunct="1">
        <a:defRPr sz="2325" kern="1200">
          <a:solidFill>
            <a:schemeClr val="tx1"/>
          </a:solidFill>
          <a:latin typeface="+mn-lt"/>
          <a:ea typeface="+mn-ea"/>
          <a:cs typeface="+mn-cs"/>
        </a:defRPr>
      </a:lvl3pPr>
      <a:lvl4pPr marL="1758328" algn="l" defTabSz="586109" rtl="0" eaLnBrk="1" latinLnBrk="0" hangingPunct="1">
        <a:defRPr sz="2325" kern="1200">
          <a:solidFill>
            <a:schemeClr val="tx1"/>
          </a:solidFill>
          <a:latin typeface="+mn-lt"/>
          <a:ea typeface="+mn-ea"/>
          <a:cs typeface="+mn-cs"/>
        </a:defRPr>
      </a:lvl4pPr>
      <a:lvl5pPr marL="2344438" algn="l" defTabSz="586109" rtl="0" eaLnBrk="1" latinLnBrk="0" hangingPunct="1">
        <a:defRPr sz="2325" kern="1200">
          <a:solidFill>
            <a:schemeClr val="tx1"/>
          </a:solidFill>
          <a:latin typeface="+mn-lt"/>
          <a:ea typeface="+mn-ea"/>
          <a:cs typeface="+mn-cs"/>
        </a:defRPr>
      </a:lvl5pPr>
      <a:lvl6pPr marL="2930547" algn="l" defTabSz="586109" rtl="0" eaLnBrk="1" latinLnBrk="0" hangingPunct="1">
        <a:defRPr sz="2325" kern="1200">
          <a:solidFill>
            <a:schemeClr val="tx1"/>
          </a:solidFill>
          <a:latin typeface="+mn-lt"/>
          <a:ea typeface="+mn-ea"/>
          <a:cs typeface="+mn-cs"/>
        </a:defRPr>
      </a:lvl6pPr>
      <a:lvl7pPr marL="3516656" algn="l" defTabSz="586109" rtl="0" eaLnBrk="1" latinLnBrk="0" hangingPunct="1">
        <a:defRPr sz="2325" kern="1200">
          <a:solidFill>
            <a:schemeClr val="tx1"/>
          </a:solidFill>
          <a:latin typeface="+mn-lt"/>
          <a:ea typeface="+mn-ea"/>
          <a:cs typeface="+mn-cs"/>
        </a:defRPr>
      </a:lvl7pPr>
      <a:lvl8pPr marL="4102766" algn="l" defTabSz="586109" rtl="0" eaLnBrk="1" latinLnBrk="0" hangingPunct="1">
        <a:defRPr sz="2325" kern="1200">
          <a:solidFill>
            <a:schemeClr val="tx1"/>
          </a:solidFill>
          <a:latin typeface="+mn-lt"/>
          <a:ea typeface="+mn-ea"/>
          <a:cs typeface="+mn-cs"/>
        </a:defRPr>
      </a:lvl8pPr>
      <a:lvl9pPr marL="4688875" algn="l" defTabSz="586109" rtl="0" eaLnBrk="1" latinLnBrk="0" hangingPunct="1">
        <a:defRPr sz="23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F06F4EC-C4EE-D2AF-6FD6-1BA185380971}"/>
              </a:ext>
            </a:extLst>
          </p:cNvPr>
          <p:cNvSpPr>
            <a:spLocks noGrp="1"/>
          </p:cNvSpPr>
          <p:nvPr>
            <p:ph type="body" sz="quarter" idx="15"/>
          </p:nvPr>
        </p:nvSpPr>
        <p:spPr>
          <a:xfrm>
            <a:off x="483413" y="1778367"/>
            <a:ext cx="5612587" cy="3848100"/>
          </a:xfrm>
        </p:spPr>
        <p:txBody>
          <a:bodyPr>
            <a:normAutofit/>
          </a:bodyPr>
          <a:lstStyle/>
          <a:p>
            <a:endParaRPr lang="en-CA" sz="2000" dirty="0"/>
          </a:p>
          <a:p>
            <a:endParaRPr lang="en-CA" sz="2000" dirty="0"/>
          </a:p>
          <a:p>
            <a:endParaRPr lang="en-CA" sz="2000" dirty="0"/>
          </a:p>
          <a:p>
            <a:endParaRPr lang="en-CA" sz="2000" dirty="0"/>
          </a:p>
          <a:p>
            <a:endParaRPr lang="en-CA" sz="2000" dirty="0"/>
          </a:p>
          <a:p>
            <a:endParaRPr lang="en-CA" sz="2000" dirty="0"/>
          </a:p>
          <a:p>
            <a:r>
              <a:rPr lang="en-CA" sz="2000" dirty="0"/>
              <a:t>Instructor: Stephin Rachel Thomas</a:t>
            </a:r>
          </a:p>
          <a:p>
            <a:r>
              <a:rPr lang="en-CA" sz="2000" dirty="0"/>
              <a:t>June 17, 2025</a:t>
            </a:r>
          </a:p>
        </p:txBody>
      </p:sp>
      <p:sp>
        <p:nvSpPr>
          <p:cNvPr id="2" name="Title 1">
            <a:extLst>
              <a:ext uri="{FF2B5EF4-FFF2-40B4-BE49-F238E27FC236}">
                <a16:creationId xmlns:a16="http://schemas.microsoft.com/office/drawing/2014/main" id="{703E5BC8-9232-E442-86CE-667C1E95B794}"/>
              </a:ext>
            </a:extLst>
          </p:cNvPr>
          <p:cNvSpPr>
            <a:spLocks noGrp="1"/>
          </p:cNvSpPr>
          <p:nvPr>
            <p:ph type="title"/>
          </p:nvPr>
        </p:nvSpPr>
        <p:spPr>
          <a:xfrm>
            <a:off x="214489" y="923947"/>
            <a:ext cx="10692881" cy="854420"/>
          </a:xfrm>
        </p:spPr>
        <p:txBody>
          <a:bodyPr anchor="t">
            <a:normAutofit/>
          </a:bodyPr>
          <a:lstStyle/>
          <a:p>
            <a:r>
              <a:rPr lang="en-US" sz="4400" dirty="0">
                <a:solidFill>
                  <a:schemeClr val="tx1"/>
                </a:solidFill>
              </a:rPr>
              <a:t>Introduction to </a:t>
            </a:r>
            <a:r>
              <a:rPr lang="en-US" sz="4400" dirty="0" err="1">
                <a:solidFill>
                  <a:schemeClr val="tx1"/>
                </a:solidFill>
              </a:rPr>
              <a:t>PyTorch</a:t>
            </a:r>
            <a:endParaRPr lang="en-CA" sz="4400" dirty="0">
              <a:solidFill>
                <a:schemeClr val="tx1"/>
              </a:solidFill>
            </a:endParaRPr>
          </a:p>
        </p:txBody>
      </p:sp>
      <p:pic>
        <p:nvPicPr>
          <p:cNvPr id="7" name="Picture 6" descr="A white board with blue and black text&#10;&#10;AI-generated content may be incorrect.">
            <a:extLst>
              <a:ext uri="{FF2B5EF4-FFF2-40B4-BE49-F238E27FC236}">
                <a16:creationId xmlns:a16="http://schemas.microsoft.com/office/drawing/2014/main" id="{9F22CC9F-FD3C-FE99-6D53-A5F9F1ADCC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7821" y="0"/>
            <a:ext cx="5626467" cy="6281726"/>
          </a:xfrm>
          <a:prstGeom prst="rect">
            <a:avLst/>
          </a:prstGeom>
        </p:spPr>
      </p:pic>
    </p:spTree>
    <p:extLst>
      <p:ext uri="{BB962C8B-B14F-4D97-AF65-F5344CB8AC3E}">
        <p14:creationId xmlns:p14="http://schemas.microsoft.com/office/powerpoint/2010/main" val="72696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0F168-3EEE-1549-E154-DDA08BC4896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8C8C531-29DB-EAD6-F6AA-0B5C8F31D104}"/>
              </a:ext>
            </a:extLst>
          </p:cNvPr>
          <p:cNvSpPr>
            <a:spLocks noGrp="1"/>
          </p:cNvSpPr>
          <p:nvPr>
            <p:ph type="body" sz="quarter" idx="15"/>
          </p:nvPr>
        </p:nvSpPr>
        <p:spPr>
          <a:xfrm>
            <a:off x="483413" y="1202450"/>
            <a:ext cx="5612587" cy="4837106"/>
          </a:xfrm>
        </p:spPr>
        <p:txBody>
          <a:bodyPr>
            <a:normAutofit fontScale="77500" lnSpcReduction="20000"/>
          </a:bodyPr>
          <a:lstStyle/>
          <a:p>
            <a:pPr marL="342900" indent="-342900">
              <a:buFont typeface="Arial" panose="020B0604020202020204" pitchFamily="34" charset="0"/>
              <a:buChar char="•"/>
            </a:pPr>
            <a:r>
              <a:rPr lang="en-CA" sz="2000" b="1" dirty="0"/>
              <a:t>What is </a:t>
            </a:r>
            <a:r>
              <a:rPr lang="en-CA" sz="2000" b="1" dirty="0" err="1"/>
              <a:t>PyTorch</a:t>
            </a:r>
            <a:endParaRPr lang="en-CA" sz="2000" b="1" dirty="0"/>
          </a:p>
          <a:p>
            <a:pPr marL="342900" indent="-342900">
              <a:buFont typeface="Arial" panose="020B0604020202020204" pitchFamily="34" charset="0"/>
              <a:buChar char="•"/>
            </a:pPr>
            <a:r>
              <a:rPr lang="en-CA" sz="2000" b="1" dirty="0"/>
              <a:t>History of </a:t>
            </a:r>
            <a:r>
              <a:rPr lang="en-CA" sz="2000" b="1" dirty="0" err="1"/>
              <a:t>PyTorch</a:t>
            </a:r>
            <a:endParaRPr lang="en-CA" sz="2000" b="1" dirty="0"/>
          </a:p>
          <a:p>
            <a:pPr marL="342900" indent="-342900">
              <a:buFont typeface="Arial" panose="020B0604020202020204" pitchFamily="34" charset="0"/>
              <a:buChar char="•"/>
            </a:pPr>
            <a:r>
              <a:rPr lang="en-CA" sz="2000" b="1" dirty="0"/>
              <a:t>Key Features</a:t>
            </a:r>
          </a:p>
          <a:p>
            <a:pPr marL="342900" indent="-342900">
              <a:buFont typeface="Arial" panose="020B0604020202020204" pitchFamily="34" charset="0"/>
              <a:buChar char="•"/>
            </a:pPr>
            <a:r>
              <a:rPr lang="en-CA" sz="2000" b="1" dirty="0" err="1"/>
              <a:t>PyTorch</a:t>
            </a:r>
            <a:r>
              <a:rPr lang="en-CA" sz="2000" b="1" dirty="0"/>
              <a:t> Vs </a:t>
            </a:r>
            <a:r>
              <a:rPr lang="en-CA" sz="2000" b="1" dirty="0" err="1"/>
              <a:t>Tensorflow</a:t>
            </a:r>
            <a:endParaRPr lang="en-CA" sz="2000" b="1" dirty="0"/>
          </a:p>
          <a:p>
            <a:pPr marL="342900" indent="-342900">
              <a:buFont typeface="Arial" panose="020B0604020202020204" pitchFamily="34" charset="0"/>
              <a:buChar char="•"/>
            </a:pPr>
            <a:r>
              <a:rPr lang="en-CA" sz="2000" b="1" dirty="0"/>
              <a:t>Core components of </a:t>
            </a:r>
            <a:r>
              <a:rPr lang="en-CA" sz="2000" b="1" dirty="0" err="1"/>
              <a:t>PyTorch</a:t>
            </a:r>
            <a:endParaRPr lang="en-CA" sz="2000" b="1" dirty="0"/>
          </a:p>
          <a:p>
            <a:pPr marL="342900" indent="-342900">
              <a:buFont typeface="Arial" panose="020B0604020202020204" pitchFamily="34" charset="0"/>
              <a:buChar char="•"/>
            </a:pPr>
            <a:r>
              <a:rPr lang="en-CA" sz="2000" b="1" dirty="0"/>
              <a:t>Deep dive into tensors</a:t>
            </a:r>
          </a:p>
          <a:p>
            <a:pPr marL="342900" indent="-342900">
              <a:buFont typeface="Arial" panose="020B0604020202020204" pitchFamily="34" charset="0"/>
              <a:buChar char="•"/>
            </a:pPr>
            <a:r>
              <a:rPr lang="en-CA" sz="2000" b="1" dirty="0"/>
              <a:t>Neural Network Module</a:t>
            </a:r>
          </a:p>
          <a:p>
            <a:pPr marL="342900" indent="-342900">
              <a:buFont typeface="Arial" panose="020B0604020202020204" pitchFamily="34" charset="0"/>
              <a:buChar char="•"/>
            </a:pPr>
            <a:r>
              <a:rPr lang="en-CA" sz="2000" b="1" dirty="0"/>
              <a:t>Optimizers and Loss Function</a:t>
            </a:r>
          </a:p>
          <a:p>
            <a:pPr marL="342900" indent="-342900">
              <a:buFont typeface="Arial" panose="020B0604020202020204" pitchFamily="34" charset="0"/>
              <a:buChar char="•"/>
            </a:pPr>
            <a:r>
              <a:rPr lang="en-CA" sz="2000" b="1" dirty="0"/>
              <a:t>Data Handling in </a:t>
            </a:r>
            <a:r>
              <a:rPr lang="en-CA" sz="2000" b="1" dirty="0" err="1"/>
              <a:t>PyTorch</a:t>
            </a:r>
            <a:endParaRPr lang="en-CA" sz="2000" b="1" dirty="0"/>
          </a:p>
          <a:p>
            <a:pPr marL="342900" indent="-342900">
              <a:buFont typeface="Arial" panose="020B0604020202020204" pitchFamily="34" charset="0"/>
              <a:buChar char="•"/>
            </a:pPr>
            <a:r>
              <a:rPr lang="en-CA" sz="2000" b="1" dirty="0"/>
              <a:t>CV with </a:t>
            </a:r>
            <a:r>
              <a:rPr lang="en-CA" sz="2000" b="1" dirty="0" err="1"/>
              <a:t>PyTorch</a:t>
            </a:r>
            <a:endParaRPr lang="en-CA" sz="2000" b="1" dirty="0"/>
          </a:p>
          <a:p>
            <a:pPr marL="342900" indent="-342900">
              <a:buFont typeface="Arial" panose="020B0604020202020204" pitchFamily="34" charset="0"/>
              <a:buChar char="•"/>
            </a:pPr>
            <a:r>
              <a:rPr lang="en-CA" sz="2000" b="1" dirty="0"/>
              <a:t>Advanced Features </a:t>
            </a:r>
          </a:p>
          <a:p>
            <a:pPr marL="342900" indent="-342900">
              <a:buFont typeface="Arial" panose="020B0604020202020204" pitchFamily="34" charset="0"/>
              <a:buChar char="•"/>
            </a:pPr>
            <a:r>
              <a:rPr lang="en-CA" sz="2000" b="1" dirty="0"/>
              <a:t>Community and Ecosystem</a:t>
            </a:r>
          </a:p>
          <a:p>
            <a:pPr marL="342900" indent="-342900">
              <a:buFont typeface="Arial" panose="020B0604020202020204" pitchFamily="34" charset="0"/>
              <a:buChar char="•"/>
            </a:pPr>
            <a:r>
              <a:rPr lang="en-CA" sz="2000" b="1" dirty="0"/>
              <a:t>Best Practices in </a:t>
            </a:r>
            <a:r>
              <a:rPr lang="en-CA" sz="2000" b="1" dirty="0" err="1"/>
              <a:t>PyTorch</a:t>
            </a:r>
            <a:endParaRPr lang="en-CA" sz="2000" b="1" dirty="0"/>
          </a:p>
          <a:p>
            <a:endParaRPr lang="en-CA" sz="2000" dirty="0"/>
          </a:p>
          <a:p>
            <a:endParaRPr lang="en-CA" sz="2000" dirty="0"/>
          </a:p>
          <a:p>
            <a:endParaRPr lang="en-CA" sz="2000" dirty="0"/>
          </a:p>
          <a:p>
            <a:endParaRPr lang="en-CA" sz="2000" dirty="0"/>
          </a:p>
          <a:p>
            <a:pPr marL="342900" indent="-342900">
              <a:buFont typeface="Arial" panose="020B0604020202020204" pitchFamily="34" charset="0"/>
              <a:buChar char="•"/>
            </a:pPr>
            <a:endParaRPr lang="en-CA" sz="2000" dirty="0"/>
          </a:p>
        </p:txBody>
      </p:sp>
      <p:sp>
        <p:nvSpPr>
          <p:cNvPr id="2" name="Title 1">
            <a:extLst>
              <a:ext uri="{FF2B5EF4-FFF2-40B4-BE49-F238E27FC236}">
                <a16:creationId xmlns:a16="http://schemas.microsoft.com/office/drawing/2014/main" id="{FF4065F2-267A-1B25-A4F9-9F89BD34B5D7}"/>
              </a:ext>
            </a:extLst>
          </p:cNvPr>
          <p:cNvSpPr>
            <a:spLocks noGrp="1"/>
          </p:cNvSpPr>
          <p:nvPr>
            <p:ph type="title"/>
          </p:nvPr>
        </p:nvSpPr>
        <p:spPr>
          <a:xfrm>
            <a:off x="259644" y="348214"/>
            <a:ext cx="10692881" cy="854420"/>
          </a:xfrm>
        </p:spPr>
        <p:txBody>
          <a:bodyPr anchor="t">
            <a:normAutofit/>
          </a:bodyPr>
          <a:lstStyle/>
          <a:p>
            <a:r>
              <a:rPr lang="en-US" sz="4400" dirty="0">
                <a:solidFill>
                  <a:schemeClr val="tx1"/>
                </a:solidFill>
              </a:rPr>
              <a:t>Today’s Topics</a:t>
            </a:r>
            <a:endParaRPr lang="en-CA" sz="4400" dirty="0">
              <a:solidFill>
                <a:schemeClr val="tx1"/>
              </a:solidFill>
            </a:endParaRPr>
          </a:p>
        </p:txBody>
      </p:sp>
      <p:pic>
        <p:nvPicPr>
          <p:cNvPr id="4" name="Picture 3">
            <a:extLst>
              <a:ext uri="{FF2B5EF4-FFF2-40B4-BE49-F238E27FC236}">
                <a16:creationId xmlns:a16="http://schemas.microsoft.com/office/drawing/2014/main" id="{646A952C-D5DD-6DED-A014-FEBD589486EE}"/>
              </a:ext>
            </a:extLst>
          </p:cNvPr>
          <p:cNvPicPr>
            <a:picLocks noChangeAspect="1"/>
          </p:cNvPicPr>
          <p:nvPr/>
        </p:nvPicPr>
        <p:blipFill rotWithShape="1">
          <a:blip r:embed="rId3"/>
          <a:srcRect l="18034" r="19921" b="-1"/>
          <a:stretch/>
        </p:blipFill>
        <p:spPr>
          <a:xfrm>
            <a:off x="7009488" y="105103"/>
            <a:ext cx="5182512" cy="6169573"/>
          </a:xfrm>
          <a:prstGeom prst="rect">
            <a:avLst/>
          </a:prstGeom>
          <a:noFill/>
        </p:spPr>
      </p:pic>
    </p:spTree>
    <p:extLst>
      <p:ext uri="{BB962C8B-B14F-4D97-AF65-F5344CB8AC3E}">
        <p14:creationId xmlns:p14="http://schemas.microsoft.com/office/powerpoint/2010/main" val="300219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31F2-8F96-FCE5-23C0-E62DDA1EE006}"/>
              </a:ext>
            </a:extLst>
          </p:cNvPr>
          <p:cNvSpPr>
            <a:spLocks noGrp="1"/>
          </p:cNvSpPr>
          <p:nvPr>
            <p:ph type="title"/>
          </p:nvPr>
        </p:nvSpPr>
        <p:spPr>
          <a:xfrm>
            <a:off x="609601" y="576274"/>
            <a:ext cx="7106241" cy="1001980"/>
          </a:xfrm>
        </p:spPr>
        <p:txBody>
          <a:bodyPr anchor="t">
            <a:normAutofit/>
          </a:bodyPr>
          <a:lstStyle/>
          <a:p>
            <a:r>
              <a:rPr lang="en-CA" dirty="0"/>
              <a:t>What is </a:t>
            </a:r>
            <a:r>
              <a:rPr lang="en-CA" dirty="0" err="1"/>
              <a:t>PyTorch</a:t>
            </a:r>
            <a:r>
              <a:rPr lang="en-CA" dirty="0"/>
              <a:t>?</a:t>
            </a:r>
          </a:p>
        </p:txBody>
      </p:sp>
      <p:sp>
        <p:nvSpPr>
          <p:cNvPr id="3" name="Text Placeholder 2">
            <a:extLst>
              <a:ext uri="{FF2B5EF4-FFF2-40B4-BE49-F238E27FC236}">
                <a16:creationId xmlns:a16="http://schemas.microsoft.com/office/drawing/2014/main" id="{2A793992-B6AA-0799-4E0E-A16C2D667C22}"/>
              </a:ext>
            </a:extLst>
          </p:cNvPr>
          <p:cNvSpPr>
            <a:spLocks noGrp="1"/>
          </p:cNvSpPr>
          <p:nvPr>
            <p:ph type="body" sz="quarter" idx="15"/>
          </p:nvPr>
        </p:nvSpPr>
        <p:spPr>
          <a:xfrm>
            <a:off x="609601" y="1282386"/>
            <a:ext cx="7653866" cy="4765976"/>
          </a:xfrm>
        </p:spPr>
        <p:txBody>
          <a:bodyPr>
            <a:normAutofit/>
          </a:bodyPr>
          <a:lstStyle/>
          <a:p>
            <a:r>
              <a:rPr lang="en-US" dirty="0" err="1"/>
              <a:t>PyTorch</a:t>
            </a:r>
            <a:r>
              <a:rPr lang="en-US" dirty="0"/>
              <a:t> is an open-source machine learning library for Python, known for its flexibility, ease of use, and dynamic computation graph. </a:t>
            </a:r>
          </a:p>
          <a:p>
            <a:r>
              <a:rPr lang="en-US" dirty="0"/>
              <a:t>It allows researchers to experiment quickly with deep neural networks, and it's extensively used in academia and industry for applications ranging from computer vision to natural language processing.</a:t>
            </a:r>
          </a:p>
          <a:p>
            <a:r>
              <a:rPr lang="en-US" dirty="0" err="1"/>
              <a:t>PyTorch</a:t>
            </a:r>
            <a:r>
              <a:rPr lang="en-US" dirty="0"/>
              <a:t> is one of the most popular deep learning frameworks that allows us to implement neural network more efficiently.</a:t>
            </a:r>
          </a:p>
          <a:p>
            <a:endParaRPr lang="en-CA" dirty="0"/>
          </a:p>
        </p:txBody>
      </p:sp>
      <p:pic>
        <p:nvPicPr>
          <p:cNvPr id="1026" name="Picture 2" descr="Why You Should Learn PyTorch in 2023: A Comprehensive Guide">
            <a:extLst>
              <a:ext uri="{FF2B5EF4-FFF2-40B4-BE49-F238E27FC236}">
                <a16:creationId xmlns:a16="http://schemas.microsoft.com/office/drawing/2014/main" id="{F5F486A7-4D4C-D442-7613-60A3FA33B2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1331" y="2083707"/>
            <a:ext cx="3287488" cy="1643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4453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809FD-283E-8529-45C8-B2CD8B855C3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E61107F-ACC4-CCDE-97E7-2245F6761EF7}"/>
              </a:ext>
            </a:extLst>
          </p:cNvPr>
          <p:cNvSpPr txBox="1">
            <a:spLocks/>
          </p:cNvSpPr>
          <p:nvPr/>
        </p:nvSpPr>
        <p:spPr>
          <a:xfrm>
            <a:off x="363454" y="0"/>
            <a:ext cx="7250676" cy="790537"/>
          </a:xfrm>
          <a:prstGeom prst="rect">
            <a:avLst/>
          </a:prstGeom>
        </p:spPr>
        <p:txBody>
          <a:bodyPr vert="horz" lIns="0" tIns="0" rIns="0" bIns="0" rtlCol="0" anchor="b">
            <a:normAutofit/>
          </a:bodyPr>
          <a:lstStyle>
            <a:lvl1pPr algn="l" defTabSz="586109" rtl="0" eaLnBrk="1" latinLnBrk="0" hangingPunct="1">
              <a:lnSpc>
                <a:spcPct val="80000"/>
              </a:lnSpc>
              <a:spcBef>
                <a:spcPct val="0"/>
              </a:spcBef>
              <a:buNone/>
              <a:defRPr sz="3600" b="1" kern="1200" baseline="0">
                <a:solidFill>
                  <a:srgbClr val="00673E"/>
                </a:solidFill>
                <a:latin typeface="+mj-lt"/>
                <a:ea typeface="+mj-ea"/>
                <a:cs typeface="+mj-cs"/>
              </a:defRPr>
            </a:lvl1pPr>
          </a:lstStyle>
          <a:p>
            <a:r>
              <a:rPr lang="en-CA" sz="4000" dirty="0"/>
              <a:t>History of </a:t>
            </a:r>
            <a:r>
              <a:rPr lang="en-CA" sz="4000" dirty="0" err="1"/>
              <a:t>PyTorch</a:t>
            </a:r>
            <a:endParaRPr lang="en-CA" sz="4000" dirty="0"/>
          </a:p>
        </p:txBody>
      </p:sp>
      <p:sp>
        <p:nvSpPr>
          <p:cNvPr id="7" name="Text Placeholder 2">
            <a:extLst>
              <a:ext uri="{FF2B5EF4-FFF2-40B4-BE49-F238E27FC236}">
                <a16:creationId xmlns:a16="http://schemas.microsoft.com/office/drawing/2014/main" id="{24C0592D-E460-0338-7052-A459D7B17DC3}"/>
              </a:ext>
            </a:extLst>
          </p:cNvPr>
          <p:cNvSpPr txBox="1">
            <a:spLocks/>
          </p:cNvSpPr>
          <p:nvPr/>
        </p:nvSpPr>
        <p:spPr>
          <a:xfrm>
            <a:off x="278799" y="790537"/>
            <a:ext cx="11086425" cy="5341972"/>
          </a:xfrm>
          <a:prstGeom prst="rect">
            <a:avLst/>
          </a:prstGeom>
        </p:spPr>
        <p:txBody>
          <a:bodyPr anchor="t">
            <a:normAutofit fontScale="92500" lnSpcReduction="20000"/>
          </a:bodyPr>
          <a:lstStyle>
            <a:lvl1pPr marL="0" indent="0" algn="l" defTabSz="586109" rtl="0" eaLnBrk="1" latinLnBrk="0" hangingPunct="1">
              <a:lnSpc>
                <a:spcPct val="110000"/>
              </a:lnSpc>
              <a:spcBef>
                <a:spcPct val="20000"/>
              </a:spcBef>
              <a:buClr>
                <a:schemeClr val="accent2"/>
              </a:buClr>
              <a:buFontTx/>
              <a:buNone/>
              <a:defRPr sz="2400" kern="1200">
                <a:solidFill>
                  <a:schemeClr val="accent5"/>
                </a:solidFill>
                <a:latin typeface="+mn-lt"/>
                <a:ea typeface="+mn-ea"/>
                <a:cs typeface="+mn-cs"/>
              </a:defRPr>
            </a:lvl1pPr>
            <a:lvl2pPr marL="952428" indent="-366319" algn="l" defTabSz="586109" rtl="0" eaLnBrk="1" latinLnBrk="0" hangingPunct="1">
              <a:lnSpc>
                <a:spcPct val="110000"/>
              </a:lnSpc>
              <a:spcBef>
                <a:spcPct val="20000"/>
              </a:spcBef>
              <a:buClr>
                <a:schemeClr val="accent2"/>
              </a:buClr>
              <a:buSzPct val="75000"/>
              <a:buFont typeface="Arial"/>
              <a:buChar char="•"/>
              <a:defRPr sz="2400" kern="1200">
                <a:solidFill>
                  <a:schemeClr val="accent5"/>
                </a:solidFill>
                <a:latin typeface="+mn-lt"/>
                <a:ea typeface="+mn-ea"/>
                <a:cs typeface="+mn-cs"/>
              </a:defRPr>
            </a:lvl2pPr>
            <a:lvl3pPr marL="1515073" indent="-342854" algn="l" defTabSz="586109" rtl="0" eaLnBrk="1" latinLnBrk="0" hangingPunct="1">
              <a:lnSpc>
                <a:spcPct val="110000"/>
              </a:lnSpc>
              <a:spcBef>
                <a:spcPct val="20000"/>
              </a:spcBef>
              <a:buClr>
                <a:schemeClr val="accent2"/>
              </a:buClr>
              <a:buSzPct val="60000"/>
              <a:buFont typeface="Wingdings" charset="2"/>
              <a:buChar char="§"/>
              <a:defRPr sz="2400" kern="1200" baseline="0">
                <a:solidFill>
                  <a:schemeClr val="accent5"/>
                </a:solidFill>
                <a:latin typeface="+mn-lt"/>
                <a:ea typeface="+mn-ea"/>
                <a:cs typeface="+mn-cs"/>
              </a:defRPr>
            </a:lvl3pPr>
            <a:lvl4pPr marL="2051383" indent="-293055" algn="l" defTabSz="586109" rtl="0" eaLnBrk="1" latinLnBrk="0" hangingPunct="1">
              <a:lnSpc>
                <a:spcPct val="120000"/>
              </a:lnSpc>
              <a:spcBef>
                <a:spcPct val="20000"/>
              </a:spcBef>
              <a:buClr>
                <a:schemeClr val="accent2"/>
              </a:buClr>
              <a:buSzPct val="90000"/>
              <a:buFont typeface="Arial"/>
              <a:buChar char="–"/>
              <a:defRPr sz="1575" kern="1200">
                <a:solidFill>
                  <a:schemeClr val="accent4"/>
                </a:solidFill>
                <a:latin typeface="+mn-lt"/>
                <a:ea typeface="+mn-ea"/>
                <a:cs typeface="+mn-cs"/>
              </a:defRPr>
            </a:lvl4pPr>
            <a:lvl5pPr marL="2637492" indent="-293055" algn="l" defTabSz="586109" rtl="0" eaLnBrk="1" latinLnBrk="0" hangingPunct="1">
              <a:spcBef>
                <a:spcPct val="20000"/>
              </a:spcBef>
              <a:buFont typeface="Arial"/>
              <a:buChar char="»"/>
              <a:defRPr sz="2550" kern="1200">
                <a:solidFill>
                  <a:schemeClr val="accent5"/>
                </a:solidFill>
                <a:latin typeface="+mn-lt"/>
                <a:ea typeface="+mn-ea"/>
                <a:cs typeface="+mn-cs"/>
              </a:defRPr>
            </a:lvl5pPr>
            <a:lvl6pPr marL="3223602" indent="-293055" algn="l" defTabSz="586109" rtl="0" eaLnBrk="1" latinLnBrk="0" hangingPunct="1">
              <a:spcBef>
                <a:spcPct val="20000"/>
              </a:spcBef>
              <a:buFont typeface="Arial"/>
              <a:buChar char="•"/>
              <a:defRPr sz="2550" kern="1200">
                <a:solidFill>
                  <a:schemeClr val="tx1"/>
                </a:solidFill>
                <a:latin typeface="+mn-lt"/>
                <a:ea typeface="+mn-ea"/>
                <a:cs typeface="+mn-cs"/>
              </a:defRPr>
            </a:lvl6pPr>
            <a:lvl7pPr marL="3809711" indent="-293055" algn="l" defTabSz="586109" rtl="0" eaLnBrk="1" latinLnBrk="0" hangingPunct="1">
              <a:spcBef>
                <a:spcPct val="20000"/>
              </a:spcBef>
              <a:buFont typeface="Arial"/>
              <a:buChar char="•"/>
              <a:defRPr sz="2550" kern="1200">
                <a:solidFill>
                  <a:schemeClr val="tx1"/>
                </a:solidFill>
                <a:latin typeface="+mn-lt"/>
                <a:ea typeface="+mn-ea"/>
                <a:cs typeface="+mn-cs"/>
              </a:defRPr>
            </a:lvl7pPr>
            <a:lvl8pPr marL="4395821" indent="-293055" algn="l" defTabSz="586109" rtl="0" eaLnBrk="1" latinLnBrk="0" hangingPunct="1">
              <a:spcBef>
                <a:spcPct val="20000"/>
              </a:spcBef>
              <a:buFont typeface="Arial"/>
              <a:buChar char="•"/>
              <a:defRPr sz="2550" kern="1200">
                <a:solidFill>
                  <a:schemeClr val="tx1"/>
                </a:solidFill>
                <a:latin typeface="+mn-lt"/>
                <a:ea typeface="+mn-ea"/>
                <a:cs typeface="+mn-cs"/>
              </a:defRPr>
            </a:lvl8pPr>
            <a:lvl9pPr marL="4981930" indent="-293055" algn="l" defTabSz="586109" rtl="0" eaLnBrk="1" latinLnBrk="0" hangingPunct="1">
              <a:spcBef>
                <a:spcPct val="20000"/>
              </a:spcBef>
              <a:buFont typeface="Arial"/>
              <a:buChar char="•"/>
              <a:defRPr sz="2550" kern="1200">
                <a:solidFill>
                  <a:schemeClr val="tx1"/>
                </a:solidFill>
                <a:latin typeface="+mn-lt"/>
                <a:ea typeface="+mn-ea"/>
                <a:cs typeface="+mn-cs"/>
              </a:defRPr>
            </a:lvl9pPr>
          </a:lstStyle>
          <a:p>
            <a:endParaRPr lang="en-GB" sz="1600" b="1" dirty="0"/>
          </a:p>
          <a:p>
            <a:r>
              <a:rPr lang="en-GB" sz="1600" b="1" dirty="0"/>
              <a:t>Early Beginnings (Torch) - 2002</a:t>
            </a:r>
          </a:p>
          <a:p>
            <a:pPr>
              <a:buFont typeface="Arial" panose="020B0604020202020204" pitchFamily="34" charset="0"/>
              <a:buChar char="•"/>
            </a:pPr>
            <a:r>
              <a:rPr lang="en-GB" sz="1600" dirty="0" err="1"/>
              <a:t>PyTorch</a:t>
            </a:r>
            <a:r>
              <a:rPr lang="en-GB" sz="1600" dirty="0"/>
              <a:t> evolved from </a:t>
            </a:r>
            <a:r>
              <a:rPr lang="en-GB" sz="1600" b="1" dirty="0"/>
              <a:t>Torch</a:t>
            </a:r>
            <a:r>
              <a:rPr lang="en-GB" sz="1600" dirty="0"/>
              <a:t>, a machine learning framework built on </a:t>
            </a:r>
            <a:r>
              <a:rPr lang="en-GB" sz="1600" b="1" dirty="0"/>
              <a:t>Lua</a:t>
            </a:r>
            <a:r>
              <a:rPr lang="en-GB" sz="1600" dirty="0"/>
              <a:t> in 2002.</a:t>
            </a:r>
          </a:p>
          <a:p>
            <a:pPr>
              <a:buFont typeface="Arial" panose="020B0604020202020204" pitchFamily="34" charset="0"/>
              <a:buChar char="•"/>
            </a:pPr>
            <a:r>
              <a:rPr lang="en-GB" sz="1600" dirty="0"/>
              <a:t>Torch gained popularity for its </a:t>
            </a:r>
            <a:r>
              <a:rPr lang="en-GB" sz="1600" b="1" dirty="0"/>
              <a:t>GPU acceleration</a:t>
            </a:r>
            <a:r>
              <a:rPr lang="en-GB" sz="1600" dirty="0"/>
              <a:t> and was widely used in academia.</a:t>
            </a:r>
          </a:p>
          <a:p>
            <a:pPr>
              <a:buFont typeface="Arial" panose="020B0604020202020204" pitchFamily="34" charset="0"/>
              <a:buChar char="•"/>
            </a:pPr>
            <a:r>
              <a:rPr lang="en-GB" sz="1600" dirty="0"/>
              <a:t>However, Lua was not as popular as Python, limiting Torch’s adoption.</a:t>
            </a:r>
          </a:p>
          <a:p>
            <a:endParaRPr lang="en-GB" sz="1600" dirty="0"/>
          </a:p>
          <a:p>
            <a:r>
              <a:rPr lang="en-GB" sz="1600" b="1" dirty="0"/>
              <a:t>Birth of </a:t>
            </a:r>
            <a:r>
              <a:rPr lang="en-GB" sz="1600" b="1" dirty="0" err="1"/>
              <a:t>PyTorch</a:t>
            </a:r>
            <a:r>
              <a:rPr lang="en-GB" sz="1600" b="1" dirty="0"/>
              <a:t> - 2016</a:t>
            </a:r>
          </a:p>
          <a:p>
            <a:pPr>
              <a:buFont typeface="Arial" panose="020B0604020202020204" pitchFamily="34" charset="0"/>
              <a:buChar char="•"/>
            </a:pPr>
            <a:r>
              <a:rPr lang="en-GB" sz="1600" dirty="0"/>
              <a:t>Facebook’s </a:t>
            </a:r>
            <a:r>
              <a:rPr lang="en-GB" sz="1600" b="1" dirty="0"/>
              <a:t>AI Research Lab (FAIR)</a:t>
            </a:r>
            <a:r>
              <a:rPr lang="en-GB" sz="1600" dirty="0"/>
              <a:t> developed </a:t>
            </a:r>
            <a:r>
              <a:rPr lang="en-GB" sz="1600" dirty="0" err="1"/>
              <a:t>PyTorch</a:t>
            </a:r>
            <a:r>
              <a:rPr lang="en-GB" sz="1600" dirty="0"/>
              <a:t> to provide a </a:t>
            </a:r>
            <a:r>
              <a:rPr lang="en-GB" sz="1600" b="1" dirty="0"/>
              <a:t>Pythonic alternative</a:t>
            </a:r>
            <a:r>
              <a:rPr lang="en-GB" sz="1600" dirty="0"/>
              <a:t> to Torch.</a:t>
            </a:r>
          </a:p>
          <a:p>
            <a:pPr>
              <a:buFont typeface="Arial" panose="020B0604020202020204" pitchFamily="34" charset="0"/>
              <a:buChar char="•"/>
            </a:pPr>
            <a:r>
              <a:rPr lang="en-GB" sz="1600" dirty="0"/>
              <a:t>Released in </a:t>
            </a:r>
            <a:r>
              <a:rPr lang="en-GB" sz="1600" b="1" dirty="0"/>
              <a:t>October 2016</a:t>
            </a:r>
            <a:r>
              <a:rPr lang="en-GB" sz="1600" dirty="0"/>
              <a:t>, </a:t>
            </a:r>
            <a:r>
              <a:rPr lang="en-GB" sz="1600" dirty="0" err="1"/>
              <a:t>PyTorch</a:t>
            </a:r>
            <a:r>
              <a:rPr lang="en-GB" sz="1600" dirty="0"/>
              <a:t> introduced </a:t>
            </a:r>
            <a:r>
              <a:rPr lang="en-GB" sz="1600" b="1" dirty="0"/>
              <a:t>dynamic computation graphs</a:t>
            </a:r>
            <a:r>
              <a:rPr lang="en-GB" sz="1600" dirty="0"/>
              <a:t> and </a:t>
            </a:r>
            <a:r>
              <a:rPr lang="en-GB" sz="1600" b="1" dirty="0"/>
              <a:t>easy debugging</a:t>
            </a:r>
            <a:r>
              <a:rPr lang="en-GB" sz="1600" dirty="0"/>
              <a:t>, making it popular among researchers</a:t>
            </a:r>
          </a:p>
          <a:p>
            <a:pPr>
              <a:buFont typeface="Arial" panose="020B0604020202020204" pitchFamily="34" charset="0"/>
              <a:buChar char="•"/>
            </a:pPr>
            <a:endParaRPr lang="en-GB" sz="1600" dirty="0"/>
          </a:p>
          <a:p>
            <a:r>
              <a:rPr lang="en-GB" sz="1600" b="1" dirty="0"/>
              <a:t>Growth and Adoption (2017-2020)</a:t>
            </a:r>
          </a:p>
          <a:p>
            <a:pPr>
              <a:buFont typeface="Arial" panose="020B0604020202020204" pitchFamily="34" charset="0"/>
              <a:buChar char="•"/>
            </a:pPr>
            <a:r>
              <a:rPr lang="en-GB" sz="1600" dirty="0"/>
              <a:t>Quickly became the preferred framework for </a:t>
            </a:r>
            <a:r>
              <a:rPr lang="en-GB" sz="1600" b="1" dirty="0"/>
              <a:t>AI research, deep learning, and NLP</a:t>
            </a:r>
            <a:r>
              <a:rPr lang="en-GB" sz="1600" dirty="0"/>
              <a:t>.</a:t>
            </a:r>
          </a:p>
          <a:p>
            <a:pPr>
              <a:buFont typeface="Arial" panose="020B0604020202020204" pitchFamily="34" charset="0"/>
              <a:buChar char="•"/>
            </a:pPr>
            <a:r>
              <a:rPr lang="en-GB" sz="1600" dirty="0"/>
              <a:t>Hugging Face adopted </a:t>
            </a:r>
            <a:r>
              <a:rPr lang="en-GB" sz="1600" dirty="0" err="1"/>
              <a:t>PyTorch</a:t>
            </a:r>
            <a:r>
              <a:rPr lang="en-GB" sz="1600" dirty="0"/>
              <a:t> for </a:t>
            </a:r>
            <a:r>
              <a:rPr lang="en-GB" sz="1600" b="1" dirty="0"/>
              <a:t>transformers and NLP models</a:t>
            </a:r>
            <a:r>
              <a:rPr lang="en-GB" sz="1600" dirty="0"/>
              <a:t>.</a:t>
            </a:r>
          </a:p>
          <a:p>
            <a:pPr>
              <a:buFont typeface="Arial" panose="020B0604020202020204" pitchFamily="34" charset="0"/>
              <a:buChar char="•"/>
            </a:pPr>
            <a:r>
              <a:rPr lang="en-GB" sz="1600" dirty="0"/>
              <a:t>Facebook introduced </a:t>
            </a:r>
            <a:r>
              <a:rPr lang="en-GB" sz="1600" b="1" dirty="0" err="1"/>
              <a:t>TorchScript</a:t>
            </a:r>
            <a:r>
              <a:rPr lang="en-GB" sz="1600" dirty="0"/>
              <a:t> for model deployment.</a:t>
            </a:r>
          </a:p>
          <a:p>
            <a:endParaRPr lang="en-GB" sz="1600" dirty="0"/>
          </a:p>
          <a:p>
            <a:r>
              <a:rPr lang="en-GB" sz="1600" b="1" dirty="0"/>
              <a:t>Competition with TensorFlow (2021- Present)</a:t>
            </a:r>
          </a:p>
          <a:p>
            <a:pPr>
              <a:buFont typeface="Arial" panose="020B0604020202020204" pitchFamily="34" charset="0"/>
              <a:buChar char="•"/>
            </a:pPr>
            <a:r>
              <a:rPr lang="en-GB" sz="1600" dirty="0"/>
              <a:t>By 2021, </a:t>
            </a:r>
            <a:r>
              <a:rPr lang="en-GB" sz="1600" dirty="0" err="1"/>
              <a:t>PyTorch</a:t>
            </a:r>
            <a:r>
              <a:rPr lang="en-GB" sz="1600" dirty="0"/>
              <a:t> had surpassed TensorFlow in research usage.</a:t>
            </a:r>
          </a:p>
          <a:p>
            <a:pPr>
              <a:buFont typeface="Arial" panose="020B0604020202020204" pitchFamily="34" charset="0"/>
              <a:buChar char="•"/>
            </a:pPr>
            <a:r>
              <a:rPr lang="en-GB" sz="1600" b="1" dirty="0" err="1"/>
              <a:t>PyTorch</a:t>
            </a:r>
            <a:r>
              <a:rPr lang="en-GB" sz="1600" b="1" dirty="0"/>
              <a:t> 2.0 (2023)</a:t>
            </a:r>
            <a:r>
              <a:rPr lang="en-GB" sz="1600" dirty="0"/>
              <a:t> introduced </a:t>
            </a:r>
            <a:r>
              <a:rPr lang="en-GB" sz="1600" b="1" dirty="0"/>
              <a:t>faster performance with </a:t>
            </a:r>
            <a:r>
              <a:rPr lang="en-GB" sz="1600" b="1" dirty="0" err="1"/>
              <a:t>torch.compile</a:t>
            </a:r>
            <a:r>
              <a:rPr lang="en-GB" sz="1600" dirty="0"/>
              <a:t>.</a:t>
            </a:r>
          </a:p>
          <a:p>
            <a:pPr>
              <a:buFont typeface="Arial" panose="020B0604020202020204" pitchFamily="34" charset="0"/>
              <a:buChar char="•"/>
            </a:pPr>
            <a:r>
              <a:rPr lang="en-GB" sz="1600" dirty="0"/>
              <a:t>In </a:t>
            </a:r>
            <a:r>
              <a:rPr lang="en-GB" sz="1600" b="1" dirty="0"/>
              <a:t>September 2022</a:t>
            </a:r>
            <a:r>
              <a:rPr lang="en-GB" sz="1600" dirty="0"/>
              <a:t>, </a:t>
            </a:r>
            <a:r>
              <a:rPr lang="en-GB" sz="1600" dirty="0" err="1"/>
              <a:t>PyTorch</a:t>
            </a:r>
            <a:r>
              <a:rPr lang="en-GB" sz="1600" dirty="0"/>
              <a:t> transitioned to the </a:t>
            </a:r>
            <a:r>
              <a:rPr lang="en-GB" sz="1600" b="1" dirty="0"/>
              <a:t>Linux Foundation</a:t>
            </a:r>
            <a:r>
              <a:rPr lang="en-GB" sz="1600" dirty="0"/>
              <a:t>, ensuring open governance.</a:t>
            </a:r>
          </a:p>
          <a:p>
            <a:pPr>
              <a:buFont typeface="Arial" panose="020B0604020202020204" pitchFamily="34" charset="0"/>
              <a:buChar char="•"/>
            </a:pPr>
            <a:r>
              <a:rPr lang="en-GB" sz="1600" dirty="0"/>
              <a:t>Today, it’s widely used in academia, industry, and production AI models.</a:t>
            </a:r>
          </a:p>
        </p:txBody>
      </p:sp>
    </p:spTree>
    <p:extLst>
      <p:ext uri="{BB962C8B-B14F-4D97-AF65-F5344CB8AC3E}">
        <p14:creationId xmlns:p14="http://schemas.microsoft.com/office/powerpoint/2010/main" val="2365398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C38707D-4B15-6EC6-0619-A4FFA3AE9F99}"/>
              </a:ext>
            </a:extLst>
          </p:cNvPr>
          <p:cNvSpPr>
            <a:spLocks noGrp="1"/>
          </p:cNvSpPr>
          <p:nvPr>
            <p:ph type="body" sz="quarter" idx="15"/>
          </p:nvPr>
        </p:nvSpPr>
        <p:spPr>
          <a:xfrm>
            <a:off x="609602" y="1226654"/>
            <a:ext cx="6178824" cy="4895850"/>
          </a:xfrm>
        </p:spPr>
        <p:txBody>
          <a:bodyPr>
            <a:normAutofit/>
          </a:bodyPr>
          <a:lstStyle/>
          <a:p>
            <a:r>
              <a:rPr lang="en-US" sz="2200" dirty="0" err="1"/>
              <a:t>PyTorch's</a:t>
            </a:r>
            <a:r>
              <a:rPr lang="en-US" sz="2200" dirty="0"/>
              <a:t> key features include its dynamic computation graph (which allows changes to the network on the fly), strong GPU acceleration for faster computations, and its deep integration with the Python programming language. This integration makes </a:t>
            </a:r>
            <a:r>
              <a:rPr lang="en-US" sz="2200" dirty="0" err="1"/>
              <a:t>PyTorch</a:t>
            </a:r>
            <a:r>
              <a:rPr lang="en-US" sz="2200" dirty="0"/>
              <a:t> not only powerful but also flexible and intuitive, offering seamless compatibility with popular Python libraries like NumPy and SciPy.</a:t>
            </a:r>
            <a:endParaRPr lang="en-CA" sz="2200" dirty="0"/>
          </a:p>
        </p:txBody>
      </p:sp>
      <p:sp>
        <p:nvSpPr>
          <p:cNvPr id="2" name="Title 1">
            <a:extLst>
              <a:ext uri="{FF2B5EF4-FFF2-40B4-BE49-F238E27FC236}">
                <a16:creationId xmlns:a16="http://schemas.microsoft.com/office/drawing/2014/main" id="{0E02255E-9E21-7D82-87FB-546E97DDF98B}"/>
              </a:ext>
            </a:extLst>
          </p:cNvPr>
          <p:cNvSpPr>
            <a:spLocks noGrp="1"/>
          </p:cNvSpPr>
          <p:nvPr>
            <p:ph type="title"/>
          </p:nvPr>
        </p:nvSpPr>
        <p:spPr>
          <a:xfrm>
            <a:off x="609601" y="576274"/>
            <a:ext cx="5612588" cy="1001980"/>
          </a:xfrm>
        </p:spPr>
        <p:txBody>
          <a:bodyPr anchor="t">
            <a:normAutofit/>
          </a:bodyPr>
          <a:lstStyle/>
          <a:p>
            <a:r>
              <a:rPr lang="en-CA" dirty="0"/>
              <a:t>Key Features of </a:t>
            </a:r>
            <a:r>
              <a:rPr lang="en-CA" dirty="0" err="1"/>
              <a:t>PyTorch</a:t>
            </a:r>
            <a:endParaRPr lang="en-CA" dirty="0"/>
          </a:p>
        </p:txBody>
      </p:sp>
      <p:pic>
        <p:nvPicPr>
          <p:cNvPr id="2052" name="Picture 4">
            <a:extLst>
              <a:ext uri="{FF2B5EF4-FFF2-40B4-BE49-F238E27FC236}">
                <a16:creationId xmlns:a16="http://schemas.microsoft.com/office/drawing/2014/main" id="{77BAD1AC-3A5E-45C9-FCAC-46B60B5C23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7696" y="0"/>
            <a:ext cx="5284303" cy="6281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0900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7744A-1BCE-4165-6BF3-272D4C3A8CFD}"/>
            </a:ext>
          </a:extLst>
        </p:cNvPr>
        <p:cNvGrpSpPr/>
        <p:nvPr/>
      </p:nvGrpSpPr>
      <p:grpSpPr>
        <a:xfrm>
          <a:off x="0" y="0"/>
          <a:ext cx="0" cy="0"/>
          <a:chOff x="0" y="0"/>
          <a:chExt cx="0" cy="0"/>
        </a:xfrm>
      </p:grpSpPr>
      <p:sp>
        <p:nvSpPr>
          <p:cNvPr id="7" name="Text Placeholder 2">
            <a:extLst>
              <a:ext uri="{FF2B5EF4-FFF2-40B4-BE49-F238E27FC236}">
                <a16:creationId xmlns:a16="http://schemas.microsoft.com/office/drawing/2014/main" id="{537D8672-7BC5-37E3-F229-85D278E9282B}"/>
              </a:ext>
            </a:extLst>
          </p:cNvPr>
          <p:cNvSpPr txBox="1">
            <a:spLocks/>
          </p:cNvSpPr>
          <p:nvPr/>
        </p:nvSpPr>
        <p:spPr>
          <a:xfrm>
            <a:off x="278799" y="790537"/>
            <a:ext cx="11086425" cy="5341972"/>
          </a:xfrm>
          <a:prstGeom prst="rect">
            <a:avLst/>
          </a:prstGeom>
        </p:spPr>
        <p:txBody>
          <a:bodyPr anchor="t">
            <a:normAutofit/>
          </a:bodyPr>
          <a:lstStyle>
            <a:lvl1pPr marL="0" indent="0" algn="l" defTabSz="586109" rtl="0" eaLnBrk="1" latinLnBrk="0" hangingPunct="1">
              <a:lnSpc>
                <a:spcPct val="110000"/>
              </a:lnSpc>
              <a:spcBef>
                <a:spcPct val="20000"/>
              </a:spcBef>
              <a:buClr>
                <a:schemeClr val="accent2"/>
              </a:buClr>
              <a:buFontTx/>
              <a:buNone/>
              <a:defRPr sz="2400" kern="1200">
                <a:solidFill>
                  <a:schemeClr val="accent5"/>
                </a:solidFill>
                <a:latin typeface="+mn-lt"/>
                <a:ea typeface="+mn-ea"/>
                <a:cs typeface="+mn-cs"/>
              </a:defRPr>
            </a:lvl1pPr>
            <a:lvl2pPr marL="952428" indent="-366319" algn="l" defTabSz="586109" rtl="0" eaLnBrk="1" latinLnBrk="0" hangingPunct="1">
              <a:lnSpc>
                <a:spcPct val="110000"/>
              </a:lnSpc>
              <a:spcBef>
                <a:spcPct val="20000"/>
              </a:spcBef>
              <a:buClr>
                <a:schemeClr val="accent2"/>
              </a:buClr>
              <a:buSzPct val="75000"/>
              <a:buFont typeface="Arial"/>
              <a:buChar char="•"/>
              <a:defRPr sz="2400" kern="1200">
                <a:solidFill>
                  <a:schemeClr val="accent5"/>
                </a:solidFill>
                <a:latin typeface="+mn-lt"/>
                <a:ea typeface="+mn-ea"/>
                <a:cs typeface="+mn-cs"/>
              </a:defRPr>
            </a:lvl2pPr>
            <a:lvl3pPr marL="1515073" indent="-342854" algn="l" defTabSz="586109" rtl="0" eaLnBrk="1" latinLnBrk="0" hangingPunct="1">
              <a:lnSpc>
                <a:spcPct val="110000"/>
              </a:lnSpc>
              <a:spcBef>
                <a:spcPct val="20000"/>
              </a:spcBef>
              <a:buClr>
                <a:schemeClr val="accent2"/>
              </a:buClr>
              <a:buSzPct val="60000"/>
              <a:buFont typeface="Wingdings" charset="2"/>
              <a:buChar char="§"/>
              <a:defRPr sz="2400" kern="1200" baseline="0">
                <a:solidFill>
                  <a:schemeClr val="accent5"/>
                </a:solidFill>
                <a:latin typeface="+mn-lt"/>
                <a:ea typeface="+mn-ea"/>
                <a:cs typeface="+mn-cs"/>
              </a:defRPr>
            </a:lvl3pPr>
            <a:lvl4pPr marL="2051383" indent="-293055" algn="l" defTabSz="586109" rtl="0" eaLnBrk="1" latinLnBrk="0" hangingPunct="1">
              <a:lnSpc>
                <a:spcPct val="120000"/>
              </a:lnSpc>
              <a:spcBef>
                <a:spcPct val="20000"/>
              </a:spcBef>
              <a:buClr>
                <a:schemeClr val="accent2"/>
              </a:buClr>
              <a:buSzPct val="90000"/>
              <a:buFont typeface="Arial"/>
              <a:buChar char="–"/>
              <a:defRPr sz="1575" kern="1200">
                <a:solidFill>
                  <a:schemeClr val="accent4"/>
                </a:solidFill>
                <a:latin typeface="+mn-lt"/>
                <a:ea typeface="+mn-ea"/>
                <a:cs typeface="+mn-cs"/>
              </a:defRPr>
            </a:lvl4pPr>
            <a:lvl5pPr marL="2637492" indent="-293055" algn="l" defTabSz="586109" rtl="0" eaLnBrk="1" latinLnBrk="0" hangingPunct="1">
              <a:spcBef>
                <a:spcPct val="20000"/>
              </a:spcBef>
              <a:buFont typeface="Arial"/>
              <a:buChar char="»"/>
              <a:defRPr sz="2550" kern="1200">
                <a:solidFill>
                  <a:schemeClr val="accent5"/>
                </a:solidFill>
                <a:latin typeface="+mn-lt"/>
                <a:ea typeface="+mn-ea"/>
                <a:cs typeface="+mn-cs"/>
              </a:defRPr>
            </a:lvl5pPr>
            <a:lvl6pPr marL="3223602" indent="-293055" algn="l" defTabSz="586109" rtl="0" eaLnBrk="1" latinLnBrk="0" hangingPunct="1">
              <a:spcBef>
                <a:spcPct val="20000"/>
              </a:spcBef>
              <a:buFont typeface="Arial"/>
              <a:buChar char="•"/>
              <a:defRPr sz="2550" kern="1200">
                <a:solidFill>
                  <a:schemeClr val="tx1"/>
                </a:solidFill>
                <a:latin typeface="+mn-lt"/>
                <a:ea typeface="+mn-ea"/>
                <a:cs typeface="+mn-cs"/>
              </a:defRPr>
            </a:lvl6pPr>
            <a:lvl7pPr marL="3809711" indent="-293055" algn="l" defTabSz="586109" rtl="0" eaLnBrk="1" latinLnBrk="0" hangingPunct="1">
              <a:spcBef>
                <a:spcPct val="20000"/>
              </a:spcBef>
              <a:buFont typeface="Arial"/>
              <a:buChar char="•"/>
              <a:defRPr sz="2550" kern="1200">
                <a:solidFill>
                  <a:schemeClr val="tx1"/>
                </a:solidFill>
                <a:latin typeface="+mn-lt"/>
                <a:ea typeface="+mn-ea"/>
                <a:cs typeface="+mn-cs"/>
              </a:defRPr>
            </a:lvl7pPr>
            <a:lvl8pPr marL="4395821" indent="-293055" algn="l" defTabSz="586109" rtl="0" eaLnBrk="1" latinLnBrk="0" hangingPunct="1">
              <a:spcBef>
                <a:spcPct val="20000"/>
              </a:spcBef>
              <a:buFont typeface="Arial"/>
              <a:buChar char="•"/>
              <a:defRPr sz="2550" kern="1200">
                <a:solidFill>
                  <a:schemeClr val="tx1"/>
                </a:solidFill>
                <a:latin typeface="+mn-lt"/>
                <a:ea typeface="+mn-ea"/>
                <a:cs typeface="+mn-cs"/>
              </a:defRPr>
            </a:lvl8pPr>
            <a:lvl9pPr marL="4981930" indent="-293055" algn="l" defTabSz="586109" rtl="0" eaLnBrk="1" latinLnBrk="0" hangingPunct="1">
              <a:spcBef>
                <a:spcPct val="20000"/>
              </a:spcBef>
              <a:buFont typeface="Arial"/>
              <a:buChar char="•"/>
              <a:defRPr sz="2550" kern="1200">
                <a:solidFill>
                  <a:schemeClr val="tx1"/>
                </a:solidFill>
                <a:latin typeface="+mn-lt"/>
                <a:ea typeface="+mn-ea"/>
                <a:cs typeface="+mn-cs"/>
              </a:defRPr>
            </a:lvl9pPr>
          </a:lstStyle>
          <a:p>
            <a:endParaRPr lang="en-GB" sz="1600" dirty="0"/>
          </a:p>
        </p:txBody>
      </p:sp>
      <p:sp>
        <p:nvSpPr>
          <p:cNvPr id="9" name="Text Placeholder 2">
            <a:extLst>
              <a:ext uri="{FF2B5EF4-FFF2-40B4-BE49-F238E27FC236}">
                <a16:creationId xmlns:a16="http://schemas.microsoft.com/office/drawing/2014/main" id="{446FF916-AFE0-9B88-5544-6A3E41106424}"/>
              </a:ext>
            </a:extLst>
          </p:cNvPr>
          <p:cNvSpPr>
            <a:spLocks noGrp="1"/>
          </p:cNvSpPr>
          <p:nvPr>
            <p:ph type="body" sz="quarter" idx="15"/>
          </p:nvPr>
        </p:nvSpPr>
        <p:spPr>
          <a:xfrm>
            <a:off x="641044" y="881609"/>
            <a:ext cx="7653866" cy="5485737"/>
          </a:xfrm>
        </p:spPr>
        <p:txBody>
          <a:bodyPr>
            <a:normAutofit/>
          </a:bodyPr>
          <a:lstStyle/>
          <a:p>
            <a:pPr marL="342900" indent="-342900">
              <a:buFont typeface="Arial" panose="020B0604020202020204" pitchFamily="34" charset="0"/>
              <a:buChar char="•"/>
            </a:pPr>
            <a:r>
              <a:rPr lang="en-US" sz="1800" dirty="0"/>
              <a:t>Facilitates building deep learning projects</a:t>
            </a:r>
          </a:p>
          <a:p>
            <a:pPr marL="342900" indent="-342900">
              <a:buFont typeface="Arial" panose="020B0604020202020204" pitchFamily="34" charset="0"/>
              <a:buChar char="•"/>
            </a:pPr>
            <a:r>
              <a:rPr lang="en-US" sz="1800" dirty="0"/>
              <a:t>Easily run array-based calculations</a:t>
            </a:r>
          </a:p>
          <a:p>
            <a:pPr marL="342900" indent="-342900">
              <a:buFont typeface="Arial" panose="020B0604020202020204" pitchFamily="34" charset="0"/>
              <a:buChar char="•"/>
            </a:pPr>
            <a:r>
              <a:rPr lang="en-US" sz="1800" dirty="0"/>
              <a:t>Build dynamic neural networks</a:t>
            </a:r>
          </a:p>
          <a:p>
            <a:pPr marL="342900" indent="-342900">
              <a:buFont typeface="Arial" panose="020B0604020202020204" pitchFamily="34" charset="0"/>
              <a:buChar char="•"/>
            </a:pPr>
            <a:r>
              <a:rPr lang="en-US" sz="1800" dirty="0"/>
              <a:t>Perform auto differentiation with a strong GPU acceleration</a:t>
            </a:r>
          </a:p>
          <a:p>
            <a:pPr marL="342900" indent="-342900">
              <a:buFont typeface="Arial" panose="020B0604020202020204" pitchFamily="34" charset="0"/>
              <a:buChar char="•"/>
            </a:pPr>
            <a:r>
              <a:rPr lang="en-US" sz="1800" dirty="0"/>
              <a:t>Developed to process large-scale image analysis</a:t>
            </a:r>
          </a:p>
          <a:p>
            <a:pPr marL="1295328" lvl="1" indent="-342900">
              <a:buFontTx/>
              <a:buChar char="-"/>
            </a:pPr>
            <a:r>
              <a:rPr lang="en-CA" sz="1800" dirty="0"/>
              <a:t>Object detection</a:t>
            </a:r>
          </a:p>
          <a:p>
            <a:pPr marL="1295328" lvl="1" indent="-342900">
              <a:buFontTx/>
              <a:buChar char="-"/>
            </a:pPr>
            <a:r>
              <a:rPr lang="en-CA" sz="1800" dirty="0"/>
              <a:t>Segmentation</a:t>
            </a:r>
          </a:p>
          <a:p>
            <a:pPr marL="1295328" lvl="1" indent="-342900">
              <a:buFontTx/>
              <a:buChar char="-"/>
            </a:pPr>
            <a:r>
              <a:rPr lang="en-CA" sz="1800" dirty="0"/>
              <a:t>Classification</a:t>
            </a:r>
          </a:p>
          <a:p>
            <a:pPr marL="285750" indent="-285750">
              <a:buFont typeface="Arial" panose="020B0604020202020204" pitchFamily="34" charset="0"/>
              <a:buChar char="•"/>
            </a:pPr>
            <a:r>
              <a:rPr lang="en-CA" sz="1800" dirty="0"/>
              <a:t>Supported by all major cloud platforms</a:t>
            </a:r>
          </a:p>
          <a:p>
            <a:pPr marL="1238178" lvl="1" indent="-285750">
              <a:buFontTx/>
              <a:buChar char="-"/>
            </a:pPr>
            <a:r>
              <a:rPr lang="en-CA" sz="1800" dirty="0"/>
              <a:t>Amazon Web Services</a:t>
            </a:r>
          </a:p>
          <a:p>
            <a:pPr marL="1238178" lvl="1" indent="-285750">
              <a:buFontTx/>
              <a:buChar char="-"/>
            </a:pPr>
            <a:r>
              <a:rPr lang="en-CA" sz="1800" dirty="0"/>
              <a:t>Google Cloud Platform</a:t>
            </a:r>
          </a:p>
          <a:p>
            <a:pPr marL="1238178" lvl="1" indent="-285750">
              <a:buFontTx/>
              <a:buChar char="-"/>
            </a:pPr>
            <a:r>
              <a:rPr lang="en-CA" sz="1800" dirty="0"/>
              <a:t>Microsoft Azure</a:t>
            </a:r>
          </a:p>
          <a:p>
            <a:pPr marL="285750" indent="-285750">
              <a:buFont typeface="Arial" panose="020B0604020202020204" pitchFamily="34" charset="0"/>
              <a:buChar char="•"/>
            </a:pPr>
            <a:r>
              <a:rPr lang="en-CA" sz="1800" dirty="0"/>
              <a:t>Supports CPU, GPU, TPU and parallel processing</a:t>
            </a:r>
          </a:p>
        </p:txBody>
      </p:sp>
      <p:pic>
        <p:nvPicPr>
          <p:cNvPr id="10" name="Picture 2" descr="Why You Should Learn PyTorch in 2023: A Comprehensive Guide">
            <a:extLst>
              <a:ext uri="{FF2B5EF4-FFF2-40B4-BE49-F238E27FC236}">
                <a16:creationId xmlns:a16="http://schemas.microsoft.com/office/drawing/2014/main" id="{E2A3C850-BA53-1616-0441-E151632297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4911" y="1280531"/>
            <a:ext cx="3287488" cy="248858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DB79D7A-A2B2-DFC6-1EDE-3FE76DE2CC2C}"/>
              </a:ext>
            </a:extLst>
          </p:cNvPr>
          <p:cNvSpPr txBox="1"/>
          <p:nvPr/>
        </p:nvSpPr>
        <p:spPr>
          <a:xfrm>
            <a:off x="540683" y="221150"/>
            <a:ext cx="6889857" cy="569387"/>
          </a:xfrm>
          <a:prstGeom prst="rect">
            <a:avLst/>
          </a:prstGeom>
          <a:noFill/>
        </p:spPr>
        <p:txBody>
          <a:bodyPr wrap="square" rtlCol="0">
            <a:spAutoFit/>
          </a:bodyPr>
          <a:lstStyle/>
          <a:p>
            <a:r>
              <a:rPr lang="en-CZ" dirty="0"/>
              <a:t>PyTorch</a:t>
            </a:r>
          </a:p>
        </p:txBody>
      </p:sp>
    </p:spTree>
    <p:extLst>
      <p:ext uri="{BB962C8B-B14F-4D97-AF65-F5344CB8AC3E}">
        <p14:creationId xmlns:p14="http://schemas.microsoft.com/office/powerpoint/2010/main" val="4252827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6EEFB-5F16-0E22-52FF-40D088727615}"/>
              </a:ext>
            </a:extLst>
          </p:cNvPr>
          <p:cNvSpPr>
            <a:spLocks noGrp="1"/>
          </p:cNvSpPr>
          <p:nvPr>
            <p:ph type="title"/>
          </p:nvPr>
        </p:nvSpPr>
        <p:spPr>
          <a:xfrm>
            <a:off x="609601" y="576274"/>
            <a:ext cx="7106241" cy="1001980"/>
          </a:xfrm>
        </p:spPr>
        <p:txBody>
          <a:bodyPr anchor="t">
            <a:normAutofit/>
          </a:bodyPr>
          <a:lstStyle/>
          <a:p>
            <a:r>
              <a:rPr lang="en-CA" dirty="0" err="1"/>
              <a:t>PyTorch</a:t>
            </a:r>
            <a:r>
              <a:rPr lang="en-CA" dirty="0"/>
              <a:t> vs. </a:t>
            </a:r>
            <a:r>
              <a:rPr lang="en-CA" dirty="0" err="1"/>
              <a:t>Tensorflow</a:t>
            </a:r>
            <a:endParaRPr lang="en-CA" dirty="0"/>
          </a:p>
        </p:txBody>
      </p:sp>
      <p:graphicFrame>
        <p:nvGraphicFramePr>
          <p:cNvPr id="6" name="Table 5">
            <a:extLst>
              <a:ext uri="{FF2B5EF4-FFF2-40B4-BE49-F238E27FC236}">
                <a16:creationId xmlns:a16="http://schemas.microsoft.com/office/drawing/2014/main" id="{3043939D-8811-142A-27F3-23BD1C1EBCB8}"/>
              </a:ext>
            </a:extLst>
          </p:cNvPr>
          <p:cNvGraphicFramePr>
            <a:graphicFrameLocks noGrp="1"/>
          </p:cNvGraphicFramePr>
          <p:nvPr>
            <p:extLst>
              <p:ext uri="{D42A27DB-BD31-4B8C-83A1-F6EECF244321}">
                <p14:modId xmlns:p14="http://schemas.microsoft.com/office/powerpoint/2010/main" val="3875311559"/>
              </p:ext>
            </p:extLst>
          </p:nvPr>
        </p:nvGraphicFramePr>
        <p:xfrm>
          <a:off x="1616928" y="1215484"/>
          <a:ext cx="8908612" cy="3972739"/>
        </p:xfrm>
        <a:graphic>
          <a:graphicData uri="http://schemas.openxmlformats.org/drawingml/2006/table">
            <a:tbl>
              <a:tblPr/>
              <a:tblGrid>
                <a:gridCol w="1943075">
                  <a:extLst>
                    <a:ext uri="{9D8B030D-6E8A-4147-A177-3AD203B41FA5}">
                      <a16:colId xmlns:a16="http://schemas.microsoft.com/office/drawing/2014/main" val="2999414262"/>
                    </a:ext>
                  </a:extLst>
                </a:gridCol>
                <a:gridCol w="3419740">
                  <a:extLst>
                    <a:ext uri="{9D8B030D-6E8A-4147-A177-3AD203B41FA5}">
                      <a16:colId xmlns:a16="http://schemas.microsoft.com/office/drawing/2014/main" val="687417661"/>
                    </a:ext>
                  </a:extLst>
                </a:gridCol>
                <a:gridCol w="3545797">
                  <a:extLst>
                    <a:ext uri="{9D8B030D-6E8A-4147-A177-3AD203B41FA5}">
                      <a16:colId xmlns:a16="http://schemas.microsoft.com/office/drawing/2014/main" val="2166943358"/>
                    </a:ext>
                  </a:extLst>
                </a:gridCol>
              </a:tblGrid>
              <a:tr h="289405">
                <a:tc>
                  <a:txBody>
                    <a:bodyPr/>
                    <a:lstStyle/>
                    <a:p>
                      <a:pPr algn="ctr" fontAlgn="b">
                        <a:spcBef>
                          <a:spcPts val="0"/>
                        </a:spcBef>
                        <a:spcAft>
                          <a:spcPts val="0"/>
                        </a:spcAft>
                      </a:pPr>
                      <a:r>
                        <a:rPr lang="en-CA" sz="1000" b="1" i="0" u="none" strike="noStrike">
                          <a:effectLst/>
                          <a:latin typeface="Arial" panose="020B0604020202020204" pitchFamily="34" charset="0"/>
                        </a:rPr>
                        <a:t>Feature/Aspect</a:t>
                      </a:r>
                      <a:endParaRPr lang="en-CA" sz="1000" b="0" i="0" u="none" strike="noStrike">
                        <a:effectLst/>
                        <a:latin typeface="Arial" panose="020B0604020202020204" pitchFamily="34" charset="0"/>
                      </a:endParaRPr>
                    </a:p>
                  </a:txBody>
                  <a:tcPr marL="51712" marR="51712" marT="25856" marB="25856" anchor="b">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9525"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ctr" fontAlgn="b">
                        <a:spcBef>
                          <a:spcPts val="0"/>
                        </a:spcBef>
                        <a:spcAft>
                          <a:spcPts val="0"/>
                        </a:spcAft>
                      </a:pPr>
                      <a:r>
                        <a:rPr lang="en-CA" sz="1000" b="1" i="0" u="none" strike="noStrike" dirty="0" err="1">
                          <a:effectLst/>
                          <a:latin typeface="Arial" panose="020B0604020202020204" pitchFamily="34" charset="0"/>
                        </a:rPr>
                        <a:t>PyTorch</a:t>
                      </a:r>
                      <a:endParaRPr lang="en-CA" sz="1000" b="0" i="0" u="none" strike="noStrike" dirty="0">
                        <a:effectLst/>
                        <a:latin typeface="Arial" panose="020B0604020202020204" pitchFamily="34" charset="0"/>
                      </a:endParaRPr>
                    </a:p>
                  </a:txBody>
                  <a:tcPr marL="51712" marR="51712" marT="25856" marB="25856" anchor="b">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9525"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ctr" fontAlgn="b">
                        <a:spcBef>
                          <a:spcPts val="0"/>
                        </a:spcBef>
                        <a:spcAft>
                          <a:spcPts val="0"/>
                        </a:spcAft>
                      </a:pPr>
                      <a:r>
                        <a:rPr lang="en-CA" sz="1000" b="1" i="0" u="none" strike="noStrike" dirty="0">
                          <a:effectLst/>
                          <a:latin typeface="Arial" panose="020B0604020202020204" pitchFamily="34" charset="0"/>
                        </a:rPr>
                        <a:t>TensorFlow</a:t>
                      </a:r>
                      <a:endParaRPr lang="en-CA" sz="1000" b="0" i="0" u="none" strike="noStrike" dirty="0">
                        <a:effectLst/>
                        <a:latin typeface="Arial" panose="020B0604020202020204" pitchFamily="34" charset="0"/>
                      </a:endParaRPr>
                    </a:p>
                  </a:txBody>
                  <a:tcPr marL="51712" marR="51712" marT="25856" marB="25856" anchor="b">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9525"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4791544"/>
                  </a:ext>
                </a:extLst>
              </a:tr>
              <a:tr h="289405">
                <a:tc>
                  <a:txBody>
                    <a:bodyPr/>
                    <a:lstStyle/>
                    <a:p>
                      <a:pPr algn="l" fontAlgn="base">
                        <a:spcBef>
                          <a:spcPts val="0"/>
                        </a:spcBef>
                        <a:spcAft>
                          <a:spcPts val="0"/>
                        </a:spcAft>
                      </a:pPr>
                      <a:r>
                        <a:rPr lang="en-CA" sz="1000" b="1" i="0" u="none" strike="noStrike">
                          <a:effectLst/>
                          <a:latin typeface="Arial" panose="020B0604020202020204" pitchFamily="34" charset="0"/>
                        </a:rPr>
                        <a:t>Primary Language</a:t>
                      </a:r>
                      <a:endParaRPr lang="en-CA" sz="1000" b="0" i="0" u="none" strike="noStrike">
                        <a:effectLst/>
                        <a:latin typeface="Arial" panose="020B0604020202020204" pitchFamily="34" charset="0"/>
                      </a:endParaRP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CA" sz="1000" b="0" i="0" u="none" strike="noStrike">
                          <a:effectLst/>
                          <a:latin typeface="Arial" panose="020B0604020202020204" pitchFamily="34" charset="0"/>
                        </a:rPr>
                        <a:t>Python</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US" sz="1000" b="0" i="0" u="none" strike="noStrike">
                          <a:effectLst/>
                          <a:latin typeface="Arial" panose="020B0604020202020204" pitchFamily="34" charset="0"/>
                        </a:rPr>
                        <a:t>Python, with APIs in other languages</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2599705560"/>
                  </a:ext>
                </a:extLst>
              </a:tr>
              <a:tr h="289405">
                <a:tc>
                  <a:txBody>
                    <a:bodyPr/>
                    <a:lstStyle/>
                    <a:p>
                      <a:pPr algn="l" fontAlgn="base">
                        <a:spcBef>
                          <a:spcPts val="0"/>
                        </a:spcBef>
                        <a:spcAft>
                          <a:spcPts val="0"/>
                        </a:spcAft>
                      </a:pPr>
                      <a:r>
                        <a:rPr lang="en-CA" sz="1000" b="1" i="0" u="none" strike="noStrike" dirty="0">
                          <a:effectLst/>
                          <a:latin typeface="Arial" panose="020B0604020202020204" pitchFamily="34" charset="0"/>
                        </a:rPr>
                        <a:t>Computation Graphs</a:t>
                      </a:r>
                      <a:endParaRPr lang="en-CA" sz="1000" b="0" i="0" u="none" strike="noStrike" dirty="0">
                        <a:effectLst/>
                        <a:latin typeface="Arial" panose="020B0604020202020204" pitchFamily="34" charset="0"/>
                      </a:endParaRP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CA" sz="1000" b="0" i="0" u="none" strike="noStrike">
                          <a:effectLst/>
                          <a:latin typeface="Arial" panose="020B0604020202020204" pitchFamily="34" charset="0"/>
                        </a:rPr>
                        <a:t>Dynamic (Define-by-Run)</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CA" sz="1000" b="0" i="0" u="none" strike="noStrike">
                          <a:effectLst/>
                          <a:latin typeface="Arial" panose="020B0604020202020204" pitchFamily="34" charset="0"/>
                        </a:rPr>
                        <a:t>Static (Define-and-Run)</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2621087899"/>
                  </a:ext>
                </a:extLst>
              </a:tr>
              <a:tr h="486726">
                <a:tc>
                  <a:txBody>
                    <a:bodyPr/>
                    <a:lstStyle/>
                    <a:p>
                      <a:pPr algn="l" fontAlgn="base">
                        <a:spcBef>
                          <a:spcPts val="0"/>
                        </a:spcBef>
                        <a:spcAft>
                          <a:spcPts val="0"/>
                        </a:spcAft>
                      </a:pPr>
                      <a:r>
                        <a:rPr lang="en-CA" sz="1000" b="1" i="0" u="none" strike="noStrike">
                          <a:effectLst/>
                          <a:latin typeface="Arial" panose="020B0604020202020204" pitchFamily="34" charset="0"/>
                        </a:rPr>
                        <a:t>Ease of Use</a:t>
                      </a:r>
                      <a:endParaRPr lang="en-CA" sz="1000" b="0" i="0" u="none" strike="noStrike">
                        <a:effectLst/>
                        <a:latin typeface="Arial" panose="020B0604020202020204" pitchFamily="34" charset="0"/>
                      </a:endParaRP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US" sz="1000" b="0" i="0" u="none" strike="noStrike">
                          <a:effectLst/>
                          <a:latin typeface="Arial" panose="020B0604020202020204" pitchFamily="34" charset="0"/>
                        </a:rPr>
                        <a:t>Generally considered more user-friendly and intuitive</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US" sz="1000" b="0" i="0" u="none" strike="noStrike" dirty="0">
                          <a:effectLst/>
                          <a:latin typeface="Arial" panose="020B0604020202020204" pitchFamily="34" charset="0"/>
                        </a:rPr>
                        <a:t>Steeper learning curve, improved with </a:t>
                      </a:r>
                      <a:r>
                        <a:rPr lang="en-US" sz="1000" b="0" i="0" u="none" strike="noStrike" dirty="0" err="1">
                          <a:effectLst/>
                          <a:latin typeface="Arial" panose="020B0604020202020204" pitchFamily="34" charset="0"/>
                        </a:rPr>
                        <a:t>Keras</a:t>
                      </a:r>
                      <a:endParaRPr lang="en-US" sz="1000" b="0" i="0" u="none" strike="noStrike" dirty="0">
                        <a:effectLst/>
                        <a:latin typeface="Arial" panose="020B0604020202020204" pitchFamily="34" charset="0"/>
                      </a:endParaRP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170908217"/>
                  </a:ext>
                </a:extLst>
              </a:tr>
              <a:tr h="486726">
                <a:tc>
                  <a:txBody>
                    <a:bodyPr/>
                    <a:lstStyle/>
                    <a:p>
                      <a:pPr algn="l" fontAlgn="base">
                        <a:spcBef>
                          <a:spcPts val="0"/>
                        </a:spcBef>
                        <a:spcAft>
                          <a:spcPts val="0"/>
                        </a:spcAft>
                      </a:pPr>
                      <a:r>
                        <a:rPr lang="en-CA" sz="1000" b="1" i="0" u="none" strike="noStrike">
                          <a:effectLst/>
                          <a:latin typeface="Arial" panose="020B0604020202020204" pitchFamily="34" charset="0"/>
                        </a:rPr>
                        <a:t>Debugging</a:t>
                      </a:r>
                      <a:endParaRPr lang="en-CA" sz="1000" b="0" i="0" u="none" strike="noStrike">
                        <a:effectLst/>
                        <a:latin typeface="Arial" panose="020B0604020202020204" pitchFamily="34" charset="0"/>
                      </a:endParaRP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US" sz="1000" b="0" i="0" u="none" strike="noStrike">
                          <a:effectLst/>
                          <a:latin typeface="Arial" panose="020B0604020202020204" pitchFamily="34" charset="0"/>
                        </a:rPr>
                        <a:t>Easier due to dynamic graphs and Pythonic nature</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US" sz="1000" b="0" i="0" u="none" strike="noStrike">
                          <a:effectLst/>
                          <a:latin typeface="Arial" panose="020B0604020202020204" pitchFamily="34" charset="0"/>
                        </a:rPr>
                        <a:t>More complex, requires separate tools</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3968904652"/>
                  </a:ext>
                </a:extLst>
              </a:tr>
              <a:tr h="486726">
                <a:tc>
                  <a:txBody>
                    <a:bodyPr/>
                    <a:lstStyle/>
                    <a:p>
                      <a:pPr algn="l" fontAlgn="base">
                        <a:spcBef>
                          <a:spcPts val="0"/>
                        </a:spcBef>
                        <a:spcAft>
                          <a:spcPts val="0"/>
                        </a:spcAft>
                      </a:pPr>
                      <a:r>
                        <a:rPr lang="en-CA" sz="1000" b="1" i="0" u="none" strike="noStrike">
                          <a:effectLst/>
                          <a:latin typeface="Arial" panose="020B0604020202020204" pitchFamily="34" charset="0"/>
                        </a:rPr>
                        <a:t>Performance</a:t>
                      </a:r>
                      <a:endParaRPr lang="en-CA" sz="1000" b="0" i="0" u="none" strike="noStrike">
                        <a:effectLst/>
                        <a:latin typeface="Arial" panose="020B0604020202020204" pitchFamily="34" charset="0"/>
                      </a:endParaRP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US" sz="1000" b="0" i="0" u="none" strike="noStrike" dirty="0">
                          <a:effectLst/>
                          <a:latin typeface="Arial" panose="020B0604020202020204" pitchFamily="34" charset="0"/>
                        </a:rPr>
                        <a:t>Comparable, with slight variations based on use case</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US" sz="1000" b="0" i="0" u="none" strike="noStrike">
                          <a:effectLst/>
                          <a:latin typeface="Arial" panose="020B0604020202020204" pitchFamily="34" charset="0"/>
                        </a:rPr>
                        <a:t>Comparable, with optimizations for large-scale</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1950854014"/>
                  </a:ext>
                </a:extLst>
              </a:tr>
              <a:tr h="486726">
                <a:tc>
                  <a:txBody>
                    <a:bodyPr/>
                    <a:lstStyle/>
                    <a:p>
                      <a:pPr algn="l" fontAlgn="base">
                        <a:spcBef>
                          <a:spcPts val="0"/>
                        </a:spcBef>
                        <a:spcAft>
                          <a:spcPts val="0"/>
                        </a:spcAft>
                      </a:pPr>
                      <a:r>
                        <a:rPr lang="en-CA" sz="1000" b="1" i="0" u="none" strike="noStrike">
                          <a:effectLst/>
                          <a:latin typeface="Arial" panose="020B0604020202020204" pitchFamily="34" charset="0"/>
                        </a:rPr>
                        <a:t>Community &amp; Support</a:t>
                      </a:r>
                      <a:endParaRPr lang="en-CA" sz="1000" b="0" i="0" u="none" strike="noStrike">
                        <a:effectLst/>
                        <a:latin typeface="Arial" panose="020B0604020202020204" pitchFamily="34" charset="0"/>
                      </a:endParaRP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US" sz="1000" b="0" i="0" u="none" strike="noStrike" dirty="0">
                          <a:effectLst/>
                          <a:latin typeface="Arial" panose="020B0604020202020204" pitchFamily="34" charset="0"/>
                        </a:rPr>
                        <a:t>Strong community, especially in research</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US" sz="1000" b="0" i="0" u="none" strike="noStrike" dirty="0">
                          <a:effectLst/>
                          <a:latin typeface="Arial" panose="020B0604020202020204" pitchFamily="34" charset="0"/>
                        </a:rPr>
                        <a:t>Strong community, less popular in research</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2871074301"/>
                  </a:ext>
                </a:extLst>
              </a:tr>
              <a:tr h="289405">
                <a:tc>
                  <a:txBody>
                    <a:bodyPr/>
                    <a:lstStyle/>
                    <a:p>
                      <a:pPr algn="l" fontAlgn="base">
                        <a:spcBef>
                          <a:spcPts val="0"/>
                        </a:spcBef>
                        <a:spcAft>
                          <a:spcPts val="0"/>
                        </a:spcAft>
                      </a:pPr>
                      <a:r>
                        <a:rPr lang="en-CA" sz="1000" b="1" i="0" u="none" strike="noStrike">
                          <a:effectLst/>
                          <a:latin typeface="Arial" panose="020B0604020202020204" pitchFamily="34" charset="0"/>
                        </a:rPr>
                        <a:t>Deployment</a:t>
                      </a:r>
                      <a:endParaRPr lang="en-CA" sz="1000" b="0" i="0" u="none" strike="noStrike">
                        <a:effectLst/>
                        <a:latin typeface="Arial" panose="020B0604020202020204" pitchFamily="34" charset="0"/>
                      </a:endParaRP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US" sz="1000" b="0" i="0" u="none" strike="noStrike" dirty="0">
                          <a:effectLst/>
                          <a:latin typeface="Arial" panose="020B0604020202020204" pitchFamily="34" charset="0"/>
                        </a:rPr>
                        <a:t>Growing in mobile and web deployment</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US" sz="1000" b="0" i="0" u="none" strike="noStrike" dirty="0">
                          <a:effectLst/>
                          <a:latin typeface="Arial" panose="020B0604020202020204" pitchFamily="34" charset="0"/>
                        </a:rPr>
                        <a:t>Extensive deployment options, including </a:t>
                      </a:r>
                      <a:r>
                        <a:rPr lang="en-US" sz="1000" b="0" i="0" u="none" strike="noStrike" dirty="0" err="1">
                          <a:effectLst/>
                          <a:latin typeface="Arial" panose="020B0604020202020204" pitchFamily="34" charset="0"/>
                        </a:rPr>
                        <a:t>TFLite</a:t>
                      </a:r>
                      <a:endParaRPr lang="en-US" sz="1000" b="0" i="0" u="none" strike="noStrike" dirty="0">
                        <a:effectLst/>
                        <a:latin typeface="Arial" panose="020B0604020202020204" pitchFamily="34" charset="0"/>
                      </a:endParaRP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2354448806"/>
                  </a:ext>
                </a:extLst>
              </a:tr>
              <a:tr h="289405">
                <a:tc>
                  <a:txBody>
                    <a:bodyPr/>
                    <a:lstStyle/>
                    <a:p>
                      <a:pPr algn="l" fontAlgn="base">
                        <a:spcBef>
                          <a:spcPts val="0"/>
                        </a:spcBef>
                        <a:spcAft>
                          <a:spcPts val="0"/>
                        </a:spcAft>
                      </a:pPr>
                      <a:r>
                        <a:rPr lang="en-CA" sz="1000" b="1" i="0" u="none" strike="noStrike" dirty="0">
                          <a:effectLst/>
                          <a:latin typeface="Arial" panose="020B0604020202020204" pitchFamily="34" charset="0"/>
                        </a:rPr>
                        <a:t>Pre-Trained Models</a:t>
                      </a:r>
                      <a:endParaRPr lang="en-CA" sz="1000" b="0" i="0" u="none" strike="noStrike" dirty="0">
                        <a:effectLst/>
                        <a:latin typeface="Arial" panose="020B0604020202020204" pitchFamily="34" charset="0"/>
                      </a:endParaRP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CA" sz="1000" b="0" i="0" u="none" strike="noStrike" dirty="0">
                          <a:effectLst/>
                          <a:latin typeface="Arial" panose="020B0604020202020204" pitchFamily="34" charset="0"/>
                        </a:rPr>
                        <a:t>Available through </a:t>
                      </a:r>
                      <a:r>
                        <a:rPr lang="en-CA" sz="1000" b="0" i="0" u="none" strike="noStrike" dirty="0" err="1">
                          <a:effectLst/>
                          <a:latin typeface="Arial" panose="020B0604020202020204" pitchFamily="34" charset="0"/>
                        </a:rPr>
                        <a:t>TorchVision</a:t>
                      </a:r>
                      <a:r>
                        <a:rPr lang="en-CA" sz="1000" b="0" i="0" u="none" strike="noStrike" dirty="0">
                          <a:effectLst/>
                          <a:latin typeface="Arial" panose="020B0604020202020204" pitchFamily="34" charset="0"/>
                        </a:rPr>
                        <a:t>, etc.</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US" sz="1000" b="0" i="0" u="none" strike="noStrike" dirty="0">
                          <a:effectLst/>
                          <a:latin typeface="Arial" panose="020B0604020202020204" pitchFamily="34" charset="0"/>
                        </a:rPr>
                        <a:t>Extensive range in TensorFlow Hub</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2124743561"/>
                  </a:ext>
                </a:extLst>
              </a:tr>
              <a:tr h="289405">
                <a:tc>
                  <a:txBody>
                    <a:bodyPr/>
                    <a:lstStyle/>
                    <a:p>
                      <a:pPr algn="l" fontAlgn="base">
                        <a:spcBef>
                          <a:spcPts val="0"/>
                        </a:spcBef>
                        <a:spcAft>
                          <a:spcPts val="0"/>
                        </a:spcAft>
                      </a:pPr>
                      <a:r>
                        <a:rPr lang="en-CA" sz="1000" b="1" i="0" u="none" strike="noStrike" dirty="0">
                          <a:effectLst/>
                          <a:latin typeface="Arial" panose="020B0604020202020204" pitchFamily="34" charset="0"/>
                        </a:rPr>
                        <a:t>Distributed Training</a:t>
                      </a:r>
                      <a:endParaRPr lang="en-CA" sz="1000" b="0" i="0" u="none" strike="noStrike" dirty="0">
                        <a:effectLst/>
                        <a:latin typeface="Arial" panose="020B0604020202020204" pitchFamily="34" charset="0"/>
                      </a:endParaRP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CA" sz="1000" b="0" i="0" u="none" strike="noStrike" dirty="0">
                          <a:effectLst/>
                          <a:latin typeface="Arial" panose="020B0604020202020204" pitchFamily="34" charset="0"/>
                        </a:rPr>
                        <a:t>Supported with </a:t>
                      </a:r>
                      <a:r>
                        <a:rPr lang="en-CA" sz="1000" b="0" i="0" u="none" strike="noStrike" dirty="0" err="1">
                          <a:effectLst/>
                          <a:latin typeface="Arial" panose="020B0604020202020204" pitchFamily="34" charset="0"/>
                        </a:rPr>
                        <a:t>PyTorch</a:t>
                      </a:r>
                      <a:r>
                        <a:rPr lang="en-CA" sz="1000" b="0" i="0" u="none" strike="noStrike" dirty="0">
                          <a:effectLst/>
                          <a:latin typeface="Arial" panose="020B0604020202020204" pitchFamily="34" charset="0"/>
                        </a:rPr>
                        <a:t> Distributed</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US" sz="1000" b="0" i="0" u="none" strike="noStrike" dirty="0">
                          <a:effectLst/>
                          <a:latin typeface="Arial" panose="020B0604020202020204" pitchFamily="34" charset="0"/>
                        </a:rPr>
                        <a:t>Advanced options with TensorFlow Distributed</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3990299105"/>
                  </a:ext>
                </a:extLst>
              </a:tr>
              <a:tr h="289405">
                <a:tc>
                  <a:txBody>
                    <a:bodyPr/>
                    <a:lstStyle/>
                    <a:p>
                      <a:pPr algn="l" fontAlgn="base">
                        <a:spcBef>
                          <a:spcPts val="0"/>
                        </a:spcBef>
                        <a:spcAft>
                          <a:spcPts val="0"/>
                        </a:spcAft>
                      </a:pPr>
                      <a:r>
                        <a:rPr lang="en-CA" sz="1000" b="1" i="0" u="none" strike="noStrike">
                          <a:effectLst/>
                          <a:latin typeface="Arial" panose="020B0604020202020204" pitchFamily="34" charset="0"/>
                        </a:rPr>
                        <a:t>Integration</a:t>
                      </a:r>
                      <a:endParaRPr lang="en-CA" sz="1000" b="0" i="0" u="none" strike="noStrike">
                        <a:effectLst/>
                        <a:latin typeface="Arial" panose="020B0604020202020204" pitchFamily="34" charset="0"/>
                      </a:endParaRP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9525"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CA" sz="1000" b="0" i="0" u="none" strike="noStrike" dirty="0">
                          <a:effectLst/>
                          <a:latin typeface="Arial" panose="020B0604020202020204" pitchFamily="34" charset="0"/>
                        </a:rPr>
                        <a:t>Seamless with Python libraries</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9525" cap="flat" cmpd="sng" algn="ctr">
                      <a:solidFill>
                        <a:srgbClr val="D9D9E3"/>
                      </a:solidFill>
                      <a:prstDash val="solid"/>
                      <a:round/>
                      <a:headEnd type="none" w="med" len="med"/>
                      <a:tailEnd type="none" w="med" len="med"/>
                    </a:lnB>
                    <a:noFill/>
                  </a:tcPr>
                </a:tc>
                <a:tc>
                  <a:txBody>
                    <a:bodyPr/>
                    <a:lstStyle/>
                    <a:p>
                      <a:pPr algn="l" fontAlgn="base">
                        <a:spcBef>
                          <a:spcPts val="0"/>
                        </a:spcBef>
                        <a:spcAft>
                          <a:spcPts val="0"/>
                        </a:spcAft>
                      </a:pPr>
                      <a:r>
                        <a:rPr lang="en-US" sz="1000" b="0" i="0" u="none" strike="noStrike" dirty="0">
                          <a:effectLst/>
                          <a:latin typeface="Arial" panose="020B0604020202020204" pitchFamily="34" charset="0"/>
                        </a:rPr>
                        <a:t>Integrates well with TensorFlow ecosystem</a:t>
                      </a:r>
                    </a:p>
                  </a:txBody>
                  <a:tcPr marL="51712" marR="51712" marT="25856" marB="25856"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9525"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689623125"/>
                  </a:ext>
                </a:extLst>
              </a:tr>
            </a:tbl>
          </a:graphicData>
        </a:graphic>
      </p:graphicFrame>
      <p:sp>
        <p:nvSpPr>
          <p:cNvPr id="3" name="TextBox 2">
            <a:extLst>
              <a:ext uri="{FF2B5EF4-FFF2-40B4-BE49-F238E27FC236}">
                <a16:creationId xmlns:a16="http://schemas.microsoft.com/office/drawing/2014/main" id="{930B0A72-7D7C-8070-87E5-4ED53676DF71}"/>
              </a:ext>
            </a:extLst>
          </p:cNvPr>
          <p:cNvSpPr txBox="1"/>
          <p:nvPr/>
        </p:nvSpPr>
        <p:spPr>
          <a:xfrm>
            <a:off x="587205" y="5534132"/>
            <a:ext cx="11017587" cy="461665"/>
          </a:xfrm>
          <a:prstGeom prst="rect">
            <a:avLst/>
          </a:prstGeom>
          <a:noFill/>
        </p:spPr>
        <p:txBody>
          <a:bodyPr wrap="square" rtlCol="0">
            <a:spAutoFit/>
          </a:bodyPr>
          <a:lstStyle/>
          <a:p>
            <a:r>
              <a:rPr lang="en-GB" sz="1200" b="1" dirty="0"/>
              <a:t>Use </a:t>
            </a:r>
            <a:r>
              <a:rPr lang="en-GB" sz="1200" b="1" dirty="0" err="1"/>
              <a:t>PyTorch</a:t>
            </a:r>
            <a:r>
              <a:rPr lang="en-GB" sz="1200" b="1" dirty="0"/>
              <a:t> if</a:t>
            </a:r>
            <a:r>
              <a:rPr lang="en-GB" sz="1200" dirty="0"/>
              <a:t>: You are a beginner, doing research, or need flexibility (</a:t>
            </a:r>
            <a:r>
              <a:rPr lang="en-GB" sz="1200" dirty="0" err="1"/>
              <a:t>e.g.NLP</a:t>
            </a:r>
            <a:r>
              <a:rPr lang="en-GB" sz="1200" dirty="0"/>
              <a:t>, CV).</a:t>
            </a:r>
          </a:p>
          <a:p>
            <a:r>
              <a:rPr lang="en-GB" sz="1200" b="1" dirty="0"/>
              <a:t>Use TensorFlow if</a:t>
            </a:r>
            <a:r>
              <a:rPr lang="en-GB" sz="1200" dirty="0"/>
              <a:t>: You need enterprise-level solutions, mobile deployment, or production-ready models.</a:t>
            </a:r>
            <a:endParaRPr lang="en-CZ" sz="1200" dirty="0"/>
          </a:p>
        </p:txBody>
      </p:sp>
    </p:spTree>
    <p:extLst>
      <p:ext uri="{BB962C8B-B14F-4D97-AF65-F5344CB8AC3E}">
        <p14:creationId xmlns:p14="http://schemas.microsoft.com/office/powerpoint/2010/main" val="1683708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A373F-57EB-F117-1913-30A928372DBB}"/>
              </a:ext>
            </a:extLst>
          </p:cNvPr>
          <p:cNvSpPr>
            <a:spLocks noGrp="1"/>
          </p:cNvSpPr>
          <p:nvPr>
            <p:ph type="title"/>
          </p:nvPr>
        </p:nvSpPr>
        <p:spPr>
          <a:xfrm>
            <a:off x="609601" y="576274"/>
            <a:ext cx="7106241" cy="1001980"/>
          </a:xfrm>
        </p:spPr>
        <p:txBody>
          <a:bodyPr anchor="t">
            <a:normAutofit/>
          </a:bodyPr>
          <a:lstStyle/>
          <a:p>
            <a:r>
              <a:rPr lang="en-CA"/>
              <a:t>Core Components of PyTorch</a:t>
            </a:r>
          </a:p>
        </p:txBody>
      </p:sp>
      <p:sp>
        <p:nvSpPr>
          <p:cNvPr id="3" name="Text Placeholder 2">
            <a:extLst>
              <a:ext uri="{FF2B5EF4-FFF2-40B4-BE49-F238E27FC236}">
                <a16:creationId xmlns:a16="http://schemas.microsoft.com/office/drawing/2014/main" id="{25A32027-9C65-6E06-6D40-B8C022A48CBE}"/>
              </a:ext>
            </a:extLst>
          </p:cNvPr>
          <p:cNvSpPr>
            <a:spLocks noGrp="1"/>
          </p:cNvSpPr>
          <p:nvPr>
            <p:ph type="body" sz="quarter" idx="15"/>
          </p:nvPr>
        </p:nvSpPr>
        <p:spPr>
          <a:xfrm>
            <a:off x="609601" y="1504950"/>
            <a:ext cx="11221614" cy="3848100"/>
          </a:xfrm>
        </p:spPr>
        <p:txBody>
          <a:bodyPr>
            <a:normAutofit/>
          </a:bodyPr>
          <a:lstStyle/>
          <a:p>
            <a:r>
              <a:rPr lang="en-US" dirty="0" err="1"/>
              <a:t>PyTorch</a:t>
            </a:r>
            <a:r>
              <a:rPr lang="en-US" dirty="0"/>
              <a:t> comprises several core components: </a:t>
            </a:r>
          </a:p>
          <a:p>
            <a:pPr marL="342900" indent="-342900">
              <a:buFont typeface="Arial" panose="020B0604020202020204" pitchFamily="34" charset="0"/>
              <a:buChar char="•"/>
            </a:pPr>
            <a:r>
              <a:rPr lang="en-US" dirty="0"/>
              <a:t>Tensors, which are similar to NumPy arrays but with GPU support</a:t>
            </a:r>
          </a:p>
          <a:p>
            <a:pPr marL="342900" indent="-342900">
              <a:buFont typeface="Arial" panose="020B0604020202020204" pitchFamily="34" charset="0"/>
              <a:buChar char="•"/>
            </a:pPr>
            <a:r>
              <a:rPr lang="en-US" dirty="0" err="1"/>
              <a:t>Autograd</a:t>
            </a:r>
            <a:r>
              <a:rPr lang="en-US" dirty="0"/>
              <a:t>, for automatic differentiation</a:t>
            </a:r>
          </a:p>
          <a:p>
            <a:pPr marL="342900" indent="-342900">
              <a:buFont typeface="Arial" panose="020B0604020202020204" pitchFamily="34" charset="0"/>
              <a:buChar char="•"/>
            </a:pPr>
            <a:r>
              <a:rPr lang="en-US" dirty="0"/>
              <a:t>Optimizers, which abstract the optimization algorithms used to train neural networks.</a:t>
            </a:r>
          </a:p>
          <a:p>
            <a:r>
              <a:rPr lang="en-US" dirty="0"/>
              <a:t>These components work together to simplify the process of creating and training complex models.</a:t>
            </a:r>
            <a:endParaRPr lang="en-CA" dirty="0"/>
          </a:p>
        </p:txBody>
      </p:sp>
    </p:spTree>
    <p:extLst>
      <p:ext uri="{BB962C8B-B14F-4D97-AF65-F5344CB8AC3E}">
        <p14:creationId xmlns:p14="http://schemas.microsoft.com/office/powerpoint/2010/main" val="3272372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45BB55-502A-1938-80DC-243DBB2F0A18}"/>
              </a:ext>
            </a:extLst>
          </p:cNvPr>
          <p:cNvSpPr>
            <a:spLocks noGrp="1"/>
          </p:cNvSpPr>
          <p:nvPr>
            <p:ph type="body" sz="quarter" idx="15"/>
          </p:nvPr>
        </p:nvSpPr>
        <p:spPr>
          <a:xfrm>
            <a:off x="152401" y="1029939"/>
            <a:ext cx="6274612" cy="4798121"/>
          </a:xfrm>
        </p:spPr>
        <p:txBody>
          <a:bodyPr>
            <a:normAutofit/>
          </a:bodyPr>
          <a:lstStyle/>
          <a:p>
            <a:r>
              <a:rPr lang="en-US" dirty="0"/>
              <a:t>Tensors are the fundamental building blocks in </a:t>
            </a:r>
            <a:r>
              <a:rPr lang="en-US" dirty="0" err="1"/>
              <a:t>PyTorch</a:t>
            </a:r>
            <a:r>
              <a:rPr lang="en-US" dirty="0"/>
              <a:t>, representing data like images or text. </a:t>
            </a:r>
          </a:p>
          <a:p>
            <a:endParaRPr lang="en-US" dirty="0"/>
          </a:p>
          <a:p>
            <a:r>
              <a:rPr lang="en-US" dirty="0"/>
              <a:t>To handle and store the data in all stages of deep learning, </a:t>
            </a:r>
            <a:r>
              <a:rPr lang="en-US" dirty="0" err="1"/>
              <a:t>PyTorch</a:t>
            </a:r>
            <a:r>
              <a:rPr lang="en-US" dirty="0"/>
              <a:t> uses this essential data structure called </a:t>
            </a:r>
            <a:r>
              <a:rPr lang="en-US" u="sng" dirty="0"/>
              <a:t>tensor</a:t>
            </a:r>
            <a:r>
              <a:rPr lang="en-US" dirty="0"/>
              <a:t>.</a:t>
            </a:r>
          </a:p>
          <a:p>
            <a:endParaRPr lang="en-US" dirty="0"/>
          </a:p>
          <a:p>
            <a:r>
              <a:rPr lang="en-US" dirty="0"/>
              <a:t>Inputs, intermediate representations and outputs are stored as tensors.</a:t>
            </a:r>
          </a:p>
          <a:p>
            <a:endParaRPr lang="en-US" dirty="0"/>
          </a:p>
        </p:txBody>
      </p:sp>
      <p:sp>
        <p:nvSpPr>
          <p:cNvPr id="2" name="Title 1">
            <a:extLst>
              <a:ext uri="{FF2B5EF4-FFF2-40B4-BE49-F238E27FC236}">
                <a16:creationId xmlns:a16="http://schemas.microsoft.com/office/drawing/2014/main" id="{370B8BD7-1AE7-A8AC-742B-2FEAAF780730}"/>
              </a:ext>
            </a:extLst>
          </p:cNvPr>
          <p:cNvSpPr>
            <a:spLocks noGrp="1"/>
          </p:cNvSpPr>
          <p:nvPr>
            <p:ph type="title"/>
          </p:nvPr>
        </p:nvSpPr>
        <p:spPr>
          <a:xfrm>
            <a:off x="152401" y="299615"/>
            <a:ext cx="5612588" cy="1001980"/>
          </a:xfrm>
        </p:spPr>
        <p:txBody>
          <a:bodyPr anchor="t">
            <a:normAutofit/>
          </a:bodyPr>
          <a:lstStyle/>
          <a:p>
            <a:r>
              <a:rPr lang="en-CA" dirty="0"/>
              <a:t>Deep Dive into Tensors</a:t>
            </a:r>
          </a:p>
        </p:txBody>
      </p:sp>
      <p:pic>
        <p:nvPicPr>
          <p:cNvPr id="4" name="Picture 3">
            <a:extLst>
              <a:ext uri="{FF2B5EF4-FFF2-40B4-BE49-F238E27FC236}">
                <a16:creationId xmlns:a16="http://schemas.microsoft.com/office/drawing/2014/main" id="{2B42656F-7CD9-FE32-E8B9-3C9B42F61CCD}"/>
              </a:ext>
            </a:extLst>
          </p:cNvPr>
          <p:cNvPicPr>
            <a:picLocks noChangeAspect="1"/>
          </p:cNvPicPr>
          <p:nvPr/>
        </p:nvPicPr>
        <p:blipFill>
          <a:blip r:embed="rId2"/>
          <a:stretch>
            <a:fillRect/>
          </a:stretch>
        </p:blipFill>
        <p:spPr>
          <a:xfrm>
            <a:off x="6534614" y="800605"/>
            <a:ext cx="5657386" cy="4457296"/>
          </a:xfrm>
          <a:prstGeom prst="rect">
            <a:avLst/>
          </a:prstGeom>
        </p:spPr>
      </p:pic>
    </p:spTree>
    <p:extLst>
      <p:ext uri="{BB962C8B-B14F-4D97-AF65-F5344CB8AC3E}">
        <p14:creationId xmlns:p14="http://schemas.microsoft.com/office/powerpoint/2010/main" val="3030173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994ED-1B10-5919-FF4E-4693C9B9B36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36F3F01-4552-1A1B-EFAB-84687FBEB9D9}"/>
              </a:ext>
            </a:extLst>
          </p:cNvPr>
          <p:cNvSpPr>
            <a:spLocks noGrp="1"/>
          </p:cNvSpPr>
          <p:nvPr>
            <p:ph type="body" sz="quarter" idx="15"/>
          </p:nvPr>
        </p:nvSpPr>
        <p:spPr>
          <a:xfrm>
            <a:off x="152401" y="1029939"/>
            <a:ext cx="6274612" cy="4798121"/>
          </a:xfrm>
        </p:spPr>
        <p:txBody>
          <a:bodyPr>
            <a:normAutofit/>
          </a:bodyPr>
          <a:lstStyle/>
          <a:p>
            <a:r>
              <a:rPr lang="en-US" dirty="0"/>
              <a:t>In mathematics, tensors can be defined as generalization of scalars, vectors and matrices to any dimension</a:t>
            </a:r>
          </a:p>
          <a:p>
            <a:r>
              <a:rPr lang="en-US" dirty="0"/>
              <a:t>In </a:t>
            </a:r>
            <a:r>
              <a:rPr lang="en-US" dirty="0" err="1"/>
              <a:t>PyTorch</a:t>
            </a:r>
            <a:r>
              <a:rPr lang="en-US" dirty="0"/>
              <a:t>, Tensors are multidimensional array containing elements of a single data type</a:t>
            </a:r>
          </a:p>
          <a:p>
            <a:r>
              <a:rPr lang="en-US" dirty="0"/>
              <a:t>Tensor is similar to fundamental object in NumPy called </a:t>
            </a:r>
            <a:r>
              <a:rPr lang="en-US" dirty="0" err="1"/>
              <a:t>ndarray</a:t>
            </a:r>
            <a:endParaRPr lang="en-US" dirty="0"/>
          </a:p>
          <a:p>
            <a:r>
              <a:rPr lang="en-US" dirty="0" err="1"/>
              <a:t>ndarray</a:t>
            </a:r>
            <a:r>
              <a:rPr lang="en-US" dirty="0"/>
              <a:t> is defined as n-dimensional homogeneous array of fixed-sized items</a:t>
            </a:r>
          </a:p>
          <a:p>
            <a:endParaRPr lang="en-US" dirty="0"/>
          </a:p>
          <a:p>
            <a:endParaRPr lang="en-US" dirty="0"/>
          </a:p>
        </p:txBody>
      </p:sp>
      <p:sp>
        <p:nvSpPr>
          <p:cNvPr id="2" name="Title 1">
            <a:extLst>
              <a:ext uri="{FF2B5EF4-FFF2-40B4-BE49-F238E27FC236}">
                <a16:creationId xmlns:a16="http://schemas.microsoft.com/office/drawing/2014/main" id="{A455D3D4-76DA-8537-DA72-1A6D860F952E}"/>
              </a:ext>
            </a:extLst>
          </p:cNvPr>
          <p:cNvSpPr>
            <a:spLocks noGrp="1"/>
          </p:cNvSpPr>
          <p:nvPr>
            <p:ph type="title"/>
          </p:nvPr>
        </p:nvSpPr>
        <p:spPr>
          <a:xfrm>
            <a:off x="152401" y="299615"/>
            <a:ext cx="5612588" cy="1001980"/>
          </a:xfrm>
        </p:spPr>
        <p:txBody>
          <a:bodyPr anchor="t">
            <a:normAutofit/>
          </a:bodyPr>
          <a:lstStyle/>
          <a:p>
            <a:r>
              <a:rPr lang="en-CA" dirty="0"/>
              <a:t>Deep Dive into Tensors</a:t>
            </a:r>
          </a:p>
        </p:txBody>
      </p:sp>
      <p:pic>
        <p:nvPicPr>
          <p:cNvPr id="7" name="Picture 6">
            <a:extLst>
              <a:ext uri="{FF2B5EF4-FFF2-40B4-BE49-F238E27FC236}">
                <a16:creationId xmlns:a16="http://schemas.microsoft.com/office/drawing/2014/main" id="{A7AEF49A-0EC6-37B0-184F-7DBB819BF4BA}"/>
              </a:ext>
            </a:extLst>
          </p:cNvPr>
          <p:cNvPicPr>
            <a:picLocks noChangeAspect="1"/>
          </p:cNvPicPr>
          <p:nvPr/>
        </p:nvPicPr>
        <p:blipFill>
          <a:blip r:embed="rId2"/>
          <a:stretch>
            <a:fillRect/>
          </a:stretch>
        </p:blipFill>
        <p:spPr>
          <a:xfrm>
            <a:off x="6746488" y="1301595"/>
            <a:ext cx="5029200" cy="3009441"/>
          </a:xfrm>
          <a:prstGeom prst="rect">
            <a:avLst/>
          </a:prstGeom>
        </p:spPr>
      </p:pic>
    </p:spTree>
    <p:extLst>
      <p:ext uri="{BB962C8B-B14F-4D97-AF65-F5344CB8AC3E}">
        <p14:creationId xmlns:p14="http://schemas.microsoft.com/office/powerpoint/2010/main" val="1945706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4A1D3-A45D-BAB5-9CE6-D2FE232CF3B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13F8A4B-B3BB-D34E-1234-4E498225FC5C}"/>
              </a:ext>
            </a:extLst>
          </p:cNvPr>
          <p:cNvSpPr>
            <a:spLocks noGrp="1"/>
          </p:cNvSpPr>
          <p:nvPr>
            <p:ph type="body" sz="quarter" idx="15"/>
          </p:nvPr>
        </p:nvSpPr>
        <p:spPr>
          <a:xfrm>
            <a:off x="152400" y="1029939"/>
            <a:ext cx="7006683" cy="4798121"/>
          </a:xfrm>
        </p:spPr>
        <p:txBody>
          <a:bodyPr>
            <a:normAutofit/>
          </a:bodyPr>
          <a:lstStyle/>
          <a:p>
            <a:pPr marL="342900" indent="-342900">
              <a:buFont typeface="Arial" panose="020B0604020202020204" pitchFamily="34" charset="0"/>
              <a:buChar char="•"/>
            </a:pPr>
            <a:r>
              <a:rPr lang="en-US" dirty="0"/>
              <a:t>Tensor operations are performed significantly faster using GPUs</a:t>
            </a:r>
          </a:p>
          <a:p>
            <a:pPr marL="342900" indent="-342900">
              <a:buFont typeface="Arial" panose="020B0604020202020204" pitchFamily="34" charset="0"/>
              <a:buChar char="•"/>
            </a:pPr>
            <a:r>
              <a:rPr lang="en-US" dirty="0"/>
              <a:t>Tensors can be stored and manipulated at scale using distributed processing on multiple CPUs and GPUs and across multiple servers</a:t>
            </a:r>
          </a:p>
          <a:p>
            <a:pPr marL="342900" indent="-342900">
              <a:buFont typeface="Arial" panose="020B0604020202020204" pitchFamily="34" charset="0"/>
              <a:buChar char="•"/>
            </a:pPr>
            <a:r>
              <a:rPr lang="en-US" dirty="0"/>
              <a:t>Tensors keep track of the graph of computations that created them</a:t>
            </a:r>
          </a:p>
          <a:p>
            <a:r>
              <a:rPr lang="en-US" dirty="0"/>
              <a:t> </a:t>
            </a:r>
          </a:p>
          <a:p>
            <a:endParaRPr lang="en-US" dirty="0"/>
          </a:p>
        </p:txBody>
      </p:sp>
      <p:sp>
        <p:nvSpPr>
          <p:cNvPr id="2" name="Title 1">
            <a:extLst>
              <a:ext uri="{FF2B5EF4-FFF2-40B4-BE49-F238E27FC236}">
                <a16:creationId xmlns:a16="http://schemas.microsoft.com/office/drawing/2014/main" id="{268CA2F9-3DBD-9B60-A9AD-F388123F4107}"/>
              </a:ext>
            </a:extLst>
          </p:cNvPr>
          <p:cNvSpPr>
            <a:spLocks noGrp="1"/>
          </p:cNvSpPr>
          <p:nvPr>
            <p:ph type="title"/>
          </p:nvPr>
        </p:nvSpPr>
        <p:spPr>
          <a:xfrm>
            <a:off x="152401" y="299615"/>
            <a:ext cx="5612588" cy="1001980"/>
          </a:xfrm>
        </p:spPr>
        <p:txBody>
          <a:bodyPr anchor="t">
            <a:normAutofit/>
          </a:bodyPr>
          <a:lstStyle/>
          <a:p>
            <a:r>
              <a:rPr lang="en-CA" dirty="0"/>
              <a:t>Deep Dive into Tensors</a:t>
            </a:r>
          </a:p>
        </p:txBody>
      </p:sp>
      <p:pic>
        <p:nvPicPr>
          <p:cNvPr id="4" name="Picture 3">
            <a:extLst>
              <a:ext uri="{FF2B5EF4-FFF2-40B4-BE49-F238E27FC236}">
                <a16:creationId xmlns:a16="http://schemas.microsoft.com/office/drawing/2014/main" id="{51997BBF-72C6-3676-2182-BAB3AB46ADC6}"/>
              </a:ext>
            </a:extLst>
          </p:cNvPr>
          <p:cNvPicPr>
            <a:picLocks noChangeAspect="1"/>
          </p:cNvPicPr>
          <p:nvPr/>
        </p:nvPicPr>
        <p:blipFill>
          <a:blip r:embed="rId2"/>
          <a:stretch>
            <a:fillRect/>
          </a:stretch>
        </p:blipFill>
        <p:spPr>
          <a:xfrm>
            <a:off x="7159082" y="1449657"/>
            <a:ext cx="4927391" cy="3289611"/>
          </a:xfrm>
          <a:prstGeom prst="rect">
            <a:avLst/>
          </a:prstGeom>
        </p:spPr>
      </p:pic>
    </p:spTree>
    <p:extLst>
      <p:ext uri="{BB962C8B-B14F-4D97-AF65-F5344CB8AC3E}">
        <p14:creationId xmlns:p14="http://schemas.microsoft.com/office/powerpoint/2010/main" val="1600180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D4098-78D4-CF94-1380-1AE0456FAB4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3B31429-5FB9-0273-FFBA-D4C888DCF870}"/>
              </a:ext>
            </a:extLst>
          </p:cNvPr>
          <p:cNvSpPr>
            <a:spLocks noGrp="1"/>
          </p:cNvSpPr>
          <p:nvPr>
            <p:ph type="body" sz="quarter" idx="15"/>
          </p:nvPr>
        </p:nvSpPr>
        <p:spPr>
          <a:xfrm>
            <a:off x="429324" y="1156630"/>
            <a:ext cx="11333351" cy="3848100"/>
          </a:xfrm>
        </p:spPr>
        <p:txBody>
          <a:bodyPr>
            <a:normAutofit/>
          </a:bodyPr>
          <a:lstStyle/>
          <a:p>
            <a:r>
              <a:rPr lang="en-US" sz="1600" dirty="0"/>
              <a:t>This slide covers how tensors are created, manipulated, and used in </a:t>
            </a:r>
            <a:r>
              <a:rPr lang="en-US" sz="1600" dirty="0" err="1"/>
              <a:t>PyTorch</a:t>
            </a:r>
            <a:r>
              <a:rPr lang="en-US" sz="1600" dirty="0"/>
              <a:t>, with examples showing operations on tensors, and how they can be moved to a GPU for accelerated computing.</a:t>
            </a:r>
            <a:endParaRPr lang="en-CA" sz="1600" dirty="0"/>
          </a:p>
        </p:txBody>
      </p:sp>
      <p:sp>
        <p:nvSpPr>
          <p:cNvPr id="2" name="Title 1">
            <a:extLst>
              <a:ext uri="{FF2B5EF4-FFF2-40B4-BE49-F238E27FC236}">
                <a16:creationId xmlns:a16="http://schemas.microsoft.com/office/drawing/2014/main" id="{1BD33C37-0490-9D80-ECC8-254AB2ECBC5A}"/>
              </a:ext>
            </a:extLst>
          </p:cNvPr>
          <p:cNvSpPr>
            <a:spLocks noGrp="1"/>
          </p:cNvSpPr>
          <p:nvPr>
            <p:ph type="title"/>
          </p:nvPr>
        </p:nvSpPr>
        <p:spPr>
          <a:xfrm>
            <a:off x="609601" y="576274"/>
            <a:ext cx="5612588" cy="1001980"/>
          </a:xfrm>
        </p:spPr>
        <p:txBody>
          <a:bodyPr anchor="t">
            <a:normAutofit/>
          </a:bodyPr>
          <a:lstStyle/>
          <a:p>
            <a:r>
              <a:rPr lang="en-CA"/>
              <a:t>Deep Dive into Tensors</a:t>
            </a:r>
          </a:p>
        </p:txBody>
      </p:sp>
      <p:pic>
        <p:nvPicPr>
          <p:cNvPr id="5" name="Picture 4">
            <a:extLst>
              <a:ext uri="{FF2B5EF4-FFF2-40B4-BE49-F238E27FC236}">
                <a16:creationId xmlns:a16="http://schemas.microsoft.com/office/drawing/2014/main" id="{CD602DEF-76B4-2B82-A069-EE8D7D63ED2D}"/>
              </a:ext>
            </a:extLst>
          </p:cNvPr>
          <p:cNvPicPr>
            <a:picLocks noChangeAspect="1"/>
          </p:cNvPicPr>
          <p:nvPr/>
        </p:nvPicPr>
        <p:blipFill>
          <a:blip r:embed="rId2"/>
          <a:stretch>
            <a:fillRect/>
          </a:stretch>
        </p:blipFill>
        <p:spPr>
          <a:xfrm>
            <a:off x="1716228" y="1681563"/>
            <a:ext cx="7725946" cy="4600163"/>
          </a:xfrm>
          <a:prstGeom prst="rect">
            <a:avLst/>
          </a:prstGeom>
          <a:noFill/>
        </p:spPr>
      </p:pic>
    </p:spTree>
    <p:extLst>
      <p:ext uri="{BB962C8B-B14F-4D97-AF65-F5344CB8AC3E}">
        <p14:creationId xmlns:p14="http://schemas.microsoft.com/office/powerpoint/2010/main" val="803644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77A59-6FD2-B4AF-5BF0-9885DA3855D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6257799-0FC2-9270-1123-C2AA01B67B1D}"/>
              </a:ext>
            </a:extLst>
          </p:cNvPr>
          <p:cNvSpPr>
            <a:spLocks noGrp="1"/>
          </p:cNvSpPr>
          <p:nvPr>
            <p:ph type="body" sz="quarter" idx="15"/>
          </p:nvPr>
        </p:nvSpPr>
        <p:spPr>
          <a:xfrm>
            <a:off x="429325" y="1156630"/>
            <a:ext cx="6562490" cy="5021146"/>
          </a:xfrm>
        </p:spPr>
        <p:txBody>
          <a:bodyPr>
            <a:normAutofit/>
          </a:bodyPr>
          <a:lstStyle/>
          <a:p>
            <a:r>
              <a:rPr lang="en-US" sz="1600" dirty="0"/>
              <a:t>There are 2 steps in training neural networks, </a:t>
            </a:r>
          </a:p>
          <a:p>
            <a:pPr marL="285750" indent="-285750">
              <a:buFontTx/>
              <a:buChar char="-"/>
            </a:pPr>
            <a:r>
              <a:rPr lang="en-US" sz="1600" dirty="0"/>
              <a:t>Forward propagation </a:t>
            </a:r>
          </a:p>
          <a:p>
            <a:pPr marL="285750" indent="-285750">
              <a:buFontTx/>
              <a:buChar char="-"/>
            </a:pPr>
            <a:r>
              <a:rPr lang="en-US" sz="1600" dirty="0"/>
              <a:t>Backward propagation</a:t>
            </a:r>
          </a:p>
          <a:p>
            <a:r>
              <a:rPr lang="en-US" sz="1600" dirty="0"/>
              <a:t>After the loss function is calculated, the derivative of the loss function in terms of  the parameters are calculated</a:t>
            </a:r>
          </a:p>
          <a:p>
            <a:r>
              <a:rPr lang="en-US" sz="1600" dirty="0"/>
              <a:t>Iteratively update the weight parameters accordingly that the loss function returns the smallest possible loss</a:t>
            </a:r>
          </a:p>
          <a:p>
            <a:r>
              <a:rPr lang="en-US" sz="1600" dirty="0"/>
              <a:t>This is called iterative optimization, as we use an optimizer to perform the update of parameters</a:t>
            </a:r>
          </a:p>
          <a:p>
            <a:r>
              <a:rPr lang="en-US" sz="1600" dirty="0"/>
              <a:t>This is called gradient based optimization</a:t>
            </a:r>
          </a:p>
          <a:p>
            <a:r>
              <a:rPr lang="en-US" sz="1600" u="sng" dirty="0" err="1"/>
              <a:t>Autograd</a:t>
            </a:r>
            <a:r>
              <a:rPr lang="en-US" sz="1600" u="sng" dirty="0"/>
              <a:t> is a set of techniques that allows us to compute gradients for arbitrary complex loss functions efficiently</a:t>
            </a:r>
          </a:p>
          <a:p>
            <a:endParaRPr lang="en-US" sz="1600" dirty="0"/>
          </a:p>
        </p:txBody>
      </p:sp>
      <p:sp>
        <p:nvSpPr>
          <p:cNvPr id="2" name="Title 1">
            <a:extLst>
              <a:ext uri="{FF2B5EF4-FFF2-40B4-BE49-F238E27FC236}">
                <a16:creationId xmlns:a16="http://schemas.microsoft.com/office/drawing/2014/main" id="{5140518E-6B18-A659-ABE3-10EA964600FE}"/>
              </a:ext>
            </a:extLst>
          </p:cNvPr>
          <p:cNvSpPr>
            <a:spLocks noGrp="1"/>
          </p:cNvSpPr>
          <p:nvPr>
            <p:ph type="title"/>
          </p:nvPr>
        </p:nvSpPr>
        <p:spPr>
          <a:xfrm>
            <a:off x="609600" y="576274"/>
            <a:ext cx="9905999" cy="1001980"/>
          </a:xfrm>
        </p:spPr>
        <p:txBody>
          <a:bodyPr anchor="t">
            <a:normAutofit/>
          </a:bodyPr>
          <a:lstStyle/>
          <a:p>
            <a:r>
              <a:rPr lang="en-CA" dirty="0"/>
              <a:t>Automatic Differentiation (</a:t>
            </a:r>
            <a:r>
              <a:rPr lang="en-CA" dirty="0" err="1"/>
              <a:t>Autograd</a:t>
            </a:r>
            <a:r>
              <a:rPr lang="en-CA" dirty="0"/>
              <a:t>)</a:t>
            </a:r>
          </a:p>
        </p:txBody>
      </p:sp>
      <p:pic>
        <p:nvPicPr>
          <p:cNvPr id="7" name="Picture 6" descr="A diagram of a method of propagation&#10;&#10;AI-generated content may be incorrect.">
            <a:extLst>
              <a:ext uri="{FF2B5EF4-FFF2-40B4-BE49-F238E27FC236}">
                <a16:creationId xmlns:a16="http://schemas.microsoft.com/office/drawing/2014/main" id="{3C97416C-D374-0DD8-F090-97493761F5D3}"/>
              </a:ext>
            </a:extLst>
          </p:cNvPr>
          <p:cNvPicPr>
            <a:picLocks noChangeAspect="1"/>
          </p:cNvPicPr>
          <p:nvPr/>
        </p:nvPicPr>
        <p:blipFill>
          <a:blip r:embed="rId2">
            <a:extLst>
              <a:ext uri="{28A0092B-C50C-407E-A947-70E740481C1C}">
                <a14:useLocalDpi xmlns:a14="http://schemas.microsoft.com/office/drawing/2010/main" val="0"/>
              </a:ext>
            </a:extLst>
          </a:blip>
          <a:srcRect l="1" t="13031" r="-144"/>
          <a:stretch/>
        </p:blipFill>
        <p:spPr>
          <a:xfrm>
            <a:off x="6991815" y="1292330"/>
            <a:ext cx="4951136" cy="2451206"/>
          </a:xfrm>
          <a:prstGeom prst="rect">
            <a:avLst/>
          </a:prstGeom>
        </p:spPr>
      </p:pic>
    </p:spTree>
    <p:extLst>
      <p:ext uri="{BB962C8B-B14F-4D97-AF65-F5344CB8AC3E}">
        <p14:creationId xmlns:p14="http://schemas.microsoft.com/office/powerpoint/2010/main" val="58527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28E8495-FE3C-C5E7-ED96-85CF6611A4DC}"/>
              </a:ext>
            </a:extLst>
          </p:cNvPr>
          <p:cNvSpPr>
            <a:spLocks noGrp="1"/>
          </p:cNvSpPr>
          <p:nvPr>
            <p:ph type="body" sz="quarter" idx="15"/>
          </p:nvPr>
        </p:nvSpPr>
        <p:spPr>
          <a:xfrm>
            <a:off x="609603" y="1803401"/>
            <a:ext cx="5612587" cy="3848100"/>
          </a:xfrm>
        </p:spPr>
        <p:txBody>
          <a:bodyPr>
            <a:normAutofit/>
          </a:bodyPr>
          <a:lstStyle/>
          <a:p>
            <a:pPr>
              <a:lnSpc>
                <a:spcPct val="100000"/>
              </a:lnSpc>
            </a:pPr>
            <a:r>
              <a:rPr lang="en-US" sz="1900" err="1"/>
              <a:t>PyTorch's</a:t>
            </a:r>
            <a:r>
              <a:rPr lang="en-US" sz="1900"/>
              <a:t> </a:t>
            </a:r>
            <a:r>
              <a:rPr lang="en-US" sz="1900" err="1"/>
              <a:t>nn</a:t>
            </a:r>
            <a:r>
              <a:rPr lang="en-US" sz="1900"/>
              <a:t> module is a comprehensive library that includes a wide range of pre-defined layers, loss functions, and utilities that are essential for building neural networks. It provides an easy way to construct network architectures, enabling both the simple assembly of standard layers like convolutional and linear layers, and the customization of more complex models. This module greatly simplifies the process of defining a network's forward pass, with its intuitive and Pythonic approach, allowing for clear and readable code that closely resembles the actual architecture of the model.</a:t>
            </a:r>
          </a:p>
        </p:txBody>
      </p:sp>
      <p:sp>
        <p:nvSpPr>
          <p:cNvPr id="2" name="Title 1">
            <a:extLst>
              <a:ext uri="{FF2B5EF4-FFF2-40B4-BE49-F238E27FC236}">
                <a16:creationId xmlns:a16="http://schemas.microsoft.com/office/drawing/2014/main" id="{7E46F9C4-4ED1-CDD8-3401-CCECC12BB5CD}"/>
              </a:ext>
            </a:extLst>
          </p:cNvPr>
          <p:cNvSpPr>
            <a:spLocks noGrp="1"/>
          </p:cNvSpPr>
          <p:nvPr>
            <p:ph type="title"/>
          </p:nvPr>
        </p:nvSpPr>
        <p:spPr>
          <a:xfrm>
            <a:off x="609601" y="576274"/>
            <a:ext cx="5612588" cy="1001980"/>
          </a:xfrm>
        </p:spPr>
        <p:txBody>
          <a:bodyPr anchor="t">
            <a:normAutofit/>
          </a:bodyPr>
          <a:lstStyle/>
          <a:p>
            <a:r>
              <a:rPr lang="en-CA" dirty="0"/>
              <a:t>Neural Network Module</a:t>
            </a:r>
          </a:p>
        </p:txBody>
      </p:sp>
      <p:pic>
        <p:nvPicPr>
          <p:cNvPr id="5" name="Video 4" descr="3D Graphs">
            <a:extLst>
              <a:ext uri="{FF2B5EF4-FFF2-40B4-BE49-F238E27FC236}">
                <a16:creationId xmlns:a16="http://schemas.microsoft.com/office/drawing/2014/main" id="{4C3F61EE-3E41-A76E-B239-FA71E1BF3257}"/>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41668" b="1"/>
          <a:stretch/>
        </p:blipFill>
        <p:spPr>
          <a:xfrm>
            <a:off x="7009488" y="639773"/>
            <a:ext cx="5182512" cy="5011727"/>
          </a:xfrm>
          <a:prstGeom prst="rect">
            <a:avLst/>
          </a:prstGeom>
          <a:noFill/>
        </p:spPr>
      </p:pic>
    </p:spTree>
    <p:extLst>
      <p:ext uri="{BB962C8B-B14F-4D97-AF65-F5344CB8AC3E}">
        <p14:creationId xmlns:p14="http://schemas.microsoft.com/office/powerpoint/2010/main" val="1338922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63502-85FB-D869-3CC3-2042613DF2CD}"/>
              </a:ext>
            </a:extLst>
          </p:cNvPr>
          <p:cNvSpPr>
            <a:spLocks noGrp="1"/>
          </p:cNvSpPr>
          <p:nvPr>
            <p:ph type="title"/>
          </p:nvPr>
        </p:nvSpPr>
        <p:spPr>
          <a:xfrm>
            <a:off x="609601" y="576274"/>
            <a:ext cx="7106241" cy="1001980"/>
          </a:xfrm>
        </p:spPr>
        <p:txBody>
          <a:bodyPr anchor="t">
            <a:normAutofit/>
          </a:bodyPr>
          <a:lstStyle/>
          <a:p>
            <a:r>
              <a:rPr lang="en-CA"/>
              <a:t>Optimizers and Loss Functions</a:t>
            </a:r>
          </a:p>
        </p:txBody>
      </p:sp>
      <p:sp>
        <p:nvSpPr>
          <p:cNvPr id="3" name="Text Placeholder 2">
            <a:extLst>
              <a:ext uri="{FF2B5EF4-FFF2-40B4-BE49-F238E27FC236}">
                <a16:creationId xmlns:a16="http://schemas.microsoft.com/office/drawing/2014/main" id="{9F04E0CC-5865-248E-3FBC-6B3E3454FED1}"/>
              </a:ext>
            </a:extLst>
          </p:cNvPr>
          <p:cNvSpPr>
            <a:spLocks noGrp="1"/>
          </p:cNvSpPr>
          <p:nvPr>
            <p:ph type="body" sz="quarter" idx="15"/>
          </p:nvPr>
        </p:nvSpPr>
        <p:spPr>
          <a:xfrm>
            <a:off x="609602" y="1803401"/>
            <a:ext cx="5371319" cy="3848100"/>
          </a:xfrm>
        </p:spPr>
        <p:txBody>
          <a:bodyPr>
            <a:normAutofit lnSpcReduction="10000"/>
          </a:bodyPr>
          <a:lstStyle/>
          <a:p>
            <a:pPr>
              <a:lnSpc>
                <a:spcPct val="100000"/>
              </a:lnSpc>
            </a:pPr>
            <a:r>
              <a:rPr lang="en-US" sz="2000" dirty="0" err="1"/>
              <a:t>PyTorch</a:t>
            </a:r>
            <a:r>
              <a:rPr lang="en-US" sz="2000" dirty="0"/>
              <a:t> offers various optimizers like SGD (Stochastic Gradient Descent), Adam, and RMSprop, each providing different approaches to navigating the loss landscape. </a:t>
            </a:r>
          </a:p>
          <a:p>
            <a:pPr>
              <a:lnSpc>
                <a:spcPct val="100000"/>
              </a:lnSpc>
            </a:pPr>
            <a:r>
              <a:rPr lang="en-US" sz="2000" dirty="0"/>
              <a:t>Key loss functions include </a:t>
            </a:r>
            <a:r>
              <a:rPr lang="en-US" sz="2000" dirty="0" err="1"/>
              <a:t>CrossEntropyLoss</a:t>
            </a:r>
            <a:r>
              <a:rPr lang="en-US" sz="2000" dirty="0"/>
              <a:t>, used for classification tasks, and Mean Squared Error (MSE), commonly used in regression. </a:t>
            </a:r>
          </a:p>
          <a:p>
            <a:pPr>
              <a:lnSpc>
                <a:spcPct val="100000"/>
              </a:lnSpc>
            </a:pPr>
            <a:r>
              <a:rPr lang="en-US" sz="2000" dirty="0"/>
              <a:t>These functions measure the difference between the predicted output and actual data, guiding the model's improvements during training.</a:t>
            </a:r>
            <a:endParaRPr lang="en-CA" sz="2000" dirty="0"/>
          </a:p>
        </p:txBody>
      </p:sp>
      <p:pic>
        <p:nvPicPr>
          <p:cNvPr id="5" name="Picture 4">
            <a:extLst>
              <a:ext uri="{FF2B5EF4-FFF2-40B4-BE49-F238E27FC236}">
                <a16:creationId xmlns:a16="http://schemas.microsoft.com/office/drawing/2014/main" id="{5216891E-88E2-0A23-5302-B61A65FB8094}"/>
              </a:ext>
            </a:extLst>
          </p:cNvPr>
          <p:cNvPicPr>
            <a:picLocks noChangeAspect="1"/>
          </p:cNvPicPr>
          <p:nvPr/>
        </p:nvPicPr>
        <p:blipFill>
          <a:blip r:embed="rId2"/>
          <a:stretch>
            <a:fillRect/>
          </a:stretch>
        </p:blipFill>
        <p:spPr>
          <a:xfrm>
            <a:off x="6211081" y="1700630"/>
            <a:ext cx="5687270" cy="4064549"/>
          </a:xfrm>
          <a:prstGeom prst="rect">
            <a:avLst/>
          </a:prstGeom>
        </p:spPr>
      </p:pic>
    </p:spTree>
    <p:extLst>
      <p:ext uri="{BB962C8B-B14F-4D97-AF65-F5344CB8AC3E}">
        <p14:creationId xmlns:p14="http://schemas.microsoft.com/office/powerpoint/2010/main" val="4191424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941E8-7B05-87DD-7D67-09BFE2A3F2C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E800688-76DD-BFAD-2772-5EAEF3045303}"/>
              </a:ext>
            </a:extLst>
          </p:cNvPr>
          <p:cNvSpPr>
            <a:spLocks noGrp="1"/>
          </p:cNvSpPr>
          <p:nvPr>
            <p:ph type="body" sz="quarter" idx="15"/>
          </p:nvPr>
        </p:nvSpPr>
        <p:spPr>
          <a:xfrm>
            <a:off x="609604" y="1070518"/>
            <a:ext cx="9928298" cy="5296828"/>
          </a:xfrm>
        </p:spPr>
        <p:txBody>
          <a:bodyPr>
            <a:normAutofit lnSpcReduction="10000"/>
          </a:bodyPr>
          <a:lstStyle/>
          <a:p>
            <a:pPr marL="342900" indent="-342900">
              <a:buFont typeface="Arial" panose="020B0604020202020204" pitchFamily="34" charset="0"/>
              <a:buChar char="•"/>
            </a:pPr>
            <a:r>
              <a:rPr lang="en-CA" sz="2200" dirty="0"/>
              <a:t>Data preparation</a:t>
            </a:r>
          </a:p>
          <a:p>
            <a:r>
              <a:rPr lang="en-CA" sz="2200" dirty="0"/>
              <a:t>Converts generic data (text, image, video, audio etc.) to numerical values, in the form of tensors. Tensors are pre-processed during transforms and then group them into batches before passed into the model</a:t>
            </a:r>
          </a:p>
          <a:p>
            <a:pPr marL="342900" indent="-342900">
              <a:buFont typeface="Arial" panose="020B0604020202020204" pitchFamily="34" charset="0"/>
              <a:buChar char="•"/>
            </a:pPr>
            <a:r>
              <a:rPr lang="en-CA" sz="2200" dirty="0"/>
              <a:t>Model Development</a:t>
            </a:r>
          </a:p>
          <a:p>
            <a:r>
              <a:rPr lang="en-CA" sz="2200" dirty="0"/>
              <a:t>It involves model design, training and testing performance</a:t>
            </a:r>
          </a:p>
          <a:p>
            <a:r>
              <a:rPr lang="en-CA" sz="2200" dirty="0"/>
              <a:t>Dataset is divided into training data, validation data and testing data</a:t>
            </a:r>
            <a:br>
              <a:rPr lang="en-CA" sz="2200" dirty="0"/>
            </a:br>
            <a:endParaRPr lang="en-CA" sz="2200" dirty="0"/>
          </a:p>
          <a:p>
            <a:pPr marL="342900" indent="-342900">
              <a:buFont typeface="Arial" panose="020B0604020202020204" pitchFamily="34" charset="0"/>
              <a:buChar char="•"/>
            </a:pPr>
            <a:r>
              <a:rPr lang="en-CA" sz="2200" dirty="0"/>
              <a:t>Model Deployment </a:t>
            </a:r>
          </a:p>
          <a:p>
            <a:r>
              <a:rPr lang="en-CA" sz="2200" dirty="0"/>
              <a:t>Save the model to a file </a:t>
            </a:r>
          </a:p>
          <a:p>
            <a:r>
              <a:rPr lang="en-CA" sz="2200" dirty="0"/>
              <a:t>Deploy the model to a product or service (usually on a cloud server or to an edge device)</a:t>
            </a:r>
          </a:p>
          <a:p>
            <a:endParaRPr lang="en-CA" sz="2200" dirty="0"/>
          </a:p>
        </p:txBody>
      </p:sp>
      <p:sp>
        <p:nvSpPr>
          <p:cNvPr id="2" name="Title 1">
            <a:extLst>
              <a:ext uri="{FF2B5EF4-FFF2-40B4-BE49-F238E27FC236}">
                <a16:creationId xmlns:a16="http://schemas.microsoft.com/office/drawing/2014/main" id="{07F9A5CE-7465-ADEB-921C-743AE0CDBED7}"/>
              </a:ext>
            </a:extLst>
          </p:cNvPr>
          <p:cNvSpPr>
            <a:spLocks noGrp="1"/>
          </p:cNvSpPr>
          <p:nvPr>
            <p:ph type="title"/>
          </p:nvPr>
        </p:nvSpPr>
        <p:spPr>
          <a:xfrm>
            <a:off x="609601" y="576274"/>
            <a:ext cx="13173306" cy="1001980"/>
          </a:xfrm>
        </p:spPr>
        <p:txBody>
          <a:bodyPr anchor="t">
            <a:normAutofit/>
          </a:bodyPr>
          <a:lstStyle/>
          <a:p>
            <a:r>
              <a:rPr lang="en-CA" dirty="0"/>
              <a:t>DL Training Process</a:t>
            </a:r>
          </a:p>
        </p:txBody>
      </p:sp>
    </p:spTree>
    <p:extLst>
      <p:ext uri="{BB962C8B-B14F-4D97-AF65-F5344CB8AC3E}">
        <p14:creationId xmlns:p14="http://schemas.microsoft.com/office/powerpoint/2010/main" val="3588517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2A2B63-DB48-604C-31CC-ABDBF9D17615}"/>
              </a:ext>
            </a:extLst>
          </p:cNvPr>
          <p:cNvSpPr>
            <a:spLocks noGrp="1"/>
          </p:cNvSpPr>
          <p:nvPr>
            <p:ph type="body" sz="quarter" idx="15"/>
          </p:nvPr>
        </p:nvSpPr>
        <p:spPr>
          <a:xfrm>
            <a:off x="609603" y="1803401"/>
            <a:ext cx="5612587" cy="3848100"/>
          </a:xfrm>
        </p:spPr>
        <p:txBody>
          <a:bodyPr>
            <a:normAutofit/>
          </a:bodyPr>
          <a:lstStyle/>
          <a:p>
            <a:r>
              <a:rPr lang="en-CA" sz="2200" dirty="0" err="1"/>
              <a:t>PyTorch's</a:t>
            </a:r>
            <a:r>
              <a:rPr lang="en-CA" sz="2200" dirty="0"/>
              <a:t> Dataset and </a:t>
            </a:r>
            <a:r>
              <a:rPr lang="en-CA" sz="2200" dirty="0" err="1"/>
              <a:t>DataLoader</a:t>
            </a:r>
            <a:r>
              <a:rPr lang="en-CA" sz="2200" dirty="0"/>
              <a:t> classes streamline data preprocessing and loading. Dataset allows for custom data handling, while </a:t>
            </a:r>
            <a:r>
              <a:rPr lang="en-CA" sz="2200" dirty="0" err="1"/>
              <a:t>DataLoader</a:t>
            </a:r>
            <a:r>
              <a:rPr lang="en-CA" sz="2200" dirty="0"/>
              <a:t> efficiently batches and loads data, offering options like shuffling and multiprocessing. For instance, in image classification, </a:t>
            </a:r>
            <a:r>
              <a:rPr lang="en-CA" sz="2200" dirty="0" err="1"/>
              <a:t>DataLoader</a:t>
            </a:r>
            <a:r>
              <a:rPr lang="en-CA" sz="2200" dirty="0"/>
              <a:t> can automate the process of loading and transforming images into tensor format, ready for model input.</a:t>
            </a:r>
          </a:p>
        </p:txBody>
      </p:sp>
      <p:sp>
        <p:nvSpPr>
          <p:cNvPr id="2" name="Title 1">
            <a:extLst>
              <a:ext uri="{FF2B5EF4-FFF2-40B4-BE49-F238E27FC236}">
                <a16:creationId xmlns:a16="http://schemas.microsoft.com/office/drawing/2014/main" id="{CACBBC55-5A45-115C-4211-773AAED6AFF9}"/>
              </a:ext>
            </a:extLst>
          </p:cNvPr>
          <p:cNvSpPr>
            <a:spLocks noGrp="1"/>
          </p:cNvSpPr>
          <p:nvPr>
            <p:ph type="title"/>
          </p:nvPr>
        </p:nvSpPr>
        <p:spPr>
          <a:xfrm>
            <a:off x="609601" y="576274"/>
            <a:ext cx="5612588" cy="1001980"/>
          </a:xfrm>
        </p:spPr>
        <p:txBody>
          <a:bodyPr anchor="t">
            <a:normAutofit/>
          </a:bodyPr>
          <a:lstStyle/>
          <a:p>
            <a:r>
              <a:rPr lang="en-CA"/>
              <a:t>Data Handling in PyTorch</a:t>
            </a:r>
          </a:p>
        </p:txBody>
      </p:sp>
      <p:pic>
        <p:nvPicPr>
          <p:cNvPr id="6" name="Picture 5">
            <a:extLst>
              <a:ext uri="{FF2B5EF4-FFF2-40B4-BE49-F238E27FC236}">
                <a16:creationId xmlns:a16="http://schemas.microsoft.com/office/drawing/2014/main" id="{BC4FA7A3-B065-FADF-E475-E800BC99E8A7}"/>
              </a:ext>
            </a:extLst>
          </p:cNvPr>
          <p:cNvPicPr>
            <a:picLocks noChangeAspect="1"/>
          </p:cNvPicPr>
          <p:nvPr/>
        </p:nvPicPr>
        <p:blipFill>
          <a:blip r:embed="rId2"/>
          <a:stretch>
            <a:fillRect/>
          </a:stretch>
        </p:blipFill>
        <p:spPr>
          <a:xfrm>
            <a:off x="6563359" y="1661356"/>
            <a:ext cx="5399669" cy="3637113"/>
          </a:xfrm>
          <a:prstGeom prst="rect">
            <a:avLst/>
          </a:prstGeom>
        </p:spPr>
      </p:pic>
    </p:spTree>
    <p:extLst>
      <p:ext uri="{BB962C8B-B14F-4D97-AF65-F5344CB8AC3E}">
        <p14:creationId xmlns:p14="http://schemas.microsoft.com/office/powerpoint/2010/main" val="37717437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DA9363-5C62-6BE8-3D2D-77176E216303}"/>
              </a:ext>
            </a:extLst>
          </p:cNvPr>
          <p:cNvSpPr>
            <a:spLocks noGrp="1"/>
          </p:cNvSpPr>
          <p:nvPr>
            <p:ph type="body" sz="quarter" idx="15"/>
          </p:nvPr>
        </p:nvSpPr>
        <p:spPr>
          <a:xfrm>
            <a:off x="609603" y="1803401"/>
            <a:ext cx="5612587" cy="3848100"/>
          </a:xfrm>
        </p:spPr>
        <p:txBody>
          <a:bodyPr>
            <a:normAutofit/>
          </a:bodyPr>
          <a:lstStyle/>
          <a:p>
            <a:pPr>
              <a:lnSpc>
                <a:spcPct val="100000"/>
              </a:lnSpc>
            </a:pPr>
            <a:r>
              <a:rPr lang="en-US"/>
              <a:t>Building a neural network in PyTorch involves defining a model class that inherits from nn.Module. The class typically includes an __init__ function to define layers and a forward function for the data flow. For example, a simple network for image classification might include convolutional layers, activation functions like ReLU, and a final fully connected layer.</a:t>
            </a:r>
            <a:endParaRPr lang="en-CA"/>
          </a:p>
        </p:txBody>
      </p:sp>
      <p:sp>
        <p:nvSpPr>
          <p:cNvPr id="2" name="Title 1">
            <a:extLst>
              <a:ext uri="{FF2B5EF4-FFF2-40B4-BE49-F238E27FC236}">
                <a16:creationId xmlns:a16="http://schemas.microsoft.com/office/drawing/2014/main" id="{BCBD0548-0C02-772F-FA88-F8AA903A2B8D}"/>
              </a:ext>
            </a:extLst>
          </p:cNvPr>
          <p:cNvSpPr>
            <a:spLocks noGrp="1"/>
          </p:cNvSpPr>
          <p:nvPr>
            <p:ph type="title"/>
          </p:nvPr>
        </p:nvSpPr>
        <p:spPr>
          <a:xfrm>
            <a:off x="609601" y="576274"/>
            <a:ext cx="5612588" cy="1001980"/>
          </a:xfrm>
        </p:spPr>
        <p:txBody>
          <a:bodyPr anchor="t">
            <a:normAutofit/>
          </a:bodyPr>
          <a:lstStyle/>
          <a:p>
            <a:r>
              <a:rPr lang="en-US"/>
              <a:t>Building a Simple Neural Network</a:t>
            </a:r>
            <a:endParaRPr lang="en-CA"/>
          </a:p>
        </p:txBody>
      </p:sp>
      <p:pic>
        <p:nvPicPr>
          <p:cNvPr id="4" name="Picture 3">
            <a:extLst>
              <a:ext uri="{FF2B5EF4-FFF2-40B4-BE49-F238E27FC236}">
                <a16:creationId xmlns:a16="http://schemas.microsoft.com/office/drawing/2014/main" id="{33879132-CBDD-6455-84A0-43E6FE6E2D4D}"/>
              </a:ext>
            </a:extLst>
          </p:cNvPr>
          <p:cNvPicPr>
            <a:picLocks noChangeAspect="1"/>
          </p:cNvPicPr>
          <p:nvPr/>
        </p:nvPicPr>
        <p:blipFill>
          <a:blip r:embed="rId2"/>
          <a:stretch>
            <a:fillRect/>
          </a:stretch>
        </p:blipFill>
        <p:spPr>
          <a:xfrm>
            <a:off x="6469225" y="1088571"/>
            <a:ext cx="5387402" cy="4680857"/>
          </a:xfrm>
          <a:prstGeom prst="rect">
            <a:avLst/>
          </a:prstGeom>
        </p:spPr>
      </p:pic>
    </p:spTree>
    <p:extLst>
      <p:ext uri="{BB962C8B-B14F-4D97-AF65-F5344CB8AC3E}">
        <p14:creationId xmlns:p14="http://schemas.microsoft.com/office/powerpoint/2010/main" val="9209191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22B9-9FDD-C8C2-9600-F784A525D997}"/>
              </a:ext>
            </a:extLst>
          </p:cNvPr>
          <p:cNvSpPr>
            <a:spLocks noGrp="1"/>
          </p:cNvSpPr>
          <p:nvPr>
            <p:ph type="title"/>
          </p:nvPr>
        </p:nvSpPr>
        <p:spPr>
          <a:xfrm>
            <a:off x="609601" y="1544637"/>
            <a:ext cx="7250676" cy="1362076"/>
          </a:xfrm>
        </p:spPr>
        <p:txBody>
          <a:bodyPr anchor="b">
            <a:normAutofit/>
          </a:bodyPr>
          <a:lstStyle/>
          <a:p>
            <a:r>
              <a:rPr lang="en-CA"/>
              <a:t>Computer Vision with PyTorch</a:t>
            </a:r>
          </a:p>
        </p:txBody>
      </p:sp>
      <p:sp>
        <p:nvSpPr>
          <p:cNvPr id="3" name="Text Placeholder 2">
            <a:extLst>
              <a:ext uri="{FF2B5EF4-FFF2-40B4-BE49-F238E27FC236}">
                <a16:creationId xmlns:a16="http://schemas.microsoft.com/office/drawing/2014/main" id="{48AB9677-C8A0-6EEE-A5CA-0D29107A9F97}"/>
              </a:ext>
            </a:extLst>
          </p:cNvPr>
          <p:cNvSpPr>
            <a:spLocks noGrp="1"/>
          </p:cNvSpPr>
          <p:nvPr>
            <p:ph type="body" idx="1"/>
          </p:nvPr>
        </p:nvSpPr>
        <p:spPr>
          <a:xfrm>
            <a:off x="609601" y="3062821"/>
            <a:ext cx="7250676" cy="1500188"/>
          </a:xfrm>
        </p:spPr>
        <p:txBody>
          <a:bodyPr anchor="t">
            <a:normAutofit/>
          </a:bodyPr>
          <a:lstStyle/>
          <a:p>
            <a:pPr>
              <a:lnSpc>
                <a:spcPct val="90000"/>
              </a:lnSpc>
            </a:pPr>
            <a:r>
              <a:rPr lang="en-US" sz="1800"/>
              <a:t>PyTorch's robustness in computer vision comes from its comprehensive libraries like torchvision, which includes pre-trained models, datasets, and image transformation tools. It enables tasks such as image classification, object detection, and segmentation. For example, using a pre-trained ResNet model from torchvision, one can easily implement transfer learning for custom image classification tasks.</a:t>
            </a:r>
            <a:endParaRPr lang="en-CA" sz="1800"/>
          </a:p>
        </p:txBody>
      </p:sp>
    </p:spTree>
    <p:extLst>
      <p:ext uri="{BB962C8B-B14F-4D97-AF65-F5344CB8AC3E}">
        <p14:creationId xmlns:p14="http://schemas.microsoft.com/office/powerpoint/2010/main" val="33734355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B19EA-8253-B8C0-4F06-1CD5FA06C01C}"/>
              </a:ext>
            </a:extLst>
          </p:cNvPr>
          <p:cNvSpPr>
            <a:spLocks noGrp="1"/>
          </p:cNvSpPr>
          <p:nvPr>
            <p:ph type="title"/>
          </p:nvPr>
        </p:nvSpPr>
        <p:spPr>
          <a:xfrm>
            <a:off x="609601" y="1544637"/>
            <a:ext cx="7250676" cy="1362076"/>
          </a:xfrm>
        </p:spPr>
        <p:txBody>
          <a:bodyPr anchor="b">
            <a:normAutofit/>
          </a:bodyPr>
          <a:lstStyle/>
          <a:p>
            <a:r>
              <a:rPr lang="en-CA"/>
              <a:t>Advanced Features in PyTorch</a:t>
            </a:r>
          </a:p>
        </p:txBody>
      </p:sp>
      <p:sp>
        <p:nvSpPr>
          <p:cNvPr id="3" name="Text Placeholder 2">
            <a:extLst>
              <a:ext uri="{FF2B5EF4-FFF2-40B4-BE49-F238E27FC236}">
                <a16:creationId xmlns:a16="http://schemas.microsoft.com/office/drawing/2014/main" id="{D9023DFD-7281-2725-D473-DBE50B10950B}"/>
              </a:ext>
            </a:extLst>
          </p:cNvPr>
          <p:cNvSpPr>
            <a:spLocks noGrp="1"/>
          </p:cNvSpPr>
          <p:nvPr>
            <p:ph type="body" idx="1"/>
          </p:nvPr>
        </p:nvSpPr>
        <p:spPr>
          <a:xfrm>
            <a:off x="609601" y="3062821"/>
            <a:ext cx="7250676" cy="1500188"/>
          </a:xfrm>
        </p:spPr>
        <p:txBody>
          <a:bodyPr anchor="t">
            <a:normAutofit/>
          </a:bodyPr>
          <a:lstStyle/>
          <a:p>
            <a:pPr>
              <a:lnSpc>
                <a:spcPct val="90000"/>
              </a:lnSpc>
            </a:pPr>
            <a:r>
              <a:rPr lang="en-US" sz="1800"/>
              <a:t>PyTorch's advanced features include support for CUDA, enabling GPU acceleration for faster computation. It also offers distributed training capabilities, essential for handling large datasets and complex models. PyTorch's JIT Compiler improves performance by converting models to optimized TorchScript, and its C++ front-end allows integration with C++ codebases, enhancing flexibility and efficiency in model deployment.</a:t>
            </a:r>
            <a:endParaRPr lang="en-CA" sz="1800"/>
          </a:p>
        </p:txBody>
      </p:sp>
    </p:spTree>
    <p:extLst>
      <p:ext uri="{BB962C8B-B14F-4D97-AF65-F5344CB8AC3E}">
        <p14:creationId xmlns:p14="http://schemas.microsoft.com/office/powerpoint/2010/main" val="1389397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9E3BAE-A20C-393E-9177-F79EEC0EDBBD}"/>
              </a:ext>
            </a:extLst>
          </p:cNvPr>
          <p:cNvSpPr>
            <a:spLocks noGrp="1"/>
          </p:cNvSpPr>
          <p:nvPr>
            <p:ph type="body" sz="quarter" idx="15"/>
          </p:nvPr>
        </p:nvSpPr>
        <p:spPr>
          <a:xfrm>
            <a:off x="609603" y="1803401"/>
            <a:ext cx="5612587" cy="3848100"/>
          </a:xfrm>
        </p:spPr>
        <p:txBody>
          <a:bodyPr>
            <a:normAutofit/>
          </a:bodyPr>
          <a:lstStyle/>
          <a:p>
            <a:pPr>
              <a:lnSpc>
                <a:spcPct val="100000"/>
              </a:lnSpc>
            </a:pPr>
            <a:r>
              <a:rPr lang="en-US" sz="2000"/>
              <a:t>PyTorch is supported by a strong community of developers and researchers. The PyTorch ecosystem includes extensive documentation, tutorials, and a forum for discussions. Notable contributions come from both academic and industry leaders, ensuring continuous improvements and updates. This robust support system is invaluable for both beginners and advanced users for troubleshooting and keeping abreast of the latest developments in deep learning.</a:t>
            </a:r>
            <a:endParaRPr lang="en-CA" sz="2000"/>
          </a:p>
        </p:txBody>
      </p:sp>
      <p:sp>
        <p:nvSpPr>
          <p:cNvPr id="2" name="Title 1">
            <a:extLst>
              <a:ext uri="{FF2B5EF4-FFF2-40B4-BE49-F238E27FC236}">
                <a16:creationId xmlns:a16="http://schemas.microsoft.com/office/drawing/2014/main" id="{AC58189F-7C59-0099-1615-4335DE674461}"/>
              </a:ext>
            </a:extLst>
          </p:cNvPr>
          <p:cNvSpPr>
            <a:spLocks noGrp="1"/>
          </p:cNvSpPr>
          <p:nvPr>
            <p:ph type="title"/>
          </p:nvPr>
        </p:nvSpPr>
        <p:spPr>
          <a:xfrm>
            <a:off x="609601" y="576274"/>
            <a:ext cx="5612588" cy="1001980"/>
          </a:xfrm>
        </p:spPr>
        <p:txBody>
          <a:bodyPr anchor="t">
            <a:normAutofit/>
          </a:bodyPr>
          <a:lstStyle/>
          <a:p>
            <a:r>
              <a:rPr lang="en-CA"/>
              <a:t>Community and Ecosystem</a:t>
            </a:r>
          </a:p>
        </p:txBody>
      </p:sp>
      <p:pic>
        <p:nvPicPr>
          <p:cNvPr id="5" name="Picture 4" descr="One in a crowd">
            <a:extLst>
              <a:ext uri="{FF2B5EF4-FFF2-40B4-BE49-F238E27FC236}">
                <a16:creationId xmlns:a16="http://schemas.microsoft.com/office/drawing/2014/main" id="{842EBCE2-25E2-3337-3F21-DC95498BAC4B}"/>
              </a:ext>
            </a:extLst>
          </p:cNvPr>
          <p:cNvPicPr>
            <a:picLocks noChangeAspect="1"/>
          </p:cNvPicPr>
          <p:nvPr/>
        </p:nvPicPr>
        <p:blipFill rotWithShape="1">
          <a:blip r:embed="rId2"/>
          <a:srcRect l="15317" r="7128" b="1"/>
          <a:stretch/>
        </p:blipFill>
        <p:spPr>
          <a:xfrm>
            <a:off x="7009488" y="639774"/>
            <a:ext cx="5182512" cy="5011727"/>
          </a:xfrm>
          <a:prstGeom prst="rect">
            <a:avLst/>
          </a:prstGeom>
          <a:noFill/>
        </p:spPr>
      </p:pic>
    </p:spTree>
    <p:extLst>
      <p:ext uri="{BB962C8B-B14F-4D97-AF65-F5344CB8AC3E}">
        <p14:creationId xmlns:p14="http://schemas.microsoft.com/office/powerpoint/2010/main" val="870508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ADB3A6B-7536-A409-968B-A30D9019EE52}"/>
              </a:ext>
            </a:extLst>
          </p:cNvPr>
          <p:cNvSpPr>
            <a:spLocks noGrp="1"/>
          </p:cNvSpPr>
          <p:nvPr>
            <p:ph type="body" sz="quarter" idx="15"/>
          </p:nvPr>
        </p:nvSpPr>
        <p:spPr>
          <a:xfrm>
            <a:off x="609603" y="1803401"/>
            <a:ext cx="5612587" cy="3848100"/>
          </a:xfrm>
        </p:spPr>
        <p:txBody>
          <a:bodyPr>
            <a:normAutofit/>
          </a:bodyPr>
          <a:lstStyle/>
          <a:p>
            <a:pPr>
              <a:lnSpc>
                <a:spcPct val="100000"/>
              </a:lnSpc>
            </a:pPr>
            <a:r>
              <a:rPr lang="en-US" sz="2000" dirty="0"/>
              <a:t>To ensure efficient and effective model training in </a:t>
            </a:r>
            <a:r>
              <a:rPr lang="en-US" sz="2000" dirty="0" err="1"/>
              <a:t>PyTorch</a:t>
            </a:r>
            <a:r>
              <a:rPr lang="en-US" sz="2000" dirty="0"/>
              <a:t>, it's important to follow best practices such as using GPU acceleration where possible, properly splitting data into training and validation sets, and utilizing </a:t>
            </a:r>
            <a:r>
              <a:rPr lang="en-US" sz="2000" dirty="0" err="1"/>
              <a:t>PyTorch's</a:t>
            </a:r>
            <a:r>
              <a:rPr lang="en-US" sz="2000" dirty="0"/>
              <a:t> inbuilt functionalities like </a:t>
            </a:r>
            <a:r>
              <a:rPr lang="en-US" sz="2000" dirty="0" err="1"/>
              <a:t>DataLoader</a:t>
            </a:r>
            <a:r>
              <a:rPr lang="en-US" sz="2000" dirty="0"/>
              <a:t> for data management. Regularly saving and loading models during training prevents data loss and allows for fine-tuning. Keeping code modular and well-documented enhances readability and maintainability.</a:t>
            </a:r>
            <a:endParaRPr lang="en-CA" sz="2000" dirty="0"/>
          </a:p>
        </p:txBody>
      </p:sp>
      <p:sp>
        <p:nvSpPr>
          <p:cNvPr id="2" name="Title 1">
            <a:extLst>
              <a:ext uri="{FF2B5EF4-FFF2-40B4-BE49-F238E27FC236}">
                <a16:creationId xmlns:a16="http://schemas.microsoft.com/office/drawing/2014/main" id="{7A020F18-2C36-C2B4-6AE1-9779FD7FE973}"/>
              </a:ext>
            </a:extLst>
          </p:cNvPr>
          <p:cNvSpPr>
            <a:spLocks noGrp="1"/>
          </p:cNvSpPr>
          <p:nvPr>
            <p:ph type="title"/>
          </p:nvPr>
        </p:nvSpPr>
        <p:spPr>
          <a:xfrm>
            <a:off x="609601" y="576274"/>
            <a:ext cx="5612588" cy="1001980"/>
          </a:xfrm>
        </p:spPr>
        <p:txBody>
          <a:bodyPr anchor="t">
            <a:normAutofit/>
          </a:bodyPr>
          <a:lstStyle/>
          <a:p>
            <a:r>
              <a:rPr lang="en-CA"/>
              <a:t>Best Practices in PyTorch</a:t>
            </a:r>
          </a:p>
        </p:txBody>
      </p:sp>
      <p:pic>
        <p:nvPicPr>
          <p:cNvPr id="5" name="Picture 4" descr="Light bulb on yellow background with sketched light beams and cord">
            <a:extLst>
              <a:ext uri="{FF2B5EF4-FFF2-40B4-BE49-F238E27FC236}">
                <a16:creationId xmlns:a16="http://schemas.microsoft.com/office/drawing/2014/main" id="{7BCF15EE-881D-9C0A-B7DF-BD9696EB32BB}"/>
              </a:ext>
            </a:extLst>
          </p:cNvPr>
          <p:cNvPicPr>
            <a:picLocks noChangeAspect="1"/>
          </p:cNvPicPr>
          <p:nvPr/>
        </p:nvPicPr>
        <p:blipFill rotWithShape="1">
          <a:blip r:embed="rId2"/>
          <a:srcRect l="36404" r="1" b="1"/>
          <a:stretch/>
        </p:blipFill>
        <p:spPr>
          <a:xfrm>
            <a:off x="7009488" y="639773"/>
            <a:ext cx="5182512" cy="5011727"/>
          </a:xfrm>
          <a:prstGeom prst="rect">
            <a:avLst/>
          </a:prstGeom>
          <a:noFill/>
        </p:spPr>
      </p:pic>
    </p:spTree>
    <p:extLst>
      <p:ext uri="{BB962C8B-B14F-4D97-AF65-F5344CB8AC3E}">
        <p14:creationId xmlns:p14="http://schemas.microsoft.com/office/powerpoint/2010/main" val="1592287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01C4E-5178-479C-05B8-843056D4EDEB}"/>
              </a:ext>
            </a:extLst>
          </p:cNvPr>
          <p:cNvSpPr>
            <a:spLocks noGrp="1"/>
          </p:cNvSpPr>
          <p:nvPr>
            <p:ph type="title"/>
          </p:nvPr>
        </p:nvSpPr>
        <p:spPr>
          <a:xfrm>
            <a:off x="609601" y="1544637"/>
            <a:ext cx="7250676" cy="1362076"/>
          </a:xfrm>
        </p:spPr>
        <p:txBody>
          <a:bodyPr anchor="b">
            <a:normAutofit/>
          </a:bodyPr>
          <a:lstStyle/>
          <a:p>
            <a:r>
              <a:rPr lang="en-CA"/>
              <a:t>Conclusion and Key Takeaways</a:t>
            </a:r>
          </a:p>
        </p:txBody>
      </p:sp>
      <p:sp>
        <p:nvSpPr>
          <p:cNvPr id="3" name="Text Placeholder 2">
            <a:extLst>
              <a:ext uri="{FF2B5EF4-FFF2-40B4-BE49-F238E27FC236}">
                <a16:creationId xmlns:a16="http://schemas.microsoft.com/office/drawing/2014/main" id="{BE5211F2-3D08-407E-0F59-A645523DFFD7}"/>
              </a:ext>
            </a:extLst>
          </p:cNvPr>
          <p:cNvSpPr>
            <a:spLocks noGrp="1"/>
          </p:cNvSpPr>
          <p:nvPr>
            <p:ph type="body" idx="1"/>
          </p:nvPr>
        </p:nvSpPr>
        <p:spPr>
          <a:xfrm>
            <a:off x="609601" y="3062821"/>
            <a:ext cx="7250676" cy="1500188"/>
          </a:xfrm>
        </p:spPr>
        <p:txBody>
          <a:bodyPr anchor="t">
            <a:normAutofit/>
          </a:bodyPr>
          <a:lstStyle/>
          <a:p>
            <a:pPr>
              <a:lnSpc>
                <a:spcPct val="90000"/>
              </a:lnSpc>
            </a:pPr>
            <a:r>
              <a:rPr lang="en-US" sz="1800"/>
              <a:t>To conclude, PyTorch stands out as a flexible, intuitive, and powerful tool for deep learning, especially in computer vision. Its dynamic nature, strong GPU support, and extensive community make it a top choice for both researchers and industry professionals. As we continue to witness rapid advancements in AI and machine learning, PyTorch is well-positioned to remain at the forefront of innovation.</a:t>
            </a:r>
            <a:endParaRPr lang="en-CA" sz="1800"/>
          </a:p>
        </p:txBody>
      </p:sp>
    </p:spTree>
    <p:extLst>
      <p:ext uri="{BB962C8B-B14F-4D97-AF65-F5344CB8AC3E}">
        <p14:creationId xmlns:p14="http://schemas.microsoft.com/office/powerpoint/2010/main" val="341951366"/>
      </p:ext>
    </p:extLst>
  </p:cSld>
  <p:clrMapOvr>
    <a:masterClrMapping/>
  </p:clrMapOvr>
</p:sld>
</file>

<file path=ppt/theme/theme1.xml><?xml version="1.0" encoding="utf-8"?>
<a:theme xmlns:a="http://schemas.openxmlformats.org/drawingml/2006/main" name="Office Theme">
  <a:themeElements>
    <a:clrScheme name="Algonquin College Colours">
      <a:dk1>
        <a:srgbClr val="423F3F"/>
      </a:dk1>
      <a:lt1>
        <a:sysClr val="window" lastClr="FFFFFF"/>
      </a:lt1>
      <a:dk2>
        <a:srgbClr val="00673E"/>
      </a:dk2>
      <a:lt2>
        <a:srgbClr val="FFFFFF"/>
      </a:lt2>
      <a:accent1>
        <a:srgbClr val="00673E"/>
      </a:accent1>
      <a:accent2>
        <a:srgbClr val="599A83"/>
      </a:accent2>
      <a:accent3>
        <a:srgbClr val="A6C8BC"/>
      </a:accent3>
      <a:accent4>
        <a:srgbClr val="408A70"/>
      </a:accent4>
      <a:accent5>
        <a:srgbClr val="423F3F"/>
      </a:accent5>
      <a:accent6>
        <a:srgbClr val="B4B2B5"/>
      </a:accent6>
      <a:hlink>
        <a:srgbClr val="43B02A"/>
      </a:hlink>
      <a:folHlink>
        <a:srgbClr val="7AC14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lesson-template-nov2017</Template>
  <TotalTime>690</TotalTime>
  <Words>1722</Words>
  <Application>Microsoft Macintosh PowerPoint</Application>
  <PresentationFormat>Widescreen</PresentationFormat>
  <Paragraphs>166</Paragraphs>
  <Slides>23</Slides>
  <Notes>1</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Arial</vt:lpstr>
      <vt:lpstr>Wingdings</vt:lpstr>
      <vt:lpstr>Office Theme</vt:lpstr>
      <vt:lpstr>Introduction to PyTorch</vt:lpstr>
      <vt:lpstr>Today’s Topics</vt:lpstr>
      <vt:lpstr>What is PyTorch?</vt:lpstr>
      <vt:lpstr>PowerPoint Presentation</vt:lpstr>
      <vt:lpstr>Key Features of PyTorch</vt:lpstr>
      <vt:lpstr>PowerPoint Presentation</vt:lpstr>
      <vt:lpstr>PyTorch vs. Tensorflow</vt:lpstr>
      <vt:lpstr>Core Components of PyTorch</vt:lpstr>
      <vt:lpstr>Deep Dive into Tensors</vt:lpstr>
      <vt:lpstr>Deep Dive into Tensors</vt:lpstr>
      <vt:lpstr>Deep Dive into Tensors</vt:lpstr>
      <vt:lpstr>Deep Dive into Tensors</vt:lpstr>
      <vt:lpstr>Automatic Differentiation (Autograd)</vt:lpstr>
      <vt:lpstr>Neural Network Module</vt:lpstr>
      <vt:lpstr>Optimizers and Loss Functions</vt:lpstr>
      <vt:lpstr>DL Training Process</vt:lpstr>
      <vt:lpstr>Data Handling in PyTorch</vt:lpstr>
      <vt:lpstr>Building a Simple Neural Network</vt:lpstr>
      <vt:lpstr>Computer Vision with PyTorch</vt:lpstr>
      <vt:lpstr>Advanced Features in PyTorch</vt:lpstr>
      <vt:lpstr>Community and Ecosystem</vt:lpstr>
      <vt:lpstr>Best Practices in PyTorch</vt:lpstr>
      <vt:lpstr>Conclusion and 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PyTorch</dc:title>
  <dc:creator>Wassim El Ahmar</dc:creator>
  <cp:lastModifiedBy>John Jacob</cp:lastModifiedBy>
  <cp:revision>48</cp:revision>
  <dcterms:created xsi:type="dcterms:W3CDTF">2024-01-03T18:30:22Z</dcterms:created>
  <dcterms:modified xsi:type="dcterms:W3CDTF">2025-06-17T03:26:54Z</dcterms:modified>
</cp:coreProperties>
</file>