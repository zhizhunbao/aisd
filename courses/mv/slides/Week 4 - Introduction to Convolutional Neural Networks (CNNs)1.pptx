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39"/>
  </p:notesMasterIdLst>
  <p:sldIdLst>
    <p:sldId id="276" r:id="rId2"/>
    <p:sldId id="284" r:id="rId3"/>
    <p:sldId id="286" r:id="rId4"/>
    <p:sldId id="288" r:id="rId5"/>
    <p:sldId id="290" r:id="rId6"/>
    <p:sldId id="291" r:id="rId7"/>
    <p:sldId id="321" r:id="rId8"/>
    <p:sldId id="258" r:id="rId9"/>
    <p:sldId id="293" r:id="rId10"/>
    <p:sldId id="259" r:id="rId11"/>
    <p:sldId id="319" r:id="rId12"/>
    <p:sldId id="294" r:id="rId13"/>
    <p:sldId id="301" r:id="rId14"/>
    <p:sldId id="302" r:id="rId15"/>
    <p:sldId id="306" r:id="rId16"/>
    <p:sldId id="261" r:id="rId17"/>
    <p:sldId id="305" r:id="rId18"/>
    <p:sldId id="278" r:id="rId19"/>
    <p:sldId id="295" r:id="rId20"/>
    <p:sldId id="303" r:id="rId21"/>
    <p:sldId id="279" r:id="rId22"/>
    <p:sldId id="307" r:id="rId23"/>
    <p:sldId id="309" r:id="rId24"/>
    <p:sldId id="308" r:id="rId25"/>
    <p:sldId id="304" r:id="rId26"/>
    <p:sldId id="315" r:id="rId27"/>
    <p:sldId id="316" r:id="rId28"/>
    <p:sldId id="260" r:id="rId29"/>
    <p:sldId id="322" r:id="rId30"/>
    <p:sldId id="267" r:id="rId31"/>
    <p:sldId id="325" r:id="rId32"/>
    <p:sldId id="282" r:id="rId33"/>
    <p:sldId id="326" r:id="rId34"/>
    <p:sldId id="283" r:id="rId35"/>
    <p:sldId id="269" r:id="rId36"/>
    <p:sldId id="323" r:id="rId37"/>
    <p:sldId id="324" r:id="rId38"/>
  </p:sldIdLst>
  <p:sldSz cx="12192000" cy="6858000"/>
  <p:notesSz cx="6858000" cy="9144000"/>
  <p:defaultTextStyle>
    <a:defPPr>
      <a:defRPr lang="en-US"/>
    </a:defPPr>
    <a:lvl1pPr marL="0" algn="l" defTabSz="781583" rtl="0" eaLnBrk="1" latinLnBrk="0" hangingPunct="1">
      <a:defRPr sz="3100" kern="1200">
        <a:solidFill>
          <a:schemeClr val="tx1"/>
        </a:solidFill>
        <a:latin typeface="+mn-lt"/>
        <a:ea typeface="+mn-ea"/>
        <a:cs typeface="+mn-cs"/>
      </a:defRPr>
    </a:lvl1pPr>
    <a:lvl2pPr marL="781583" algn="l" defTabSz="781583" rtl="0" eaLnBrk="1" latinLnBrk="0" hangingPunct="1">
      <a:defRPr sz="3100" kern="1200">
        <a:solidFill>
          <a:schemeClr val="tx1"/>
        </a:solidFill>
        <a:latin typeface="+mn-lt"/>
        <a:ea typeface="+mn-ea"/>
        <a:cs typeface="+mn-cs"/>
      </a:defRPr>
    </a:lvl2pPr>
    <a:lvl3pPr marL="1563167" algn="l" defTabSz="781583" rtl="0" eaLnBrk="1" latinLnBrk="0" hangingPunct="1">
      <a:defRPr sz="3100" kern="1200">
        <a:solidFill>
          <a:schemeClr val="tx1"/>
        </a:solidFill>
        <a:latin typeface="+mn-lt"/>
        <a:ea typeface="+mn-ea"/>
        <a:cs typeface="+mn-cs"/>
      </a:defRPr>
    </a:lvl3pPr>
    <a:lvl4pPr marL="2344750" algn="l" defTabSz="781583" rtl="0" eaLnBrk="1" latinLnBrk="0" hangingPunct="1">
      <a:defRPr sz="3100" kern="1200">
        <a:solidFill>
          <a:schemeClr val="tx1"/>
        </a:solidFill>
        <a:latin typeface="+mn-lt"/>
        <a:ea typeface="+mn-ea"/>
        <a:cs typeface="+mn-cs"/>
      </a:defRPr>
    </a:lvl4pPr>
    <a:lvl5pPr marL="3126334" algn="l" defTabSz="781583" rtl="0" eaLnBrk="1" latinLnBrk="0" hangingPunct="1">
      <a:defRPr sz="3100" kern="1200">
        <a:solidFill>
          <a:schemeClr val="tx1"/>
        </a:solidFill>
        <a:latin typeface="+mn-lt"/>
        <a:ea typeface="+mn-ea"/>
        <a:cs typeface="+mn-cs"/>
      </a:defRPr>
    </a:lvl5pPr>
    <a:lvl6pPr marL="3907917" algn="l" defTabSz="781583" rtl="0" eaLnBrk="1" latinLnBrk="0" hangingPunct="1">
      <a:defRPr sz="3100" kern="1200">
        <a:solidFill>
          <a:schemeClr val="tx1"/>
        </a:solidFill>
        <a:latin typeface="+mn-lt"/>
        <a:ea typeface="+mn-ea"/>
        <a:cs typeface="+mn-cs"/>
      </a:defRPr>
    </a:lvl6pPr>
    <a:lvl7pPr marL="4689500" algn="l" defTabSz="781583" rtl="0" eaLnBrk="1" latinLnBrk="0" hangingPunct="1">
      <a:defRPr sz="3100" kern="1200">
        <a:solidFill>
          <a:schemeClr val="tx1"/>
        </a:solidFill>
        <a:latin typeface="+mn-lt"/>
        <a:ea typeface="+mn-ea"/>
        <a:cs typeface="+mn-cs"/>
      </a:defRPr>
    </a:lvl7pPr>
    <a:lvl8pPr marL="5471084" algn="l" defTabSz="781583" rtl="0" eaLnBrk="1" latinLnBrk="0" hangingPunct="1">
      <a:defRPr sz="3100" kern="1200">
        <a:solidFill>
          <a:schemeClr val="tx1"/>
        </a:solidFill>
        <a:latin typeface="+mn-lt"/>
        <a:ea typeface="+mn-ea"/>
        <a:cs typeface="+mn-cs"/>
      </a:defRPr>
    </a:lvl8pPr>
    <a:lvl9pPr marL="6252667" algn="l" defTabSz="781583" rtl="0" eaLnBrk="1" latinLnBrk="0" hangingPunct="1">
      <a:defRPr sz="31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646"/>
    <p:restoredTop sz="94694"/>
  </p:normalViewPr>
  <p:slideViewPr>
    <p:cSldViewPr snapToGrid="0">
      <p:cViewPr varScale="1">
        <p:scale>
          <a:sx n="121" d="100"/>
          <a:sy n="121" d="100"/>
        </p:scale>
        <p:origin x="672"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iagrams/_rels/data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svg"/><Relationship Id="rId1" Type="http://schemas.openxmlformats.org/officeDocument/2006/relationships/image" Target="../media/image31.png"/><Relationship Id="rId6" Type="http://schemas.openxmlformats.org/officeDocument/2006/relationships/image" Target="../media/image36.svg"/><Relationship Id="rId5" Type="http://schemas.openxmlformats.org/officeDocument/2006/relationships/image" Target="../media/image35.png"/><Relationship Id="rId4" Type="http://schemas.openxmlformats.org/officeDocument/2006/relationships/image" Target="../media/image34.svg"/></Relationships>
</file>

<file path=ppt/diagrams/_rels/data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svg"/><Relationship Id="rId1" Type="http://schemas.openxmlformats.org/officeDocument/2006/relationships/image" Target="../media/image58.png"/><Relationship Id="rId6" Type="http://schemas.openxmlformats.org/officeDocument/2006/relationships/image" Target="../media/image63.svg"/><Relationship Id="rId5" Type="http://schemas.openxmlformats.org/officeDocument/2006/relationships/image" Target="../media/image62.png"/><Relationship Id="rId4" Type="http://schemas.openxmlformats.org/officeDocument/2006/relationships/image" Target="../media/image61.svg"/></Relationships>
</file>

<file path=ppt/diagrams/_rels/drawing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svg"/><Relationship Id="rId1" Type="http://schemas.openxmlformats.org/officeDocument/2006/relationships/image" Target="../media/image31.png"/><Relationship Id="rId6" Type="http://schemas.openxmlformats.org/officeDocument/2006/relationships/image" Target="../media/image36.svg"/><Relationship Id="rId5" Type="http://schemas.openxmlformats.org/officeDocument/2006/relationships/image" Target="../media/image35.png"/><Relationship Id="rId4" Type="http://schemas.openxmlformats.org/officeDocument/2006/relationships/image" Target="../media/image34.svg"/></Relationships>
</file>

<file path=ppt/diagrams/_rels/drawing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svg"/><Relationship Id="rId1" Type="http://schemas.openxmlformats.org/officeDocument/2006/relationships/image" Target="../media/image58.png"/><Relationship Id="rId6" Type="http://schemas.openxmlformats.org/officeDocument/2006/relationships/image" Target="../media/image63.svg"/><Relationship Id="rId5" Type="http://schemas.openxmlformats.org/officeDocument/2006/relationships/image" Target="../media/image62.png"/><Relationship Id="rId4" Type="http://schemas.openxmlformats.org/officeDocument/2006/relationships/image" Target="../media/image61.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FCCCE7-9492-4A78-B469-D739A08FA4F1}"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B00F4F2A-7502-4CC7-B5A4-BF0D25E5A42E}">
      <dgm:prSet/>
      <dgm:spPr/>
      <dgm:t>
        <a:bodyPr/>
        <a:lstStyle/>
        <a:p>
          <a:r>
            <a:rPr lang="en-US"/>
            <a:t>In these layers, small, learnable filters slide over the input data (like images) to extract features such as edges, textures, and shapes.</a:t>
          </a:r>
        </a:p>
      </dgm:t>
    </dgm:pt>
    <dgm:pt modelId="{937D987A-889E-4AB1-B190-862E6F186A0E}" type="parTrans" cxnId="{59DC3979-EA65-4894-840D-8299AE7E6A50}">
      <dgm:prSet/>
      <dgm:spPr/>
      <dgm:t>
        <a:bodyPr/>
        <a:lstStyle/>
        <a:p>
          <a:endParaRPr lang="en-US"/>
        </a:p>
      </dgm:t>
    </dgm:pt>
    <dgm:pt modelId="{610CD906-1314-49FC-91C7-E063A049EEF2}" type="sibTrans" cxnId="{59DC3979-EA65-4894-840D-8299AE7E6A50}">
      <dgm:prSet/>
      <dgm:spPr/>
      <dgm:t>
        <a:bodyPr/>
        <a:lstStyle/>
        <a:p>
          <a:endParaRPr lang="en-US"/>
        </a:p>
      </dgm:t>
    </dgm:pt>
    <dgm:pt modelId="{2CF4D602-C88D-448E-8424-F5DA86302C8B}">
      <dgm:prSet/>
      <dgm:spPr/>
      <dgm:t>
        <a:bodyPr/>
        <a:lstStyle/>
        <a:p>
          <a:r>
            <a:rPr lang="en-US"/>
            <a:t>Each filter in a convolutional layer detects different features, and multiple layers work together to capture increasingly complex aspects of the data.</a:t>
          </a:r>
        </a:p>
      </dgm:t>
    </dgm:pt>
    <dgm:pt modelId="{E8926AE7-CE54-413B-934B-E29D7CF246A8}" type="parTrans" cxnId="{821F4730-6AC9-4738-9B0F-E691EFDCD298}">
      <dgm:prSet/>
      <dgm:spPr/>
      <dgm:t>
        <a:bodyPr/>
        <a:lstStyle/>
        <a:p>
          <a:endParaRPr lang="en-US"/>
        </a:p>
      </dgm:t>
    </dgm:pt>
    <dgm:pt modelId="{17130FF9-2614-4B08-92E9-F7FABDC38157}" type="sibTrans" cxnId="{821F4730-6AC9-4738-9B0F-E691EFDCD298}">
      <dgm:prSet/>
      <dgm:spPr/>
      <dgm:t>
        <a:bodyPr/>
        <a:lstStyle/>
        <a:p>
          <a:endParaRPr lang="en-US"/>
        </a:p>
      </dgm:t>
    </dgm:pt>
    <dgm:pt modelId="{5ED44C05-CCF5-46B0-9205-188E8073C67C}">
      <dgm:prSet/>
      <dgm:spPr/>
      <dgm:t>
        <a:bodyPr/>
        <a:lstStyle/>
        <a:p>
          <a:r>
            <a:rPr lang="en-US"/>
            <a:t>The convolutional layers thus play a crucial role in feature detection and representation, enabling CNNs to effectively perform tasks like image recognition and classification.</a:t>
          </a:r>
        </a:p>
      </dgm:t>
    </dgm:pt>
    <dgm:pt modelId="{7FA4F9C8-A878-4FF9-84A1-97CC06734803}" type="parTrans" cxnId="{F83E9D8D-0911-449E-86FC-A439D467DD30}">
      <dgm:prSet/>
      <dgm:spPr/>
      <dgm:t>
        <a:bodyPr/>
        <a:lstStyle/>
        <a:p>
          <a:endParaRPr lang="en-US"/>
        </a:p>
      </dgm:t>
    </dgm:pt>
    <dgm:pt modelId="{8F7554E4-86ED-46CB-8005-D1F0BF86DE23}" type="sibTrans" cxnId="{F83E9D8D-0911-449E-86FC-A439D467DD30}">
      <dgm:prSet/>
      <dgm:spPr/>
      <dgm:t>
        <a:bodyPr/>
        <a:lstStyle/>
        <a:p>
          <a:endParaRPr lang="en-US"/>
        </a:p>
      </dgm:t>
    </dgm:pt>
    <dgm:pt modelId="{53E5674F-6087-4DC5-BD14-7A4417BFA027}" type="pres">
      <dgm:prSet presAssocID="{CCFCCCE7-9492-4A78-B469-D739A08FA4F1}" presName="linear" presStyleCnt="0">
        <dgm:presLayoutVars>
          <dgm:animLvl val="lvl"/>
          <dgm:resizeHandles val="exact"/>
        </dgm:presLayoutVars>
      </dgm:prSet>
      <dgm:spPr/>
    </dgm:pt>
    <dgm:pt modelId="{64FDF981-10F5-44C4-830F-5D229D17572B}" type="pres">
      <dgm:prSet presAssocID="{B00F4F2A-7502-4CC7-B5A4-BF0D25E5A42E}" presName="parentText" presStyleLbl="node1" presStyleIdx="0" presStyleCnt="3">
        <dgm:presLayoutVars>
          <dgm:chMax val="0"/>
          <dgm:bulletEnabled val="1"/>
        </dgm:presLayoutVars>
      </dgm:prSet>
      <dgm:spPr/>
    </dgm:pt>
    <dgm:pt modelId="{3AE2E7A0-5E73-478A-A5C4-C0B6F27E02EE}" type="pres">
      <dgm:prSet presAssocID="{610CD906-1314-49FC-91C7-E063A049EEF2}" presName="spacer" presStyleCnt="0"/>
      <dgm:spPr/>
    </dgm:pt>
    <dgm:pt modelId="{997B64FF-7499-463A-88A6-BD99A650A7B9}" type="pres">
      <dgm:prSet presAssocID="{2CF4D602-C88D-448E-8424-F5DA86302C8B}" presName="parentText" presStyleLbl="node1" presStyleIdx="1" presStyleCnt="3">
        <dgm:presLayoutVars>
          <dgm:chMax val="0"/>
          <dgm:bulletEnabled val="1"/>
        </dgm:presLayoutVars>
      </dgm:prSet>
      <dgm:spPr/>
    </dgm:pt>
    <dgm:pt modelId="{97AF2248-7BED-42BA-865E-7D5A3B43C022}" type="pres">
      <dgm:prSet presAssocID="{17130FF9-2614-4B08-92E9-F7FABDC38157}" presName="spacer" presStyleCnt="0"/>
      <dgm:spPr/>
    </dgm:pt>
    <dgm:pt modelId="{7A0883AD-AB68-4A03-B94D-44B29C802ACE}" type="pres">
      <dgm:prSet presAssocID="{5ED44C05-CCF5-46B0-9205-188E8073C67C}" presName="parentText" presStyleLbl="node1" presStyleIdx="2" presStyleCnt="3">
        <dgm:presLayoutVars>
          <dgm:chMax val="0"/>
          <dgm:bulletEnabled val="1"/>
        </dgm:presLayoutVars>
      </dgm:prSet>
      <dgm:spPr/>
    </dgm:pt>
  </dgm:ptLst>
  <dgm:cxnLst>
    <dgm:cxn modelId="{821F4730-6AC9-4738-9B0F-E691EFDCD298}" srcId="{CCFCCCE7-9492-4A78-B469-D739A08FA4F1}" destId="{2CF4D602-C88D-448E-8424-F5DA86302C8B}" srcOrd="1" destOrd="0" parTransId="{E8926AE7-CE54-413B-934B-E29D7CF246A8}" sibTransId="{17130FF9-2614-4B08-92E9-F7FABDC38157}"/>
    <dgm:cxn modelId="{25A6AA3F-23C4-4111-8EFD-06C2B9F1E0D1}" type="presOf" srcId="{B00F4F2A-7502-4CC7-B5A4-BF0D25E5A42E}" destId="{64FDF981-10F5-44C4-830F-5D229D17572B}" srcOrd="0" destOrd="0" presId="urn:microsoft.com/office/officeart/2005/8/layout/vList2"/>
    <dgm:cxn modelId="{6EC5E947-F03F-40B5-8F18-7950E39ADD95}" type="presOf" srcId="{5ED44C05-CCF5-46B0-9205-188E8073C67C}" destId="{7A0883AD-AB68-4A03-B94D-44B29C802ACE}" srcOrd="0" destOrd="0" presId="urn:microsoft.com/office/officeart/2005/8/layout/vList2"/>
    <dgm:cxn modelId="{8FBAD94D-1135-4F2E-B278-388D26EBC447}" type="presOf" srcId="{2CF4D602-C88D-448E-8424-F5DA86302C8B}" destId="{997B64FF-7499-463A-88A6-BD99A650A7B9}" srcOrd="0" destOrd="0" presId="urn:microsoft.com/office/officeart/2005/8/layout/vList2"/>
    <dgm:cxn modelId="{59DC3979-EA65-4894-840D-8299AE7E6A50}" srcId="{CCFCCCE7-9492-4A78-B469-D739A08FA4F1}" destId="{B00F4F2A-7502-4CC7-B5A4-BF0D25E5A42E}" srcOrd="0" destOrd="0" parTransId="{937D987A-889E-4AB1-B190-862E6F186A0E}" sibTransId="{610CD906-1314-49FC-91C7-E063A049EEF2}"/>
    <dgm:cxn modelId="{F83E9D8D-0911-449E-86FC-A439D467DD30}" srcId="{CCFCCCE7-9492-4A78-B469-D739A08FA4F1}" destId="{5ED44C05-CCF5-46B0-9205-188E8073C67C}" srcOrd="2" destOrd="0" parTransId="{7FA4F9C8-A878-4FF9-84A1-97CC06734803}" sibTransId="{8F7554E4-86ED-46CB-8005-D1F0BF86DE23}"/>
    <dgm:cxn modelId="{6799B1C2-A1CB-4A4E-95DC-091878F7EF71}" type="presOf" srcId="{CCFCCCE7-9492-4A78-B469-D739A08FA4F1}" destId="{53E5674F-6087-4DC5-BD14-7A4417BFA027}" srcOrd="0" destOrd="0" presId="urn:microsoft.com/office/officeart/2005/8/layout/vList2"/>
    <dgm:cxn modelId="{C252FF3C-42A1-4DDA-9D78-46C2C8836EA4}" type="presParOf" srcId="{53E5674F-6087-4DC5-BD14-7A4417BFA027}" destId="{64FDF981-10F5-44C4-830F-5D229D17572B}" srcOrd="0" destOrd="0" presId="urn:microsoft.com/office/officeart/2005/8/layout/vList2"/>
    <dgm:cxn modelId="{7557D385-5CA2-4466-9288-A7ABAC590569}" type="presParOf" srcId="{53E5674F-6087-4DC5-BD14-7A4417BFA027}" destId="{3AE2E7A0-5E73-478A-A5C4-C0B6F27E02EE}" srcOrd="1" destOrd="0" presId="urn:microsoft.com/office/officeart/2005/8/layout/vList2"/>
    <dgm:cxn modelId="{5B6A1C9E-C531-467F-A7C0-5503EEF5EA0B}" type="presParOf" srcId="{53E5674F-6087-4DC5-BD14-7A4417BFA027}" destId="{997B64FF-7499-463A-88A6-BD99A650A7B9}" srcOrd="2" destOrd="0" presId="urn:microsoft.com/office/officeart/2005/8/layout/vList2"/>
    <dgm:cxn modelId="{249B0992-EA11-4A22-B829-59955B72AFE0}" type="presParOf" srcId="{53E5674F-6087-4DC5-BD14-7A4417BFA027}" destId="{97AF2248-7BED-42BA-865E-7D5A3B43C022}" srcOrd="3" destOrd="0" presId="urn:microsoft.com/office/officeart/2005/8/layout/vList2"/>
    <dgm:cxn modelId="{692DC207-8617-44AB-9009-731AF56C23A2}" type="presParOf" srcId="{53E5674F-6087-4DC5-BD14-7A4417BFA027}" destId="{7A0883AD-AB68-4A03-B94D-44B29C802ACE}"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81156A3-7F56-4E8B-A54D-1BD602569A74}"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4650FF22-7699-4C86-96F2-0D47F7DFC725}">
      <dgm:prSet/>
      <dgm:spPr/>
      <dgm:t>
        <a:bodyPr/>
        <a:lstStyle/>
        <a:p>
          <a:r>
            <a:rPr lang="en-US"/>
            <a:t>The filter size determines the extent of the input data that each filter covers, affecting the granularity of the features detected; smaller filters capture fine details, while larger filters identify broader patterns.</a:t>
          </a:r>
        </a:p>
      </dgm:t>
    </dgm:pt>
    <dgm:pt modelId="{EB7002EE-2591-42B8-AA84-26148FA537B3}" type="parTrans" cxnId="{E8AA67C6-F346-4944-8006-14445DCE58E5}">
      <dgm:prSet/>
      <dgm:spPr/>
      <dgm:t>
        <a:bodyPr/>
        <a:lstStyle/>
        <a:p>
          <a:endParaRPr lang="en-US"/>
        </a:p>
      </dgm:t>
    </dgm:pt>
    <dgm:pt modelId="{B13D3358-3FD8-48BE-B2B4-DF12FA138175}" type="sibTrans" cxnId="{E8AA67C6-F346-4944-8006-14445DCE58E5}">
      <dgm:prSet/>
      <dgm:spPr/>
      <dgm:t>
        <a:bodyPr/>
        <a:lstStyle/>
        <a:p>
          <a:endParaRPr lang="en-US"/>
        </a:p>
      </dgm:t>
    </dgm:pt>
    <dgm:pt modelId="{65CE4549-258C-4D90-AE53-FFE6B62B4D2C}">
      <dgm:prSet/>
      <dgm:spPr/>
      <dgm:t>
        <a:bodyPr/>
        <a:lstStyle/>
        <a:p>
          <a:r>
            <a:rPr lang="en-US"/>
            <a:t>Stride, the step size with which filters move across the input, influences the overlap of receptive fields and the size of the output feature map; larger strides result in smaller, more abstract feature maps. </a:t>
          </a:r>
        </a:p>
      </dgm:t>
    </dgm:pt>
    <dgm:pt modelId="{8EBC6C92-9FF2-4819-A5DB-ADBB5F13DA3C}" type="parTrans" cxnId="{19CDE00F-8F18-479D-B5FD-44EA4F0592B4}">
      <dgm:prSet/>
      <dgm:spPr/>
      <dgm:t>
        <a:bodyPr/>
        <a:lstStyle/>
        <a:p>
          <a:endParaRPr lang="en-US"/>
        </a:p>
      </dgm:t>
    </dgm:pt>
    <dgm:pt modelId="{B74F6607-D188-4545-9E3E-759F05FC63A2}" type="sibTrans" cxnId="{19CDE00F-8F18-479D-B5FD-44EA4F0592B4}">
      <dgm:prSet/>
      <dgm:spPr/>
      <dgm:t>
        <a:bodyPr/>
        <a:lstStyle/>
        <a:p>
          <a:endParaRPr lang="en-US"/>
        </a:p>
      </dgm:t>
    </dgm:pt>
    <dgm:pt modelId="{826B9992-BEAA-4467-BD18-FAD69F8A66A5}">
      <dgm:prSet/>
      <dgm:spPr/>
      <dgm:t>
        <a:bodyPr/>
        <a:lstStyle/>
        <a:p>
          <a:r>
            <a:rPr lang="en-US"/>
            <a:t>Padding, the addition of zeroes around the input border, allows control over the spatial dimensions of the output, preserving edge information and enabling deeper layers to build a spatial hierarchy of increasingly complex and abstract features.</a:t>
          </a:r>
        </a:p>
      </dgm:t>
    </dgm:pt>
    <dgm:pt modelId="{7263B4CC-5212-4DCD-893B-F30514561C16}" type="parTrans" cxnId="{69F08D12-11D3-437D-AA87-5ED2A99720DF}">
      <dgm:prSet/>
      <dgm:spPr/>
      <dgm:t>
        <a:bodyPr/>
        <a:lstStyle/>
        <a:p>
          <a:endParaRPr lang="en-US"/>
        </a:p>
      </dgm:t>
    </dgm:pt>
    <dgm:pt modelId="{644E4683-7B23-4BD6-A0BD-61F247187CFE}" type="sibTrans" cxnId="{69F08D12-11D3-437D-AA87-5ED2A99720DF}">
      <dgm:prSet/>
      <dgm:spPr/>
      <dgm:t>
        <a:bodyPr/>
        <a:lstStyle/>
        <a:p>
          <a:endParaRPr lang="en-US"/>
        </a:p>
      </dgm:t>
    </dgm:pt>
    <dgm:pt modelId="{AE217FA1-8160-49C8-8546-479D6EC9CB96}" type="pres">
      <dgm:prSet presAssocID="{E81156A3-7F56-4E8B-A54D-1BD602569A74}" presName="root" presStyleCnt="0">
        <dgm:presLayoutVars>
          <dgm:dir/>
          <dgm:resizeHandles val="exact"/>
        </dgm:presLayoutVars>
      </dgm:prSet>
      <dgm:spPr/>
    </dgm:pt>
    <dgm:pt modelId="{4D41FD79-2E87-434B-9494-400E56039613}" type="pres">
      <dgm:prSet presAssocID="{4650FF22-7699-4C86-96F2-0D47F7DFC725}" presName="compNode" presStyleCnt="0"/>
      <dgm:spPr/>
    </dgm:pt>
    <dgm:pt modelId="{E819D863-2E6E-4E03-9DF5-800D4D3076AC}" type="pres">
      <dgm:prSet presAssocID="{4650FF22-7699-4C86-96F2-0D47F7DFC725}" presName="bgRect" presStyleLbl="bgShp" presStyleIdx="0" presStyleCnt="3"/>
      <dgm:spPr/>
    </dgm:pt>
    <dgm:pt modelId="{C8D6F071-8BA8-485C-84FA-FE2F3F1E1A52}" type="pres">
      <dgm:prSet presAssocID="{4650FF22-7699-4C86-96F2-0D47F7DFC725}"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ilter"/>
        </a:ext>
      </dgm:extLst>
    </dgm:pt>
    <dgm:pt modelId="{26583D23-C816-42C4-86C3-0DCA93D0F7F7}" type="pres">
      <dgm:prSet presAssocID="{4650FF22-7699-4C86-96F2-0D47F7DFC725}" presName="spaceRect" presStyleCnt="0"/>
      <dgm:spPr/>
    </dgm:pt>
    <dgm:pt modelId="{D13ABF3A-3D7D-4007-AAA2-2DCF96B6033A}" type="pres">
      <dgm:prSet presAssocID="{4650FF22-7699-4C86-96F2-0D47F7DFC725}" presName="parTx" presStyleLbl="revTx" presStyleIdx="0" presStyleCnt="3">
        <dgm:presLayoutVars>
          <dgm:chMax val="0"/>
          <dgm:chPref val="0"/>
        </dgm:presLayoutVars>
      </dgm:prSet>
      <dgm:spPr/>
    </dgm:pt>
    <dgm:pt modelId="{80D59745-DC39-4D6E-844E-86A6D1B154A0}" type="pres">
      <dgm:prSet presAssocID="{B13D3358-3FD8-48BE-B2B4-DF12FA138175}" presName="sibTrans" presStyleCnt="0"/>
      <dgm:spPr/>
    </dgm:pt>
    <dgm:pt modelId="{B5CBED85-B72D-4A5A-B601-F199519C1323}" type="pres">
      <dgm:prSet presAssocID="{65CE4549-258C-4D90-AE53-FFE6B62B4D2C}" presName="compNode" presStyleCnt="0"/>
      <dgm:spPr/>
    </dgm:pt>
    <dgm:pt modelId="{C63DA32B-DB79-4FB3-8BD7-0C09074E9161}" type="pres">
      <dgm:prSet presAssocID="{65CE4549-258C-4D90-AE53-FFE6B62B4D2C}" presName="bgRect" presStyleLbl="bgShp" presStyleIdx="1" presStyleCnt="3"/>
      <dgm:spPr/>
    </dgm:pt>
    <dgm:pt modelId="{94AD1B0A-E0C6-43D4-BB00-8DE1B8ADC831}" type="pres">
      <dgm:prSet presAssocID="{65CE4549-258C-4D90-AE53-FFE6B62B4D2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vron Arrows"/>
        </a:ext>
      </dgm:extLst>
    </dgm:pt>
    <dgm:pt modelId="{11A75CFB-0361-40AE-8F94-EB2A3F6D79AC}" type="pres">
      <dgm:prSet presAssocID="{65CE4549-258C-4D90-AE53-FFE6B62B4D2C}" presName="spaceRect" presStyleCnt="0"/>
      <dgm:spPr/>
    </dgm:pt>
    <dgm:pt modelId="{06BBC8BB-C0FC-4A47-8D17-88D719F561FC}" type="pres">
      <dgm:prSet presAssocID="{65CE4549-258C-4D90-AE53-FFE6B62B4D2C}" presName="parTx" presStyleLbl="revTx" presStyleIdx="1" presStyleCnt="3">
        <dgm:presLayoutVars>
          <dgm:chMax val="0"/>
          <dgm:chPref val="0"/>
        </dgm:presLayoutVars>
      </dgm:prSet>
      <dgm:spPr/>
    </dgm:pt>
    <dgm:pt modelId="{42656BC1-CC39-4067-BEB0-E84F7A14D099}" type="pres">
      <dgm:prSet presAssocID="{B74F6607-D188-4545-9E3E-759F05FC63A2}" presName="sibTrans" presStyleCnt="0"/>
      <dgm:spPr/>
    </dgm:pt>
    <dgm:pt modelId="{33BFC157-2333-4B3A-B9CD-008AA6BA23CB}" type="pres">
      <dgm:prSet presAssocID="{826B9992-BEAA-4467-BD18-FAD69F8A66A5}" presName="compNode" presStyleCnt="0"/>
      <dgm:spPr/>
    </dgm:pt>
    <dgm:pt modelId="{1F13901B-8F92-4CD0-BB38-E7C0FE66EDF0}" type="pres">
      <dgm:prSet presAssocID="{826B9992-BEAA-4467-BD18-FAD69F8A66A5}" presName="bgRect" presStyleLbl="bgShp" presStyleIdx="2" presStyleCnt="3"/>
      <dgm:spPr/>
    </dgm:pt>
    <dgm:pt modelId="{F79F2DAA-67F5-40B1-9F32-2F326ABEA6C5}" type="pres">
      <dgm:prSet presAssocID="{826B9992-BEAA-4467-BD18-FAD69F8A66A5}"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eb Design"/>
        </a:ext>
      </dgm:extLst>
    </dgm:pt>
    <dgm:pt modelId="{3239E879-953A-43E3-8AE6-007B91D9D237}" type="pres">
      <dgm:prSet presAssocID="{826B9992-BEAA-4467-BD18-FAD69F8A66A5}" presName="spaceRect" presStyleCnt="0"/>
      <dgm:spPr/>
    </dgm:pt>
    <dgm:pt modelId="{910BB7DF-8068-48F2-9139-DF91E09C3466}" type="pres">
      <dgm:prSet presAssocID="{826B9992-BEAA-4467-BD18-FAD69F8A66A5}" presName="parTx" presStyleLbl="revTx" presStyleIdx="2" presStyleCnt="3">
        <dgm:presLayoutVars>
          <dgm:chMax val="0"/>
          <dgm:chPref val="0"/>
        </dgm:presLayoutVars>
      </dgm:prSet>
      <dgm:spPr/>
    </dgm:pt>
  </dgm:ptLst>
  <dgm:cxnLst>
    <dgm:cxn modelId="{19CDE00F-8F18-479D-B5FD-44EA4F0592B4}" srcId="{E81156A3-7F56-4E8B-A54D-1BD602569A74}" destId="{65CE4549-258C-4D90-AE53-FFE6B62B4D2C}" srcOrd="1" destOrd="0" parTransId="{8EBC6C92-9FF2-4819-A5DB-ADBB5F13DA3C}" sibTransId="{B74F6607-D188-4545-9E3E-759F05FC63A2}"/>
    <dgm:cxn modelId="{69F08D12-11D3-437D-AA87-5ED2A99720DF}" srcId="{E81156A3-7F56-4E8B-A54D-1BD602569A74}" destId="{826B9992-BEAA-4467-BD18-FAD69F8A66A5}" srcOrd="2" destOrd="0" parTransId="{7263B4CC-5212-4DCD-893B-F30514561C16}" sibTransId="{644E4683-7B23-4BD6-A0BD-61F247187CFE}"/>
    <dgm:cxn modelId="{2CC2D144-5FD5-40FD-BD98-5A803D100E52}" type="presOf" srcId="{826B9992-BEAA-4467-BD18-FAD69F8A66A5}" destId="{910BB7DF-8068-48F2-9139-DF91E09C3466}" srcOrd="0" destOrd="0" presId="urn:microsoft.com/office/officeart/2018/2/layout/IconVerticalSolidList"/>
    <dgm:cxn modelId="{A1EC1F6B-0B21-499B-B4C1-99BBC31E33A8}" type="presOf" srcId="{4650FF22-7699-4C86-96F2-0D47F7DFC725}" destId="{D13ABF3A-3D7D-4007-AAA2-2DCF96B6033A}" srcOrd="0" destOrd="0" presId="urn:microsoft.com/office/officeart/2018/2/layout/IconVerticalSolidList"/>
    <dgm:cxn modelId="{2ADE9683-48FD-4484-AFD1-4B088E243721}" type="presOf" srcId="{65CE4549-258C-4D90-AE53-FFE6B62B4D2C}" destId="{06BBC8BB-C0FC-4A47-8D17-88D719F561FC}" srcOrd="0" destOrd="0" presId="urn:microsoft.com/office/officeart/2018/2/layout/IconVerticalSolidList"/>
    <dgm:cxn modelId="{ED9B459A-7022-4E39-B7BF-6C081DF1E7B3}" type="presOf" srcId="{E81156A3-7F56-4E8B-A54D-1BD602569A74}" destId="{AE217FA1-8160-49C8-8546-479D6EC9CB96}" srcOrd="0" destOrd="0" presId="urn:microsoft.com/office/officeart/2018/2/layout/IconVerticalSolidList"/>
    <dgm:cxn modelId="{E8AA67C6-F346-4944-8006-14445DCE58E5}" srcId="{E81156A3-7F56-4E8B-A54D-1BD602569A74}" destId="{4650FF22-7699-4C86-96F2-0D47F7DFC725}" srcOrd="0" destOrd="0" parTransId="{EB7002EE-2591-42B8-AA84-26148FA537B3}" sibTransId="{B13D3358-3FD8-48BE-B2B4-DF12FA138175}"/>
    <dgm:cxn modelId="{A11AA578-6FAE-49CB-AA8B-089A60E73294}" type="presParOf" srcId="{AE217FA1-8160-49C8-8546-479D6EC9CB96}" destId="{4D41FD79-2E87-434B-9494-400E56039613}" srcOrd="0" destOrd="0" presId="urn:microsoft.com/office/officeart/2018/2/layout/IconVerticalSolidList"/>
    <dgm:cxn modelId="{4EDCBFB0-CE7B-46B3-B2E5-DAE52AA3D4D8}" type="presParOf" srcId="{4D41FD79-2E87-434B-9494-400E56039613}" destId="{E819D863-2E6E-4E03-9DF5-800D4D3076AC}" srcOrd="0" destOrd="0" presId="urn:microsoft.com/office/officeart/2018/2/layout/IconVerticalSolidList"/>
    <dgm:cxn modelId="{DC647499-9AA6-4FFD-83F3-6F02D33CE5FC}" type="presParOf" srcId="{4D41FD79-2E87-434B-9494-400E56039613}" destId="{C8D6F071-8BA8-485C-84FA-FE2F3F1E1A52}" srcOrd="1" destOrd="0" presId="urn:microsoft.com/office/officeart/2018/2/layout/IconVerticalSolidList"/>
    <dgm:cxn modelId="{692C3F73-CACD-4F24-976C-2DE28F74AC2A}" type="presParOf" srcId="{4D41FD79-2E87-434B-9494-400E56039613}" destId="{26583D23-C816-42C4-86C3-0DCA93D0F7F7}" srcOrd="2" destOrd="0" presId="urn:microsoft.com/office/officeart/2018/2/layout/IconVerticalSolidList"/>
    <dgm:cxn modelId="{49E64AED-8961-47D4-B11C-27DF9D83A17B}" type="presParOf" srcId="{4D41FD79-2E87-434B-9494-400E56039613}" destId="{D13ABF3A-3D7D-4007-AAA2-2DCF96B6033A}" srcOrd="3" destOrd="0" presId="urn:microsoft.com/office/officeart/2018/2/layout/IconVerticalSolidList"/>
    <dgm:cxn modelId="{22841B57-2493-470A-A36D-530CC620CCE1}" type="presParOf" srcId="{AE217FA1-8160-49C8-8546-479D6EC9CB96}" destId="{80D59745-DC39-4D6E-844E-86A6D1B154A0}" srcOrd="1" destOrd="0" presId="urn:microsoft.com/office/officeart/2018/2/layout/IconVerticalSolidList"/>
    <dgm:cxn modelId="{FBFF9909-22C2-40F0-8EB3-34201D398301}" type="presParOf" srcId="{AE217FA1-8160-49C8-8546-479D6EC9CB96}" destId="{B5CBED85-B72D-4A5A-B601-F199519C1323}" srcOrd="2" destOrd="0" presId="urn:microsoft.com/office/officeart/2018/2/layout/IconVerticalSolidList"/>
    <dgm:cxn modelId="{FEF33FF4-EB0B-448B-8215-2B4DB42A78AE}" type="presParOf" srcId="{B5CBED85-B72D-4A5A-B601-F199519C1323}" destId="{C63DA32B-DB79-4FB3-8BD7-0C09074E9161}" srcOrd="0" destOrd="0" presId="urn:microsoft.com/office/officeart/2018/2/layout/IconVerticalSolidList"/>
    <dgm:cxn modelId="{3C5796A7-D0D9-4EF3-B83A-610C60A57A1F}" type="presParOf" srcId="{B5CBED85-B72D-4A5A-B601-F199519C1323}" destId="{94AD1B0A-E0C6-43D4-BB00-8DE1B8ADC831}" srcOrd="1" destOrd="0" presId="urn:microsoft.com/office/officeart/2018/2/layout/IconVerticalSolidList"/>
    <dgm:cxn modelId="{027D47C9-F0B6-4C3D-92A1-9014EAFDEBBD}" type="presParOf" srcId="{B5CBED85-B72D-4A5A-B601-F199519C1323}" destId="{11A75CFB-0361-40AE-8F94-EB2A3F6D79AC}" srcOrd="2" destOrd="0" presId="urn:microsoft.com/office/officeart/2018/2/layout/IconVerticalSolidList"/>
    <dgm:cxn modelId="{3AB5A503-09EF-4F40-A0AE-97C3B2878A24}" type="presParOf" srcId="{B5CBED85-B72D-4A5A-B601-F199519C1323}" destId="{06BBC8BB-C0FC-4A47-8D17-88D719F561FC}" srcOrd="3" destOrd="0" presId="urn:microsoft.com/office/officeart/2018/2/layout/IconVerticalSolidList"/>
    <dgm:cxn modelId="{7B9003DA-9989-45A7-81F8-FCF1754398B5}" type="presParOf" srcId="{AE217FA1-8160-49C8-8546-479D6EC9CB96}" destId="{42656BC1-CC39-4067-BEB0-E84F7A14D099}" srcOrd="3" destOrd="0" presId="urn:microsoft.com/office/officeart/2018/2/layout/IconVerticalSolidList"/>
    <dgm:cxn modelId="{A31C49D0-CBE5-435B-86C5-3D00A83A6FE7}" type="presParOf" srcId="{AE217FA1-8160-49C8-8546-479D6EC9CB96}" destId="{33BFC157-2333-4B3A-B9CD-008AA6BA23CB}" srcOrd="4" destOrd="0" presId="urn:microsoft.com/office/officeart/2018/2/layout/IconVerticalSolidList"/>
    <dgm:cxn modelId="{BD0AD0F0-01DB-40C9-A6A5-12DAFFFDAB08}" type="presParOf" srcId="{33BFC157-2333-4B3A-B9CD-008AA6BA23CB}" destId="{1F13901B-8F92-4CD0-BB38-E7C0FE66EDF0}" srcOrd="0" destOrd="0" presId="urn:microsoft.com/office/officeart/2018/2/layout/IconVerticalSolidList"/>
    <dgm:cxn modelId="{25F08591-A702-4BC6-8232-091DB37EE2D2}" type="presParOf" srcId="{33BFC157-2333-4B3A-B9CD-008AA6BA23CB}" destId="{F79F2DAA-67F5-40B1-9F32-2F326ABEA6C5}" srcOrd="1" destOrd="0" presId="urn:microsoft.com/office/officeart/2018/2/layout/IconVerticalSolidList"/>
    <dgm:cxn modelId="{F6A34C97-70C6-44D3-B3EC-892F61E36798}" type="presParOf" srcId="{33BFC157-2333-4B3A-B9CD-008AA6BA23CB}" destId="{3239E879-953A-43E3-8AE6-007B91D9D237}" srcOrd="2" destOrd="0" presId="urn:microsoft.com/office/officeart/2018/2/layout/IconVerticalSolidList"/>
    <dgm:cxn modelId="{D54B19E2-BF1E-456D-BC60-7F7B1C82F95F}" type="presParOf" srcId="{33BFC157-2333-4B3A-B9CD-008AA6BA23CB}" destId="{910BB7DF-8068-48F2-9139-DF91E09C346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CFCCCE7-9492-4A78-B469-D739A08FA4F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B00F4F2A-7502-4CC7-B5A4-BF0D25E5A42E}">
      <dgm:prSet/>
      <dgm:spPr/>
      <dgm:t>
        <a:bodyPr/>
        <a:lstStyle/>
        <a:p>
          <a:r>
            <a:rPr lang="en-US" dirty="0"/>
            <a:t>Responsible for reducing the spatial size of the feature maps generated by convolutional layers</a:t>
          </a:r>
        </a:p>
      </dgm:t>
    </dgm:pt>
    <dgm:pt modelId="{937D987A-889E-4AB1-B190-862E6F186A0E}" type="parTrans" cxnId="{59DC3979-EA65-4894-840D-8299AE7E6A50}">
      <dgm:prSet/>
      <dgm:spPr/>
      <dgm:t>
        <a:bodyPr/>
        <a:lstStyle/>
        <a:p>
          <a:endParaRPr lang="en-US"/>
        </a:p>
      </dgm:t>
    </dgm:pt>
    <dgm:pt modelId="{610CD906-1314-49FC-91C7-E063A049EEF2}" type="sibTrans" cxnId="{59DC3979-EA65-4894-840D-8299AE7E6A50}">
      <dgm:prSet/>
      <dgm:spPr/>
      <dgm:t>
        <a:bodyPr/>
        <a:lstStyle/>
        <a:p>
          <a:endParaRPr lang="en-US"/>
        </a:p>
      </dgm:t>
    </dgm:pt>
    <dgm:pt modelId="{2CF4D602-C88D-448E-8424-F5DA86302C8B}">
      <dgm:prSet/>
      <dgm:spPr/>
      <dgm:t>
        <a:bodyPr/>
        <a:lstStyle/>
        <a:p>
          <a:r>
            <a:rPr lang="en-US" dirty="0"/>
            <a:t>By performing operations such as max or average pooling, they down sample the input features, which helps to decrease the computational load and the number of parameters in the network</a:t>
          </a:r>
        </a:p>
      </dgm:t>
    </dgm:pt>
    <dgm:pt modelId="{E8926AE7-CE54-413B-934B-E29D7CF246A8}" type="parTrans" cxnId="{821F4730-6AC9-4738-9B0F-E691EFDCD298}">
      <dgm:prSet/>
      <dgm:spPr/>
      <dgm:t>
        <a:bodyPr/>
        <a:lstStyle/>
        <a:p>
          <a:endParaRPr lang="en-US"/>
        </a:p>
      </dgm:t>
    </dgm:pt>
    <dgm:pt modelId="{17130FF9-2614-4B08-92E9-F7FABDC38157}" type="sibTrans" cxnId="{821F4730-6AC9-4738-9B0F-E691EFDCD298}">
      <dgm:prSet/>
      <dgm:spPr/>
      <dgm:t>
        <a:bodyPr/>
        <a:lstStyle/>
        <a:p>
          <a:endParaRPr lang="en-US"/>
        </a:p>
      </dgm:t>
    </dgm:pt>
    <dgm:pt modelId="{5ED44C05-CCF5-46B0-9205-188E8073C67C}">
      <dgm:prSet/>
      <dgm:spPr/>
      <dgm:t>
        <a:bodyPr/>
        <a:lstStyle/>
        <a:p>
          <a:r>
            <a:rPr lang="en-US" dirty="0"/>
            <a:t>This reduction also contributes to making the network more tolerant to variations and distortions in the input data, enhancing its ability to generalize.</a:t>
          </a:r>
        </a:p>
      </dgm:t>
    </dgm:pt>
    <dgm:pt modelId="{7FA4F9C8-A878-4FF9-84A1-97CC06734803}" type="parTrans" cxnId="{F83E9D8D-0911-449E-86FC-A439D467DD30}">
      <dgm:prSet/>
      <dgm:spPr/>
      <dgm:t>
        <a:bodyPr/>
        <a:lstStyle/>
        <a:p>
          <a:endParaRPr lang="en-US"/>
        </a:p>
      </dgm:t>
    </dgm:pt>
    <dgm:pt modelId="{8F7554E4-86ED-46CB-8005-D1F0BF86DE23}" type="sibTrans" cxnId="{F83E9D8D-0911-449E-86FC-A439D467DD30}">
      <dgm:prSet/>
      <dgm:spPr/>
      <dgm:t>
        <a:bodyPr/>
        <a:lstStyle/>
        <a:p>
          <a:endParaRPr lang="en-US"/>
        </a:p>
      </dgm:t>
    </dgm:pt>
    <dgm:pt modelId="{53E5674F-6087-4DC5-BD14-7A4417BFA027}" type="pres">
      <dgm:prSet presAssocID="{CCFCCCE7-9492-4A78-B469-D739A08FA4F1}" presName="linear" presStyleCnt="0">
        <dgm:presLayoutVars>
          <dgm:animLvl val="lvl"/>
          <dgm:resizeHandles val="exact"/>
        </dgm:presLayoutVars>
      </dgm:prSet>
      <dgm:spPr/>
    </dgm:pt>
    <dgm:pt modelId="{64FDF981-10F5-44C4-830F-5D229D17572B}" type="pres">
      <dgm:prSet presAssocID="{B00F4F2A-7502-4CC7-B5A4-BF0D25E5A42E}" presName="parentText" presStyleLbl="node1" presStyleIdx="0" presStyleCnt="3" custLinFactY="-30262" custLinFactNeighborX="1566" custLinFactNeighborY="-100000">
        <dgm:presLayoutVars>
          <dgm:chMax val="0"/>
          <dgm:bulletEnabled val="1"/>
        </dgm:presLayoutVars>
      </dgm:prSet>
      <dgm:spPr/>
    </dgm:pt>
    <dgm:pt modelId="{3AE2E7A0-5E73-478A-A5C4-C0B6F27E02EE}" type="pres">
      <dgm:prSet presAssocID="{610CD906-1314-49FC-91C7-E063A049EEF2}" presName="spacer" presStyleCnt="0"/>
      <dgm:spPr/>
    </dgm:pt>
    <dgm:pt modelId="{997B64FF-7499-463A-88A6-BD99A650A7B9}" type="pres">
      <dgm:prSet presAssocID="{2CF4D602-C88D-448E-8424-F5DA86302C8B}" presName="parentText" presStyleLbl="node1" presStyleIdx="1" presStyleCnt="3">
        <dgm:presLayoutVars>
          <dgm:chMax val="0"/>
          <dgm:bulletEnabled val="1"/>
        </dgm:presLayoutVars>
      </dgm:prSet>
      <dgm:spPr/>
    </dgm:pt>
    <dgm:pt modelId="{97AF2248-7BED-42BA-865E-7D5A3B43C022}" type="pres">
      <dgm:prSet presAssocID="{17130FF9-2614-4B08-92E9-F7FABDC38157}" presName="spacer" presStyleCnt="0"/>
      <dgm:spPr/>
    </dgm:pt>
    <dgm:pt modelId="{7A0883AD-AB68-4A03-B94D-44B29C802ACE}" type="pres">
      <dgm:prSet presAssocID="{5ED44C05-CCF5-46B0-9205-188E8073C67C}" presName="parentText" presStyleLbl="node1" presStyleIdx="2" presStyleCnt="3">
        <dgm:presLayoutVars>
          <dgm:chMax val="0"/>
          <dgm:bulletEnabled val="1"/>
        </dgm:presLayoutVars>
      </dgm:prSet>
      <dgm:spPr/>
    </dgm:pt>
  </dgm:ptLst>
  <dgm:cxnLst>
    <dgm:cxn modelId="{821F4730-6AC9-4738-9B0F-E691EFDCD298}" srcId="{CCFCCCE7-9492-4A78-B469-D739A08FA4F1}" destId="{2CF4D602-C88D-448E-8424-F5DA86302C8B}" srcOrd="1" destOrd="0" parTransId="{E8926AE7-CE54-413B-934B-E29D7CF246A8}" sibTransId="{17130FF9-2614-4B08-92E9-F7FABDC38157}"/>
    <dgm:cxn modelId="{25A6AA3F-23C4-4111-8EFD-06C2B9F1E0D1}" type="presOf" srcId="{B00F4F2A-7502-4CC7-B5A4-BF0D25E5A42E}" destId="{64FDF981-10F5-44C4-830F-5D229D17572B}" srcOrd="0" destOrd="0" presId="urn:microsoft.com/office/officeart/2005/8/layout/vList2"/>
    <dgm:cxn modelId="{6EC5E947-F03F-40B5-8F18-7950E39ADD95}" type="presOf" srcId="{5ED44C05-CCF5-46B0-9205-188E8073C67C}" destId="{7A0883AD-AB68-4A03-B94D-44B29C802ACE}" srcOrd="0" destOrd="0" presId="urn:microsoft.com/office/officeart/2005/8/layout/vList2"/>
    <dgm:cxn modelId="{8FBAD94D-1135-4F2E-B278-388D26EBC447}" type="presOf" srcId="{2CF4D602-C88D-448E-8424-F5DA86302C8B}" destId="{997B64FF-7499-463A-88A6-BD99A650A7B9}" srcOrd="0" destOrd="0" presId="urn:microsoft.com/office/officeart/2005/8/layout/vList2"/>
    <dgm:cxn modelId="{59DC3979-EA65-4894-840D-8299AE7E6A50}" srcId="{CCFCCCE7-9492-4A78-B469-D739A08FA4F1}" destId="{B00F4F2A-7502-4CC7-B5A4-BF0D25E5A42E}" srcOrd="0" destOrd="0" parTransId="{937D987A-889E-4AB1-B190-862E6F186A0E}" sibTransId="{610CD906-1314-49FC-91C7-E063A049EEF2}"/>
    <dgm:cxn modelId="{F83E9D8D-0911-449E-86FC-A439D467DD30}" srcId="{CCFCCCE7-9492-4A78-B469-D739A08FA4F1}" destId="{5ED44C05-CCF5-46B0-9205-188E8073C67C}" srcOrd="2" destOrd="0" parTransId="{7FA4F9C8-A878-4FF9-84A1-97CC06734803}" sibTransId="{8F7554E4-86ED-46CB-8005-D1F0BF86DE23}"/>
    <dgm:cxn modelId="{6799B1C2-A1CB-4A4E-95DC-091878F7EF71}" type="presOf" srcId="{CCFCCCE7-9492-4A78-B469-D739A08FA4F1}" destId="{53E5674F-6087-4DC5-BD14-7A4417BFA027}" srcOrd="0" destOrd="0" presId="urn:microsoft.com/office/officeart/2005/8/layout/vList2"/>
    <dgm:cxn modelId="{C252FF3C-42A1-4DDA-9D78-46C2C8836EA4}" type="presParOf" srcId="{53E5674F-6087-4DC5-BD14-7A4417BFA027}" destId="{64FDF981-10F5-44C4-830F-5D229D17572B}" srcOrd="0" destOrd="0" presId="urn:microsoft.com/office/officeart/2005/8/layout/vList2"/>
    <dgm:cxn modelId="{7557D385-5CA2-4466-9288-A7ABAC590569}" type="presParOf" srcId="{53E5674F-6087-4DC5-BD14-7A4417BFA027}" destId="{3AE2E7A0-5E73-478A-A5C4-C0B6F27E02EE}" srcOrd="1" destOrd="0" presId="urn:microsoft.com/office/officeart/2005/8/layout/vList2"/>
    <dgm:cxn modelId="{5B6A1C9E-C531-467F-A7C0-5503EEF5EA0B}" type="presParOf" srcId="{53E5674F-6087-4DC5-BD14-7A4417BFA027}" destId="{997B64FF-7499-463A-88A6-BD99A650A7B9}" srcOrd="2" destOrd="0" presId="urn:microsoft.com/office/officeart/2005/8/layout/vList2"/>
    <dgm:cxn modelId="{249B0992-EA11-4A22-B829-59955B72AFE0}" type="presParOf" srcId="{53E5674F-6087-4DC5-BD14-7A4417BFA027}" destId="{97AF2248-7BED-42BA-865E-7D5A3B43C022}" srcOrd="3" destOrd="0" presId="urn:microsoft.com/office/officeart/2005/8/layout/vList2"/>
    <dgm:cxn modelId="{692DC207-8617-44AB-9009-731AF56C23A2}" type="presParOf" srcId="{53E5674F-6087-4DC5-BD14-7A4417BFA027}" destId="{7A0883AD-AB68-4A03-B94D-44B29C802ACE}"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CFCCCE7-9492-4A78-B469-D739A08FA4F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B00F4F2A-7502-4CC7-B5A4-BF0D25E5A42E}">
      <dgm:prSet/>
      <dgm:spPr/>
      <dgm:t>
        <a:bodyPr/>
        <a:lstStyle/>
        <a:p>
          <a:r>
            <a:rPr lang="en-US" dirty="0"/>
            <a:t>Where the high-level reasoning based on extracted features occurs. Transform high-dimensional feature maps into a probability distribution</a:t>
          </a:r>
        </a:p>
      </dgm:t>
    </dgm:pt>
    <dgm:pt modelId="{937D987A-889E-4AB1-B190-862E6F186A0E}" type="parTrans" cxnId="{59DC3979-EA65-4894-840D-8299AE7E6A50}">
      <dgm:prSet/>
      <dgm:spPr/>
      <dgm:t>
        <a:bodyPr/>
        <a:lstStyle/>
        <a:p>
          <a:endParaRPr lang="en-US"/>
        </a:p>
      </dgm:t>
    </dgm:pt>
    <dgm:pt modelId="{610CD906-1314-49FC-91C7-E063A049EEF2}" type="sibTrans" cxnId="{59DC3979-EA65-4894-840D-8299AE7E6A50}">
      <dgm:prSet/>
      <dgm:spPr/>
      <dgm:t>
        <a:bodyPr/>
        <a:lstStyle/>
        <a:p>
          <a:endParaRPr lang="en-US"/>
        </a:p>
      </dgm:t>
    </dgm:pt>
    <dgm:pt modelId="{2CF4D602-C88D-448E-8424-F5DA86302C8B}">
      <dgm:prSet/>
      <dgm:spPr/>
      <dgm:t>
        <a:bodyPr/>
        <a:lstStyle/>
        <a:p>
          <a:r>
            <a:rPr lang="en-US" dirty="0"/>
            <a:t>After convolutional and pooling layers extract and down sample features, fully connected layers integrate these features to make predictions or classifications.</a:t>
          </a:r>
        </a:p>
      </dgm:t>
    </dgm:pt>
    <dgm:pt modelId="{E8926AE7-CE54-413B-934B-E29D7CF246A8}" type="parTrans" cxnId="{821F4730-6AC9-4738-9B0F-E691EFDCD298}">
      <dgm:prSet/>
      <dgm:spPr/>
      <dgm:t>
        <a:bodyPr/>
        <a:lstStyle/>
        <a:p>
          <a:endParaRPr lang="en-US"/>
        </a:p>
      </dgm:t>
    </dgm:pt>
    <dgm:pt modelId="{17130FF9-2614-4B08-92E9-F7FABDC38157}" type="sibTrans" cxnId="{821F4730-6AC9-4738-9B0F-E691EFDCD298}">
      <dgm:prSet/>
      <dgm:spPr/>
      <dgm:t>
        <a:bodyPr/>
        <a:lstStyle/>
        <a:p>
          <a:endParaRPr lang="en-US"/>
        </a:p>
      </dgm:t>
    </dgm:pt>
    <dgm:pt modelId="{5ED44C05-CCF5-46B0-9205-188E8073C67C}">
      <dgm:prSet/>
      <dgm:spPr/>
      <dgm:t>
        <a:bodyPr/>
        <a:lstStyle/>
        <a:p>
          <a:r>
            <a:rPr lang="en-US" dirty="0"/>
            <a:t>Each neuron in these layers is connected to all activations in the previous layer, allowing the network to consider the entire representation of the input data.</a:t>
          </a:r>
        </a:p>
      </dgm:t>
    </dgm:pt>
    <dgm:pt modelId="{7FA4F9C8-A878-4FF9-84A1-97CC06734803}" type="parTrans" cxnId="{F83E9D8D-0911-449E-86FC-A439D467DD30}">
      <dgm:prSet/>
      <dgm:spPr/>
      <dgm:t>
        <a:bodyPr/>
        <a:lstStyle/>
        <a:p>
          <a:endParaRPr lang="en-US"/>
        </a:p>
      </dgm:t>
    </dgm:pt>
    <dgm:pt modelId="{8F7554E4-86ED-46CB-8005-D1F0BF86DE23}" type="sibTrans" cxnId="{F83E9D8D-0911-449E-86FC-A439D467DD30}">
      <dgm:prSet/>
      <dgm:spPr/>
      <dgm:t>
        <a:bodyPr/>
        <a:lstStyle/>
        <a:p>
          <a:endParaRPr lang="en-US"/>
        </a:p>
      </dgm:t>
    </dgm:pt>
    <dgm:pt modelId="{53E5674F-6087-4DC5-BD14-7A4417BFA027}" type="pres">
      <dgm:prSet presAssocID="{CCFCCCE7-9492-4A78-B469-D739A08FA4F1}" presName="linear" presStyleCnt="0">
        <dgm:presLayoutVars>
          <dgm:animLvl val="lvl"/>
          <dgm:resizeHandles val="exact"/>
        </dgm:presLayoutVars>
      </dgm:prSet>
      <dgm:spPr/>
    </dgm:pt>
    <dgm:pt modelId="{64FDF981-10F5-44C4-830F-5D229D17572B}" type="pres">
      <dgm:prSet presAssocID="{B00F4F2A-7502-4CC7-B5A4-BF0D25E5A42E}" presName="parentText" presStyleLbl="node1" presStyleIdx="0" presStyleCnt="3">
        <dgm:presLayoutVars>
          <dgm:chMax val="0"/>
          <dgm:bulletEnabled val="1"/>
        </dgm:presLayoutVars>
      </dgm:prSet>
      <dgm:spPr/>
    </dgm:pt>
    <dgm:pt modelId="{3AE2E7A0-5E73-478A-A5C4-C0B6F27E02EE}" type="pres">
      <dgm:prSet presAssocID="{610CD906-1314-49FC-91C7-E063A049EEF2}" presName="spacer" presStyleCnt="0"/>
      <dgm:spPr/>
    </dgm:pt>
    <dgm:pt modelId="{997B64FF-7499-463A-88A6-BD99A650A7B9}" type="pres">
      <dgm:prSet presAssocID="{2CF4D602-C88D-448E-8424-F5DA86302C8B}" presName="parentText" presStyleLbl="node1" presStyleIdx="1" presStyleCnt="3">
        <dgm:presLayoutVars>
          <dgm:chMax val="0"/>
          <dgm:bulletEnabled val="1"/>
        </dgm:presLayoutVars>
      </dgm:prSet>
      <dgm:spPr/>
    </dgm:pt>
    <dgm:pt modelId="{97AF2248-7BED-42BA-865E-7D5A3B43C022}" type="pres">
      <dgm:prSet presAssocID="{17130FF9-2614-4B08-92E9-F7FABDC38157}" presName="spacer" presStyleCnt="0"/>
      <dgm:spPr/>
    </dgm:pt>
    <dgm:pt modelId="{7A0883AD-AB68-4A03-B94D-44B29C802ACE}" type="pres">
      <dgm:prSet presAssocID="{5ED44C05-CCF5-46B0-9205-188E8073C67C}" presName="parentText" presStyleLbl="node1" presStyleIdx="2" presStyleCnt="3">
        <dgm:presLayoutVars>
          <dgm:chMax val="0"/>
          <dgm:bulletEnabled val="1"/>
        </dgm:presLayoutVars>
      </dgm:prSet>
      <dgm:spPr/>
    </dgm:pt>
  </dgm:ptLst>
  <dgm:cxnLst>
    <dgm:cxn modelId="{821F4730-6AC9-4738-9B0F-E691EFDCD298}" srcId="{CCFCCCE7-9492-4A78-B469-D739A08FA4F1}" destId="{2CF4D602-C88D-448E-8424-F5DA86302C8B}" srcOrd="1" destOrd="0" parTransId="{E8926AE7-CE54-413B-934B-E29D7CF246A8}" sibTransId="{17130FF9-2614-4B08-92E9-F7FABDC38157}"/>
    <dgm:cxn modelId="{25A6AA3F-23C4-4111-8EFD-06C2B9F1E0D1}" type="presOf" srcId="{B00F4F2A-7502-4CC7-B5A4-BF0D25E5A42E}" destId="{64FDF981-10F5-44C4-830F-5D229D17572B}" srcOrd="0" destOrd="0" presId="urn:microsoft.com/office/officeart/2005/8/layout/vList2"/>
    <dgm:cxn modelId="{6EC5E947-F03F-40B5-8F18-7950E39ADD95}" type="presOf" srcId="{5ED44C05-CCF5-46B0-9205-188E8073C67C}" destId="{7A0883AD-AB68-4A03-B94D-44B29C802ACE}" srcOrd="0" destOrd="0" presId="urn:microsoft.com/office/officeart/2005/8/layout/vList2"/>
    <dgm:cxn modelId="{8FBAD94D-1135-4F2E-B278-388D26EBC447}" type="presOf" srcId="{2CF4D602-C88D-448E-8424-F5DA86302C8B}" destId="{997B64FF-7499-463A-88A6-BD99A650A7B9}" srcOrd="0" destOrd="0" presId="urn:microsoft.com/office/officeart/2005/8/layout/vList2"/>
    <dgm:cxn modelId="{59DC3979-EA65-4894-840D-8299AE7E6A50}" srcId="{CCFCCCE7-9492-4A78-B469-D739A08FA4F1}" destId="{B00F4F2A-7502-4CC7-B5A4-BF0D25E5A42E}" srcOrd="0" destOrd="0" parTransId="{937D987A-889E-4AB1-B190-862E6F186A0E}" sibTransId="{610CD906-1314-49FC-91C7-E063A049EEF2}"/>
    <dgm:cxn modelId="{F83E9D8D-0911-449E-86FC-A439D467DD30}" srcId="{CCFCCCE7-9492-4A78-B469-D739A08FA4F1}" destId="{5ED44C05-CCF5-46B0-9205-188E8073C67C}" srcOrd="2" destOrd="0" parTransId="{7FA4F9C8-A878-4FF9-84A1-97CC06734803}" sibTransId="{8F7554E4-86ED-46CB-8005-D1F0BF86DE23}"/>
    <dgm:cxn modelId="{6799B1C2-A1CB-4A4E-95DC-091878F7EF71}" type="presOf" srcId="{CCFCCCE7-9492-4A78-B469-D739A08FA4F1}" destId="{53E5674F-6087-4DC5-BD14-7A4417BFA027}" srcOrd="0" destOrd="0" presId="urn:microsoft.com/office/officeart/2005/8/layout/vList2"/>
    <dgm:cxn modelId="{C252FF3C-42A1-4DDA-9D78-46C2C8836EA4}" type="presParOf" srcId="{53E5674F-6087-4DC5-BD14-7A4417BFA027}" destId="{64FDF981-10F5-44C4-830F-5D229D17572B}" srcOrd="0" destOrd="0" presId="urn:microsoft.com/office/officeart/2005/8/layout/vList2"/>
    <dgm:cxn modelId="{7557D385-5CA2-4466-9288-A7ABAC590569}" type="presParOf" srcId="{53E5674F-6087-4DC5-BD14-7A4417BFA027}" destId="{3AE2E7A0-5E73-478A-A5C4-C0B6F27E02EE}" srcOrd="1" destOrd="0" presId="urn:microsoft.com/office/officeart/2005/8/layout/vList2"/>
    <dgm:cxn modelId="{5B6A1C9E-C531-467F-A7C0-5503EEF5EA0B}" type="presParOf" srcId="{53E5674F-6087-4DC5-BD14-7A4417BFA027}" destId="{997B64FF-7499-463A-88A6-BD99A650A7B9}" srcOrd="2" destOrd="0" presId="urn:microsoft.com/office/officeart/2005/8/layout/vList2"/>
    <dgm:cxn modelId="{249B0992-EA11-4A22-B829-59955B72AFE0}" type="presParOf" srcId="{53E5674F-6087-4DC5-BD14-7A4417BFA027}" destId="{97AF2248-7BED-42BA-865E-7D5A3B43C022}" srcOrd="3" destOrd="0" presId="urn:microsoft.com/office/officeart/2005/8/layout/vList2"/>
    <dgm:cxn modelId="{692DC207-8617-44AB-9009-731AF56C23A2}" type="presParOf" srcId="{53E5674F-6087-4DC5-BD14-7A4417BFA027}" destId="{7A0883AD-AB68-4A03-B94D-44B29C802ACE}"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D3168B5-D5FB-4713-9128-77557DB4DAC3}"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7E11D515-2035-4FED-AA2C-7F57EEE19EA0}">
      <dgm:prSet/>
      <dgm:spPr/>
      <dgm:t>
        <a:bodyPr/>
        <a:lstStyle/>
        <a:p>
          <a:r>
            <a:rPr lang="en-US" b="1"/>
            <a:t>Privacy: </a:t>
          </a:r>
          <a:r>
            <a:rPr lang="en-US"/>
            <a:t>Privacy concerns arise when CNN models process sensitive personal data, such as facial images or medical records, potentially leading to unauthorized access or misuse of personal information if data security is not adequately maintained. This also causes issues when collecting and annotating data.</a:t>
          </a:r>
        </a:p>
      </dgm:t>
    </dgm:pt>
    <dgm:pt modelId="{EEFE6F2B-B371-4F43-8505-523CF11030CE}" type="parTrans" cxnId="{702F9C34-ABC6-40E9-8385-6AE9DFC7E385}">
      <dgm:prSet/>
      <dgm:spPr/>
      <dgm:t>
        <a:bodyPr/>
        <a:lstStyle/>
        <a:p>
          <a:endParaRPr lang="en-US"/>
        </a:p>
      </dgm:t>
    </dgm:pt>
    <dgm:pt modelId="{4B4B0590-C522-4FF0-A9A2-21D322AB2F5F}" type="sibTrans" cxnId="{702F9C34-ABC6-40E9-8385-6AE9DFC7E385}">
      <dgm:prSet/>
      <dgm:spPr/>
      <dgm:t>
        <a:bodyPr/>
        <a:lstStyle/>
        <a:p>
          <a:endParaRPr lang="en-US"/>
        </a:p>
      </dgm:t>
    </dgm:pt>
    <dgm:pt modelId="{598E5CAC-4BE6-4E68-8110-B5F0B9CC5352}">
      <dgm:prSet/>
      <dgm:spPr/>
      <dgm:t>
        <a:bodyPr/>
        <a:lstStyle/>
        <a:p>
          <a:r>
            <a:rPr lang="en-US" b="1"/>
            <a:t>Surveillance:</a:t>
          </a:r>
          <a:r>
            <a:rPr lang="en-US"/>
            <a:t> The use of CNNs in surveillance systems can enhance public safety and security by identifying threats more efficiently; however, it also raises ethical issues related to mass surveillance and the potential infringement on individuals' rights to privacy and freedom.</a:t>
          </a:r>
        </a:p>
      </dgm:t>
    </dgm:pt>
    <dgm:pt modelId="{EB4728D3-E3D5-4BA7-B36F-B12D043AC6C5}" type="parTrans" cxnId="{93D9EE6C-5979-4071-B0D9-6B19268B895A}">
      <dgm:prSet/>
      <dgm:spPr/>
      <dgm:t>
        <a:bodyPr/>
        <a:lstStyle/>
        <a:p>
          <a:endParaRPr lang="en-US"/>
        </a:p>
      </dgm:t>
    </dgm:pt>
    <dgm:pt modelId="{38DDAC8D-A7A4-43FB-8E12-963C4778FBC0}" type="sibTrans" cxnId="{93D9EE6C-5979-4071-B0D9-6B19268B895A}">
      <dgm:prSet/>
      <dgm:spPr/>
      <dgm:t>
        <a:bodyPr/>
        <a:lstStyle/>
        <a:p>
          <a:endParaRPr lang="en-US"/>
        </a:p>
      </dgm:t>
    </dgm:pt>
    <dgm:pt modelId="{08499FDE-265D-45D7-9C07-2F35B2604DAD}">
      <dgm:prSet/>
      <dgm:spPr/>
      <dgm:t>
        <a:bodyPr/>
        <a:lstStyle/>
        <a:p>
          <a:r>
            <a:rPr lang="en-US" b="1"/>
            <a:t>Bias in AI: </a:t>
          </a:r>
          <a:r>
            <a:rPr lang="en-US"/>
            <a:t>particularly in CNNs, occurs when the data used to train these models contain inherent prejudices, leading to skewed or unfair outcomes in decision-making processes, often reinforcing existing societal stereotypes and discriminations.</a:t>
          </a:r>
        </a:p>
      </dgm:t>
    </dgm:pt>
    <dgm:pt modelId="{1E518BC8-2FD5-4758-9D40-2B48F97DFD24}" type="parTrans" cxnId="{2D5DA4E2-B40F-48B8-B724-811C58AB32F0}">
      <dgm:prSet/>
      <dgm:spPr/>
      <dgm:t>
        <a:bodyPr/>
        <a:lstStyle/>
        <a:p>
          <a:endParaRPr lang="en-US"/>
        </a:p>
      </dgm:t>
    </dgm:pt>
    <dgm:pt modelId="{9A558A83-497C-49DB-82EB-49B0337EAA8A}" type="sibTrans" cxnId="{2D5DA4E2-B40F-48B8-B724-811C58AB32F0}">
      <dgm:prSet/>
      <dgm:spPr/>
      <dgm:t>
        <a:bodyPr/>
        <a:lstStyle/>
        <a:p>
          <a:endParaRPr lang="en-US"/>
        </a:p>
      </dgm:t>
    </dgm:pt>
    <dgm:pt modelId="{E4A3A1FD-5E54-404A-A38E-4DAEEFD88129}" type="pres">
      <dgm:prSet presAssocID="{5D3168B5-D5FB-4713-9128-77557DB4DAC3}" presName="root" presStyleCnt="0">
        <dgm:presLayoutVars>
          <dgm:dir/>
          <dgm:resizeHandles val="exact"/>
        </dgm:presLayoutVars>
      </dgm:prSet>
      <dgm:spPr/>
    </dgm:pt>
    <dgm:pt modelId="{5342AA59-14E4-42D9-87B1-D19293FDD6D3}" type="pres">
      <dgm:prSet presAssocID="{7E11D515-2035-4FED-AA2C-7F57EEE19EA0}" presName="compNode" presStyleCnt="0"/>
      <dgm:spPr/>
    </dgm:pt>
    <dgm:pt modelId="{ED507CEE-415D-4B4B-9E2B-34DB7FC06571}" type="pres">
      <dgm:prSet presAssocID="{7E11D515-2035-4FED-AA2C-7F57EEE19EA0}" presName="bgRect" presStyleLbl="bgShp" presStyleIdx="0" presStyleCnt="3"/>
      <dgm:spPr/>
    </dgm:pt>
    <dgm:pt modelId="{B5D3F96E-AA65-4208-B96A-829CD71F4974}" type="pres">
      <dgm:prSet presAssocID="{7E11D515-2035-4FED-AA2C-7F57EEE19EA0}"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ecurity Camera Sign"/>
        </a:ext>
      </dgm:extLst>
    </dgm:pt>
    <dgm:pt modelId="{20705172-CECA-4BFF-B545-52D32EB357DE}" type="pres">
      <dgm:prSet presAssocID="{7E11D515-2035-4FED-AA2C-7F57EEE19EA0}" presName="spaceRect" presStyleCnt="0"/>
      <dgm:spPr/>
    </dgm:pt>
    <dgm:pt modelId="{FED4E3F7-995C-42B6-B46B-BCBB1C398328}" type="pres">
      <dgm:prSet presAssocID="{7E11D515-2035-4FED-AA2C-7F57EEE19EA0}" presName="parTx" presStyleLbl="revTx" presStyleIdx="0" presStyleCnt="3">
        <dgm:presLayoutVars>
          <dgm:chMax val="0"/>
          <dgm:chPref val="0"/>
        </dgm:presLayoutVars>
      </dgm:prSet>
      <dgm:spPr/>
    </dgm:pt>
    <dgm:pt modelId="{9280CA59-A310-4C67-8A9D-09BDDFBE6336}" type="pres">
      <dgm:prSet presAssocID="{4B4B0590-C522-4FF0-A9A2-21D322AB2F5F}" presName="sibTrans" presStyleCnt="0"/>
      <dgm:spPr/>
    </dgm:pt>
    <dgm:pt modelId="{4BB99ECB-DB6A-4CB8-BFF1-68CCB7D53A27}" type="pres">
      <dgm:prSet presAssocID="{598E5CAC-4BE6-4E68-8110-B5F0B9CC5352}" presName="compNode" presStyleCnt="0"/>
      <dgm:spPr/>
    </dgm:pt>
    <dgm:pt modelId="{B1BC4F25-CDF3-4711-A3CD-01A7F230E143}" type="pres">
      <dgm:prSet presAssocID="{598E5CAC-4BE6-4E68-8110-B5F0B9CC5352}" presName="bgRect" presStyleLbl="bgShp" presStyleIdx="1" presStyleCnt="3"/>
      <dgm:spPr/>
    </dgm:pt>
    <dgm:pt modelId="{2C803C7F-5CF1-490F-98CF-AFCF007E58AF}" type="pres">
      <dgm:prSet presAssocID="{598E5CAC-4BE6-4E68-8110-B5F0B9CC5352}"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ecurity Camera"/>
        </a:ext>
      </dgm:extLst>
    </dgm:pt>
    <dgm:pt modelId="{9A3E2532-8115-4C4D-9FE4-FC45CF516F7C}" type="pres">
      <dgm:prSet presAssocID="{598E5CAC-4BE6-4E68-8110-B5F0B9CC5352}" presName="spaceRect" presStyleCnt="0"/>
      <dgm:spPr/>
    </dgm:pt>
    <dgm:pt modelId="{3390F7A4-2A87-4DAC-8AD2-DD47F093134F}" type="pres">
      <dgm:prSet presAssocID="{598E5CAC-4BE6-4E68-8110-B5F0B9CC5352}" presName="parTx" presStyleLbl="revTx" presStyleIdx="1" presStyleCnt="3">
        <dgm:presLayoutVars>
          <dgm:chMax val="0"/>
          <dgm:chPref val="0"/>
        </dgm:presLayoutVars>
      </dgm:prSet>
      <dgm:spPr/>
    </dgm:pt>
    <dgm:pt modelId="{79F323EB-AC14-4C8B-ADD1-0A83A63F1D40}" type="pres">
      <dgm:prSet presAssocID="{38DDAC8D-A7A4-43FB-8E12-963C4778FBC0}" presName="sibTrans" presStyleCnt="0"/>
      <dgm:spPr/>
    </dgm:pt>
    <dgm:pt modelId="{FCB55A91-B03A-4A73-836E-57152C231903}" type="pres">
      <dgm:prSet presAssocID="{08499FDE-265D-45D7-9C07-2F35B2604DAD}" presName="compNode" presStyleCnt="0"/>
      <dgm:spPr/>
    </dgm:pt>
    <dgm:pt modelId="{F786BBC6-DF95-4F75-A8B5-7869D4CBC46D}" type="pres">
      <dgm:prSet presAssocID="{08499FDE-265D-45D7-9C07-2F35B2604DAD}" presName="bgRect" presStyleLbl="bgShp" presStyleIdx="2" presStyleCnt="3"/>
      <dgm:spPr/>
    </dgm:pt>
    <dgm:pt modelId="{7C3B09AF-AE08-449E-9EFE-8E468C5F454E}" type="pres">
      <dgm:prSet presAssocID="{08499FDE-265D-45D7-9C07-2F35B2604DAD}"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aze"/>
        </a:ext>
      </dgm:extLst>
    </dgm:pt>
    <dgm:pt modelId="{735A0413-CB22-4D6B-B2AE-93727AFD6629}" type="pres">
      <dgm:prSet presAssocID="{08499FDE-265D-45D7-9C07-2F35B2604DAD}" presName="spaceRect" presStyleCnt="0"/>
      <dgm:spPr/>
    </dgm:pt>
    <dgm:pt modelId="{0EA86554-9CE1-4C05-BBD8-8945D774E690}" type="pres">
      <dgm:prSet presAssocID="{08499FDE-265D-45D7-9C07-2F35B2604DAD}" presName="parTx" presStyleLbl="revTx" presStyleIdx="2" presStyleCnt="3">
        <dgm:presLayoutVars>
          <dgm:chMax val="0"/>
          <dgm:chPref val="0"/>
        </dgm:presLayoutVars>
      </dgm:prSet>
      <dgm:spPr/>
    </dgm:pt>
  </dgm:ptLst>
  <dgm:cxnLst>
    <dgm:cxn modelId="{A9C3AA00-391A-433A-B98F-1748FAA0D77E}" type="presOf" srcId="{08499FDE-265D-45D7-9C07-2F35B2604DAD}" destId="{0EA86554-9CE1-4C05-BBD8-8945D774E690}" srcOrd="0" destOrd="0" presId="urn:microsoft.com/office/officeart/2018/2/layout/IconVerticalSolidList"/>
    <dgm:cxn modelId="{702F9C34-ABC6-40E9-8385-6AE9DFC7E385}" srcId="{5D3168B5-D5FB-4713-9128-77557DB4DAC3}" destId="{7E11D515-2035-4FED-AA2C-7F57EEE19EA0}" srcOrd="0" destOrd="0" parTransId="{EEFE6F2B-B371-4F43-8505-523CF11030CE}" sibTransId="{4B4B0590-C522-4FF0-A9A2-21D322AB2F5F}"/>
    <dgm:cxn modelId="{E5ECA645-D96B-4438-9A9B-0521AC78A6B1}" type="presOf" srcId="{598E5CAC-4BE6-4E68-8110-B5F0B9CC5352}" destId="{3390F7A4-2A87-4DAC-8AD2-DD47F093134F}" srcOrd="0" destOrd="0" presId="urn:microsoft.com/office/officeart/2018/2/layout/IconVerticalSolidList"/>
    <dgm:cxn modelId="{93D9EE6C-5979-4071-B0D9-6B19268B895A}" srcId="{5D3168B5-D5FB-4713-9128-77557DB4DAC3}" destId="{598E5CAC-4BE6-4E68-8110-B5F0B9CC5352}" srcOrd="1" destOrd="0" parTransId="{EB4728D3-E3D5-4BA7-B36F-B12D043AC6C5}" sibTransId="{38DDAC8D-A7A4-43FB-8E12-963C4778FBC0}"/>
    <dgm:cxn modelId="{6912C98E-C5CF-4815-8D4B-39D15B0628A3}" type="presOf" srcId="{5D3168B5-D5FB-4713-9128-77557DB4DAC3}" destId="{E4A3A1FD-5E54-404A-A38E-4DAEEFD88129}" srcOrd="0" destOrd="0" presId="urn:microsoft.com/office/officeart/2018/2/layout/IconVerticalSolidList"/>
    <dgm:cxn modelId="{854E00D8-161C-4C10-98E2-187BD5BB0EC0}" type="presOf" srcId="{7E11D515-2035-4FED-AA2C-7F57EEE19EA0}" destId="{FED4E3F7-995C-42B6-B46B-BCBB1C398328}" srcOrd="0" destOrd="0" presId="urn:microsoft.com/office/officeart/2018/2/layout/IconVerticalSolidList"/>
    <dgm:cxn modelId="{2D5DA4E2-B40F-48B8-B724-811C58AB32F0}" srcId="{5D3168B5-D5FB-4713-9128-77557DB4DAC3}" destId="{08499FDE-265D-45D7-9C07-2F35B2604DAD}" srcOrd="2" destOrd="0" parTransId="{1E518BC8-2FD5-4758-9D40-2B48F97DFD24}" sibTransId="{9A558A83-497C-49DB-82EB-49B0337EAA8A}"/>
    <dgm:cxn modelId="{09F495E8-3BEF-4FF8-B1FD-14347DFD6888}" type="presParOf" srcId="{E4A3A1FD-5E54-404A-A38E-4DAEEFD88129}" destId="{5342AA59-14E4-42D9-87B1-D19293FDD6D3}" srcOrd="0" destOrd="0" presId="urn:microsoft.com/office/officeart/2018/2/layout/IconVerticalSolidList"/>
    <dgm:cxn modelId="{1DC8565D-5C95-4A6F-9DDD-B67F145A61DC}" type="presParOf" srcId="{5342AA59-14E4-42D9-87B1-D19293FDD6D3}" destId="{ED507CEE-415D-4B4B-9E2B-34DB7FC06571}" srcOrd="0" destOrd="0" presId="urn:microsoft.com/office/officeart/2018/2/layout/IconVerticalSolidList"/>
    <dgm:cxn modelId="{0DFA4478-1EFC-4EAE-8AAE-C60184AB7FF9}" type="presParOf" srcId="{5342AA59-14E4-42D9-87B1-D19293FDD6D3}" destId="{B5D3F96E-AA65-4208-B96A-829CD71F4974}" srcOrd="1" destOrd="0" presId="urn:microsoft.com/office/officeart/2018/2/layout/IconVerticalSolidList"/>
    <dgm:cxn modelId="{6F053DA4-0B2B-4A0B-B903-0B98620B794B}" type="presParOf" srcId="{5342AA59-14E4-42D9-87B1-D19293FDD6D3}" destId="{20705172-CECA-4BFF-B545-52D32EB357DE}" srcOrd="2" destOrd="0" presId="urn:microsoft.com/office/officeart/2018/2/layout/IconVerticalSolidList"/>
    <dgm:cxn modelId="{00758080-A00B-42DA-AD00-1EAFD6DAE853}" type="presParOf" srcId="{5342AA59-14E4-42D9-87B1-D19293FDD6D3}" destId="{FED4E3F7-995C-42B6-B46B-BCBB1C398328}" srcOrd="3" destOrd="0" presId="urn:microsoft.com/office/officeart/2018/2/layout/IconVerticalSolidList"/>
    <dgm:cxn modelId="{1EEAB838-8716-46F8-8B50-717F99E8B0BF}" type="presParOf" srcId="{E4A3A1FD-5E54-404A-A38E-4DAEEFD88129}" destId="{9280CA59-A310-4C67-8A9D-09BDDFBE6336}" srcOrd="1" destOrd="0" presId="urn:microsoft.com/office/officeart/2018/2/layout/IconVerticalSolidList"/>
    <dgm:cxn modelId="{8D344D43-21B7-43CD-A822-98C618E1B085}" type="presParOf" srcId="{E4A3A1FD-5E54-404A-A38E-4DAEEFD88129}" destId="{4BB99ECB-DB6A-4CB8-BFF1-68CCB7D53A27}" srcOrd="2" destOrd="0" presId="urn:microsoft.com/office/officeart/2018/2/layout/IconVerticalSolidList"/>
    <dgm:cxn modelId="{BD997DC1-C8D0-4FB8-AD60-D1288C06DC9D}" type="presParOf" srcId="{4BB99ECB-DB6A-4CB8-BFF1-68CCB7D53A27}" destId="{B1BC4F25-CDF3-4711-A3CD-01A7F230E143}" srcOrd="0" destOrd="0" presId="urn:microsoft.com/office/officeart/2018/2/layout/IconVerticalSolidList"/>
    <dgm:cxn modelId="{6DD2A646-1981-4D81-9EFF-BE6D97264E85}" type="presParOf" srcId="{4BB99ECB-DB6A-4CB8-BFF1-68CCB7D53A27}" destId="{2C803C7F-5CF1-490F-98CF-AFCF007E58AF}" srcOrd="1" destOrd="0" presId="urn:microsoft.com/office/officeart/2018/2/layout/IconVerticalSolidList"/>
    <dgm:cxn modelId="{DC7D48C2-9A85-49CF-829B-3B9892F4DE3E}" type="presParOf" srcId="{4BB99ECB-DB6A-4CB8-BFF1-68CCB7D53A27}" destId="{9A3E2532-8115-4C4D-9FE4-FC45CF516F7C}" srcOrd="2" destOrd="0" presId="urn:microsoft.com/office/officeart/2018/2/layout/IconVerticalSolidList"/>
    <dgm:cxn modelId="{0AFD0DF7-9A3A-4450-8E58-8648A57EAFA7}" type="presParOf" srcId="{4BB99ECB-DB6A-4CB8-BFF1-68CCB7D53A27}" destId="{3390F7A4-2A87-4DAC-8AD2-DD47F093134F}" srcOrd="3" destOrd="0" presId="urn:microsoft.com/office/officeart/2018/2/layout/IconVerticalSolidList"/>
    <dgm:cxn modelId="{5BC59982-044F-4C19-A7A3-54B8C7C260EC}" type="presParOf" srcId="{E4A3A1FD-5E54-404A-A38E-4DAEEFD88129}" destId="{79F323EB-AC14-4C8B-ADD1-0A83A63F1D40}" srcOrd="3" destOrd="0" presId="urn:microsoft.com/office/officeart/2018/2/layout/IconVerticalSolidList"/>
    <dgm:cxn modelId="{1E340BC6-6E89-46C8-B4DB-356EE14DB9AE}" type="presParOf" srcId="{E4A3A1FD-5E54-404A-A38E-4DAEEFD88129}" destId="{FCB55A91-B03A-4A73-836E-57152C231903}" srcOrd="4" destOrd="0" presId="urn:microsoft.com/office/officeart/2018/2/layout/IconVerticalSolidList"/>
    <dgm:cxn modelId="{AF2D991E-041F-4D6B-BAFC-D286507CFF43}" type="presParOf" srcId="{FCB55A91-B03A-4A73-836E-57152C231903}" destId="{F786BBC6-DF95-4F75-A8B5-7869D4CBC46D}" srcOrd="0" destOrd="0" presId="urn:microsoft.com/office/officeart/2018/2/layout/IconVerticalSolidList"/>
    <dgm:cxn modelId="{15423D1A-7E0A-4406-A3BC-C8FCE5B1AC91}" type="presParOf" srcId="{FCB55A91-B03A-4A73-836E-57152C231903}" destId="{7C3B09AF-AE08-449E-9EFE-8E468C5F454E}" srcOrd="1" destOrd="0" presId="urn:microsoft.com/office/officeart/2018/2/layout/IconVerticalSolidList"/>
    <dgm:cxn modelId="{6F1A74C2-423E-4CE9-B963-702A0F874CC4}" type="presParOf" srcId="{FCB55A91-B03A-4A73-836E-57152C231903}" destId="{735A0413-CB22-4D6B-B2AE-93727AFD6629}" srcOrd="2" destOrd="0" presId="urn:microsoft.com/office/officeart/2018/2/layout/IconVerticalSolidList"/>
    <dgm:cxn modelId="{C638AC1A-28BF-4BE7-9308-6A9F4BFF7C93}" type="presParOf" srcId="{FCB55A91-B03A-4A73-836E-57152C231903}" destId="{0EA86554-9CE1-4C05-BBD8-8945D774E69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FDF981-10F5-44C4-830F-5D229D17572B}">
      <dsp:nvSpPr>
        <dsp:cNvPr id="0" name=""/>
        <dsp:cNvSpPr/>
      </dsp:nvSpPr>
      <dsp:spPr>
        <a:xfrm>
          <a:off x="0" y="283377"/>
          <a:ext cx="7106147" cy="10530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In these layers, small, learnable filters slide over the input data (like images) to extract features such as edges, textures, and shapes.</a:t>
          </a:r>
        </a:p>
      </dsp:txBody>
      <dsp:txXfrm>
        <a:off x="51403" y="334780"/>
        <a:ext cx="7003341" cy="950194"/>
      </dsp:txXfrm>
    </dsp:sp>
    <dsp:sp modelId="{997B64FF-7499-463A-88A6-BD99A650A7B9}">
      <dsp:nvSpPr>
        <dsp:cNvPr id="0" name=""/>
        <dsp:cNvSpPr/>
      </dsp:nvSpPr>
      <dsp:spPr>
        <a:xfrm>
          <a:off x="0" y="1393978"/>
          <a:ext cx="7106147" cy="10530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Each filter in a convolutional layer detects different features, and multiple layers work together to capture increasingly complex aspects of the data.</a:t>
          </a:r>
        </a:p>
      </dsp:txBody>
      <dsp:txXfrm>
        <a:off x="51403" y="1445381"/>
        <a:ext cx="7003341" cy="950194"/>
      </dsp:txXfrm>
    </dsp:sp>
    <dsp:sp modelId="{7A0883AD-AB68-4A03-B94D-44B29C802ACE}">
      <dsp:nvSpPr>
        <dsp:cNvPr id="0" name=""/>
        <dsp:cNvSpPr/>
      </dsp:nvSpPr>
      <dsp:spPr>
        <a:xfrm>
          <a:off x="0" y="2504578"/>
          <a:ext cx="7106147" cy="10530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The convolutional layers thus play a crucial role in feature detection and representation, enabling CNNs to effectively perform tasks like image recognition and classification.</a:t>
          </a:r>
        </a:p>
      </dsp:txBody>
      <dsp:txXfrm>
        <a:off x="51403" y="2555981"/>
        <a:ext cx="7003341" cy="95019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19D863-2E6E-4E03-9DF5-800D4D3076AC}">
      <dsp:nvSpPr>
        <dsp:cNvPr id="0" name=""/>
        <dsp:cNvSpPr/>
      </dsp:nvSpPr>
      <dsp:spPr>
        <a:xfrm>
          <a:off x="0" y="468"/>
          <a:ext cx="9459370" cy="109714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8D6F071-8BA8-485C-84FA-FE2F3F1E1A52}">
      <dsp:nvSpPr>
        <dsp:cNvPr id="0" name=""/>
        <dsp:cNvSpPr/>
      </dsp:nvSpPr>
      <dsp:spPr>
        <a:xfrm>
          <a:off x="331887" y="247327"/>
          <a:ext cx="603431" cy="60343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13ABF3A-3D7D-4007-AAA2-2DCF96B6033A}">
      <dsp:nvSpPr>
        <dsp:cNvPr id="0" name=""/>
        <dsp:cNvSpPr/>
      </dsp:nvSpPr>
      <dsp:spPr>
        <a:xfrm>
          <a:off x="1267206" y="468"/>
          <a:ext cx="8192163" cy="1097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115" tIns="116115" rIns="116115" bIns="116115" numCol="1" spcCol="1270" anchor="ctr" anchorCtr="0">
          <a:noAutofit/>
        </a:bodyPr>
        <a:lstStyle/>
        <a:p>
          <a:pPr marL="0" lvl="0" indent="0" algn="l" defTabSz="755650">
            <a:lnSpc>
              <a:spcPct val="90000"/>
            </a:lnSpc>
            <a:spcBef>
              <a:spcPct val="0"/>
            </a:spcBef>
            <a:spcAft>
              <a:spcPct val="35000"/>
            </a:spcAft>
            <a:buNone/>
          </a:pPr>
          <a:r>
            <a:rPr lang="en-US" sz="1700" kern="1200"/>
            <a:t>The filter size determines the extent of the input data that each filter covers, affecting the granularity of the features detected; smaller filters capture fine details, while larger filters identify broader patterns.</a:t>
          </a:r>
        </a:p>
      </dsp:txBody>
      <dsp:txXfrm>
        <a:off x="1267206" y="468"/>
        <a:ext cx="8192163" cy="1097148"/>
      </dsp:txXfrm>
    </dsp:sp>
    <dsp:sp modelId="{C63DA32B-DB79-4FB3-8BD7-0C09074E9161}">
      <dsp:nvSpPr>
        <dsp:cNvPr id="0" name=""/>
        <dsp:cNvSpPr/>
      </dsp:nvSpPr>
      <dsp:spPr>
        <a:xfrm>
          <a:off x="0" y="1371903"/>
          <a:ext cx="9459370" cy="109714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4AD1B0A-E0C6-43D4-BB00-8DE1B8ADC831}">
      <dsp:nvSpPr>
        <dsp:cNvPr id="0" name=""/>
        <dsp:cNvSpPr/>
      </dsp:nvSpPr>
      <dsp:spPr>
        <a:xfrm>
          <a:off x="331887" y="1618762"/>
          <a:ext cx="603431" cy="60343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6BBC8BB-C0FC-4A47-8D17-88D719F561FC}">
      <dsp:nvSpPr>
        <dsp:cNvPr id="0" name=""/>
        <dsp:cNvSpPr/>
      </dsp:nvSpPr>
      <dsp:spPr>
        <a:xfrm>
          <a:off x="1267206" y="1371903"/>
          <a:ext cx="8192163" cy="1097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115" tIns="116115" rIns="116115" bIns="116115" numCol="1" spcCol="1270" anchor="ctr" anchorCtr="0">
          <a:noAutofit/>
        </a:bodyPr>
        <a:lstStyle/>
        <a:p>
          <a:pPr marL="0" lvl="0" indent="0" algn="l" defTabSz="755650">
            <a:lnSpc>
              <a:spcPct val="90000"/>
            </a:lnSpc>
            <a:spcBef>
              <a:spcPct val="0"/>
            </a:spcBef>
            <a:spcAft>
              <a:spcPct val="35000"/>
            </a:spcAft>
            <a:buNone/>
          </a:pPr>
          <a:r>
            <a:rPr lang="en-US" sz="1700" kern="1200"/>
            <a:t>Stride, the step size with which filters move across the input, influences the overlap of receptive fields and the size of the output feature map; larger strides result in smaller, more abstract feature maps. </a:t>
          </a:r>
        </a:p>
      </dsp:txBody>
      <dsp:txXfrm>
        <a:off x="1267206" y="1371903"/>
        <a:ext cx="8192163" cy="1097148"/>
      </dsp:txXfrm>
    </dsp:sp>
    <dsp:sp modelId="{1F13901B-8F92-4CD0-BB38-E7C0FE66EDF0}">
      <dsp:nvSpPr>
        <dsp:cNvPr id="0" name=""/>
        <dsp:cNvSpPr/>
      </dsp:nvSpPr>
      <dsp:spPr>
        <a:xfrm>
          <a:off x="0" y="2743339"/>
          <a:ext cx="9459370" cy="109714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79F2DAA-67F5-40B1-9F32-2F326ABEA6C5}">
      <dsp:nvSpPr>
        <dsp:cNvPr id="0" name=""/>
        <dsp:cNvSpPr/>
      </dsp:nvSpPr>
      <dsp:spPr>
        <a:xfrm>
          <a:off x="331887" y="2990197"/>
          <a:ext cx="603431" cy="60343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10BB7DF-8068-48F2-9139-DF91E09C3466}">
      <dsp:nvSpPr>
        <dsp:cNvPr id="0" name=""/>
        <dsp:cNvSpPr/>
      </dsp:nvSpPr>
      <dsp:spPr>
        <a:xfrm>
          <a:off x="1267206" y="2743339"/>
          <a:ext cx="8192163" cy="1097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115" tIns="116115" rIns="116115" bIns="116115" numCol="1" spcCol="1270" anchor="ctr" anchorCtr="0">
          <a:noAutofit/>
        </a:bodyPr>
        <a:lstStyle/>
        <a:p>
          <a:pPr marL="0" lvl="0" indent="0" algn="l" defTabSz="755650">
            <a:lnSpc>
              <a:spcPct val="90000"/>
            </a:lnSpc>
            <a:spcBef>
              <a:spcPct val="0"/>
            </a:spcBef>
            <a:spcAft>
              <a:spcPct val="35000"/>
            </a:spcAft>
            <a:buNone/>
          </a:pPr>
          <a:r>
            <a:rPr lang="en-US" sz="1700" kern="1200"/>
            <a:t>Padding, the addition of zeroes around the input border, allows control over the spatial dimensions of the output, preserving edge information and enabling deeper layers to build a spatial hierarchy of increasingly complex and abstract features.</a:t>
          </a:r>
        </a:p>
      </dsp:txBody>
      <dsp:txXfrm>
        <a:off x="1267206" y="2743339"/>
        <a:ext cx="8192163" cy="109714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FDF981-10F5-44C4-830F-5D229D17572B}">
      <dsp:nvSpPr>
        <dsp:cNvPr id="0" name=""/>
        <dsp:cNvSpPr/>
      </dsp:nvSpPr>
      <dsp:spPr>
        <a:xfrm>
          <a:off x="0" y="0"/>
          <a:ext cx="9396308" cy="116795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Responsible for reducing the spatial size of the feature maps generated by convolutional layers</a:t>
          </a:r>
        </a:p>
      </dsp:txBody>
      <dsp:txXfrm>
        <a:off x="57015" y="57015"/>
        <a:ext cx="9282278" cy="1053922"/>
      </dsp:txXfrm>
    </dsp:sp>
    <dsp:sp modelId="{997B64FF-7499-463A-88A6-BD99A650A7B9}">
      <dsp:nvSpPr>
        <dsp:cNvPr id="0" name=""/>
        <dsp:cNvSpPr/>
      </dsp:nvSpPr>
      <dsp:spPr>
        <a:xfrm>
          <a:off x="0" y="1250428"/>
          <a:ext cx="9396308" cy="116795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By performing operations such as max or average pooling, they down sample the input features, which helps to decrease the computational load and the number of parameters in the network</a:t>
          </a:r>
        </a:p>
      </dsp:txBody>
      <dsp:txXfrm>
        <a:off x="57015" y="1307443"/>
        <a:ext cx="9282278" cy="1053922"/>
      </dsp:txXfrm>
    </dsp:sp>
    <dsp:sp modelId="{7A0883AD-AB68-4A03-B94D-44B29C802ACE}">
      <dsp:nvSpPr>
        <dsp:cNvPr id="0" name=""/>
        <dsp:cNvSpPr/>
      </dsp:nvSpPr>
      <dsp:spPr>
        <a:xfrm>
          <a:off x="0" y="2481740"/>
          <a:ext cx="9396308" cy="116795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This reduction also contributes to making the network more tolerant to variations and distortions in the input data, enhancing its ability to generalize.</a:t>
          </a:r>
        </a:p>
      </dsp:txBody>
      <dsp:txXfrm>
        <a:off x="57015" y="2538755"/>
        <a:ext cx="9282278" cy="105392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FDF981-10F5-44C4-830F-5D229D17572B}">
      <dsp:nvSpPr>
        <dsp:cNvPr id="0" name=""/>
        <dsp:cNvSpPr/>
      </dsp:nvSpPr>
      <dsp:spPr>
        <a:xfrm>
          <a:off x="0" y="79792"/>
          <a:ext cx="6425741" cy="10530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Where the high-level reasoning based on extracted features occurs. Transform high-dimensional feature maps into a probability distribution</a:t>
          </a:r>
        </a:p>
      </dsp:txBody>
      <dsp:txXfrm>
        <a:off x="51403" y="131195"/>
        <a:ext cx="6322935" cy="950194"/>
      </dsp:txXfrm>
    </dsp:sp>
    <dsp:sp modelId="{997B64FF-7499-463A-88A6-BD99A650A7B9}">
      <dsp:nvSpPr>
        <dsp:cNvPr id="0" name=""/>
        <dsp:cNvSpPr/>
      </dsp:nvSpPr>
      <dsp:spPr>
        <a:xfrm>
          <a:off x="0" y="1190393"/>
          <a:ext cx="6425741" cy="10530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After convolutional and pooling layers extract and down sample features, fully connected layers integrate these features to make predictions or classifications.</a:t>
          </a:r>
        </a:p>
      </dsp:txBody>
      <dsp:txXfrm>
        <a:off x="51403" y="1241796"/>
        <a:ext cx="6322935" cy="950194"/>
      </dsp:txXfrm>
    </dsp:sp>
    <dsp:sp modelId="{7A0883AD-AB68-4A03-B94D-44B29C802ACE}">
      <dsp:nvSpPr>
        <dsp:cNvPr id="0" name=""/>
        <dsp:cNvSpPr/>
      </dsp:nvSpPr>
      <dsp:spPr>
        <a:xfrm>
          <a:off x="0" y="2300993"/>
          <a:ext cx="6425741" cy="10530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Each neuron in these layers is connected to all activations in the previous layer, allowing the network to consider the entire representation of the input data.</a:t>
          </a:r>
        </a:p>
      </dsp:txBody>
      <dsp:txXfrm>
        <a:off x="51403" y="2352396"/>
        <a:ext cx="6322935" cy="95019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507CEE-415D-4B4B-9E2B-34DB7FC06571}">
      <dsp:nvSpPr>
        <dsp:cNvPr id="0" name=""/>
        <dsp:cNvSpPr/>
      </dsp:nvSpPr>
      <dsp:spPr>
        <a:xfrm>
          <a:off x="0" y="3485"/>
          <a:ext cx="7106147" cy="109911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5D3F96E-AA65-4208-B96A-829CD71F4974}">
      <dsp:nvSpPr>
        <dsp:cNvPr id="0" name=""/>
        <dsp:cNvSpPr/>
      </dsp:nvSpPr>
      <dsp:spPr>
        <a:xfrm>
          <a:off x="332481" y="250785"/>
          <a:ext cx="605102" cy="60451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ED4E3F7-995C-42B6-B46B-BCBB1C398328}">
      <dsp:nvSpPr>
        <dsp:cNvPr id="0" name=""/>
        <dsp:cNvSpPr/>
      </dsp:nvSpPr>
      <dsp:spPr>
        <a:xfrm>
          <a:off x="1270065" y="3485"/>
          <a:ext cx="5786320" cy="11001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436" tIns="116436" rIns="116436" bIns="116436" numCol="1" spcCol="1270" anchor="ctr" anchorCtr="0">
          <a:noAutofit/>
        </a:bodyPr>
        <a:lstStyle/>
        <a:p>
          <a:pPr marL="0" lvl="0" indent="0" algn="l" defTabSz="622300">
            <a:lnSpc>
              <a:spcPct val="90000"/>
            </a:lnSpc>
            <a:spcBef>
              <a:spcPct val="0"/>
            </a:spcBef>
            <a:spcAft>
              <a:spcPct val="35000"/>
            </a:spcAft>
            <a:buNone/>
          </a:pPr>
          <a:r>
            <a:rPr lang="en-US" sz="1400" b="1" kern="1200"/>
            <a:t>Privacy: </a:t>
          </a:r>
          <a:r>
            <a:rPr lang="en-US" sz="1400" kern="1200"/>
            <a:t>Privacy concerns arise when CNN models process sensitive personal data, such as facial images or medical records, potentially leading to unauthorized access or misuse of personal information if data security is not adequately maintained. This also causes issues when collecting and annotating data.</a:t>
          </a:r>
        </a:p>
      </dsp:txBody>
      <dsp:txXfrm>
        <a:off x="1270065" y="3485"/>
        <a:ext cx="5786320" cy="1100186"/>
      </dsp:txXfrm>
    </dsp:sp>
    <dsp:sp modelId="{B1BC4F25-CDF3-4711-A3CD-01A7F230E143}">
      <dsp:nvSpPr>
        <dsp:cNvPr id="0" name=""/>
        <dsp:cNvSpPr/>
      </dsp:nvSpPr>
      <dsp:spPr>
        <a:xfrm>
          <a:off x="0" y="1370384"/>
          <a:ext cx="7106147" cy="109911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C803C7F-5CF1-490F-98CF-AFCF007E58AF}">
      <dsp:nvSpPr>
        <dsp:cNvPr id="0" name=""/>
        <dsp:cNvSpPr/>
      </dsp:nvSpPr>
      <dsp:spPr>
        <a:xfrm>
          <a:off x="332481" y="1617684"/>
          <a:ext cx="605102" cy="60451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390F7A4-2A87-4DAC-8AD2-DD47F093134F}">
      <dsp:nvSpPr>
        <dsp:cNvPr id="0" name=""/>
        <dsp:cNvSpPr/>
      </dsp:nvSpPr>
      <dsp:spPr>
        <a:xfrm>
          <a:off x="1270065" y="1370384"/>
          <a:ext cx="5786320" cy="11001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436" tIns="116436" rIns="116436" bIns="116436" numCol="1" spcCol="1270" anchor="ctr" anchorCtr="0">
          <a:noAutofit/>
        </a:bodyPr>
        <a:lstStyle/>
        <a:p>
          <a:pPr marL="0" lvl="0" indent="0" algn="l" defTabSz="622300">
            <a:lnSpc>
              <a:spcPct val="90000"/>
            </a:lnSpc>
            <a:spcBef>
              <a:spcPct val="0"/>
            </a:spcBef>
            <a:spcAft>
              <a:spcPct val="35000"/>
            </a:spcAft>
            <a:buNone/>
          </a:pPr>
          <a:r>
            <a:rPr lang="en-US" sz="1400" b="1" kern="1200"/>
            <a:t>Surveillance:</a:t>
          </a:r>
          <a:r>
            <a:rPr lang="en-US" sz="1400" kern="1200"/>
            <a:t> The use of CNNs in surveillance systems can enhance public safety and security by identifying threats more efficiently; however, it also raises ethical issues related to mass surveillance and the potential infringement on individuals' rights to privacy and freedom.</a:t>
          </a:r>
        </a:p>
      </dsp:txBody>
      <dsp:txXfrm>
        <a:off x="1270065" y="1370384"/>
        <a:ext cx="5786320" cy="1100186"/>
      </dsp:txXfrm>
    </dsp:sp>
    <dsp:sp modelId="{F786BBC6-DF95-4F75-A8B5-7869D4CBC46D}">
      <dsp:nvSpPr>
        <dsp:cNvPr id="0" name=""/>
        <dsp:cNvSpPr/>
      </dsp:nvSpPr>
      <dsp:spPr>
        <a:xfrm>
          <a:off x="0" y="2737283"/>
          <a:ext cx="7106147" cy="109911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C3B09AF-AE08-449E-9EFE-8E468C5F454E}">
      <dsp:nvSpPr>
        <dsp:cNvPr id="0" name=""/>
        <dsp:cNvSpPr/>
      </dsp:nvSpPr>
      <dsp:spPr>
        <a:xfrm>
          <a:off x="332481" y="2984583"/>
          <a:ext cx="605102" cy="60451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EA86554-9CE1-4C05-BBD8-8945D774E690}">
      <dsp:nvSpPr>
        <dsp:cNvPr id="0" name=""/>
        <dsp:cNvSpPr/>
      </dsp:nvSpPr>
      <dsp:spPr>
        <a:xfrm>
          <a:off x="1270065" y="2737283"/>
          <a:ext cx="5786320" cy="11001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436" tIns="116436" rIns="116436" bIns="116436" numCol="1" spcCol="1270" anchor="ctr" anchorCtr="0">
          <a:noAutofit/>
        </a:bodyPr>
        <a:lstStyle/>
        <a:p>
          <a:pPr marL="0" lvl="0" indent="0" algn="l" defTabSz="622300">
            <a:lnSpc>
              <a:spcPct val="90000"/>
            </a:lnSpc>
            <a:spcBef>
              <a:spcPct val="0"/>
            </a:spcBef>
            <a:spcAft>
              <a:spcPct val="35000"/>
            </a:spcAft>
            <a:buNone/>
          </a:pPr>
          <a:r>
            <a:rPr lang="en-US" sz="1400" b="1" kern="1200"/>
            <a:t>Bias in AI: </a:t>
          </a:r>
          <a:r>
            <a:rPr lang="en-US" sz="1400" kern="1200"/>
            <a:t>particularly in CNNs, occurs when the data used to train these models contain inherent prejudices, leading to skewed or unfair outcomes in decision-making processes, often reinforcing existing societal stereotypes and discriminations.</a:t>
          </a:r>
        </a:p>
      </dsp:txBody>
      <dsp:txXfrm>
        <a:off x="1270065" y="2737283"/>
        <a:ext cx="5786320" cy="110018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Z"/>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474ABC-0E7D-8446-85FA-9C6BDA5D0C6C}" type="datetimeFigureOut">
              <a:rPr lang="en-CZ" smtClean="0"/>
              <a:t>31.01.2026</a:t>
            </a:fld>
            <a:endParaRPr lang="en-CZ"/>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Z"/>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Z"/>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Z"/>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D3CB87-CBD0-A74C-A39C-028BD66AF791}" type="slidenum">
              <a:rPr lang="en-CZ" smtClean="0"/>
              <a:t>‹#›</a:t>
            </a:fld>
            <a:endParaRPr lang="en-CZ"/>
          </a:p>
        </p:txBody>
      </p:sp>
    </p:spTree>
    <p:extLst>
      <p:ext uri="{BB962C8B-B14F-4D97-AF65-F5344CB8AC3E}">
        <p14:creationId xmlns:p14="http://schemas.microsoft.com/office/powerpoint/2010/main" val="34283327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Z" dirty="0"/>
          </a:p>
        </p:txBody>
      </p:sp>
      <p:sp>
        <p:nvSpPr>
          <p:cNvPr id="4" name="Slide Number Placeholder 3"/>
          <p:cNvSpPr>
            <a:spLocks noGrp="1"/>
          </p:cNvSpPr>
          <p:nvPr>
            <p:ph type="sldNum" sz="quarter" idx="5"/>
          </p:nvPr>
        </p:nvSpPr>
        <p:spPr/>
        <p:txBody>
          <a:bodyPr/>
          <a:lstStyle/>
          <a:p>
            <a:fld id="{24D3CB87-CBD0-A74C-A39C-028BD66AF791}" type="slidenum">
              <a:rPr lang="en-CZ" smtClean="0"/>
              <a:t>6</a:t>
            </a:fld>
            <a:endParaRPr lang="en-CZ"/>
          </a:p>
        </p:txBody>
      </p:sp>
    </p:spTree>
    <p:extLst>
      <p:ext uri="{BB962C8B-B14F-4D97-AF65-F5344CB8AC3E}">
        <p14:creationId xmlns:p14="http://schemas.microsoft.com/office/powerpoint/2010/main" val="25548096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64FB7-000F-FEF1-5F3A-FC1207CC01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A342F7-8BBE-21D4-172E-59EF887ECC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393185-72BF-3C6D-D220-E7FE5DF0DF93}"/>
              </a:ext>
            </a:extLst>
          </p:cNvPr>
          <p:cNvSpPr>
            <a:spLocks noGrp="1"/>
          </p:cNvSpPr>
          <p:nvPr>
            <p:ph type="body" idx="1"/>
          </p:nvPr>
        </p:nvSpPr>
        <p:spPr/>
        <p:txBody>
          <a:bodyPr/>
          <a:lstStyle/>
          <a:p>
            <a:endParaRPr lang="en-CZ" dirty="0"/>
          </a:p>
        </p:txBody>
      </p:sp>
      <p:sp>
        <p:nvSpPr>
          <p:cNvPr id="4" name="Slide Number Placeholder 3">
            <a:extLst>
              <a:ext uri="{FF2B5EF4-FFF2-40B4-BE49-F238E27FC236}">
                <a16:creationId xmlns:a16="http://schemas.microsoft.com/office/drawing/2014/main" id="{DBEC8B4E-2681-3E4D-612D-D156CF607678}"/>
              </a:ext>
            </a:extLst>
          </p:cNvPr>
          <p:cNvSpPr>
            <a:spLocks noGrp="1"/>
          </p:cNvSpPr>
          <p:nvPr>
            <p:ph type="sldNum" sz="quarter" idx="5"/>
          </p:nvPr>
        </p:nvSpPr>
        <p:spPr/>
        <p:txBody>
          <a:bodyPr/>
          <a:lstStyle/>
          <a:p>
            <a:fld id="{24D3CB87-CBD0-A74C-A39C-028BD66AF791}" type="slidenum">
              <a:rPr lang="en-CZ" smtClean="0"/>
              <a:t>7</a:t>
            </a:fld>
            <a:endParaRPr lang="en-CZ"/>
          </a:p>
        </p:txBody>
      </p:sp>
    </p:spTree>
    <p:extLst>
      <p:ext uri="{BB962C8B-B14F-4D97-AF65-F5344CB8AC3E}">
        <p14:creationId xmlns:p14="http://schemas.microsoft.com/office/powerpoint/2010/main" val="33282567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880B3-4076-35AD-3246-CF41692738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8EA534-676A-699D-27A5-CE9A6D773E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1C8E1A-1EFD-2EEB-9C3B-A0D318A5674A}"/>
              </a:ext>
            </a:extLst>
          </p:cNvPr>
          <p:cNvSpPr>
            <a:spLocks noGrp="1"/>
          </p:cNvSpPr>
          <p:nvPr>
            <p:ph type="body" idx="1"/>
          </p:nvPr>
        </p:nvSpPr>
        <p:spPr/>
        <p:txBody>
          <a:bodyPr/>
          <a:lstStyle/>
          <a:p>
            <a:endParaRPr lang="en-CZ" dirty="0"/>
          </a:p>
        </p:txBody>
      </p:sp>
      <p:sp>
        <p:nvSpPr>
          <p:cNvPr id="4" name="Slide Number Placeholder 3">
            <a:extLst>
              <a:ext uri="{FF2B5EF4-FFF2-40B4-BE49-F238E27FC236}">
                <a16:creationId xmlns:a16="http://schemas.microsoft.com/office/drawing/2014/main" id="{F59BA47A-51EB-F2DC-CAB0-0383A74CE710}"/>
              </a:ext>
            </a:extLst>
          </p:cNvPr>
          <p:cNvSpPr>
            <a:spLocks noGrp="1"/>
          </p:cNvSpPr>
          <p:nvPr>
            <p:ph type="sldNum" sz="quarter" idx="5"/>
          </p:nvPr>
        </p:nvSpPr>
        <p:spPr/>
        <p:txBody>
          <a:bodyPr/>
          <a:lstStyle/>
          <a:p>
            <a:fld id="{24D3CB87-CBD0-A74C-A39C-028BD66AF791}" type="slidenum">
              <a:rPr lang="en-CZ" smtClean="0"/>
              <a:t>11</a:t>
            </a:fld>
            <a:endParaRPr lang="en-CZ"/>
          </a:p>
        </p:txBody>
      </p:sp>
    </p:spTree>
    <p:extLst>
      <p:ext uri="{BB962C8B-B14F-4D97-AF65-F5344CB8AC3E}">
        <p14:creationId xmlns:p14="http://schemas.microsoft.com/office/powerpoint/2010/main" val="3434077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Z" dirty="0"/>
          </a:p>
        </p:txBody>
      </p:sp>
      <p:sp>
        <p:nvSpPr>
          <p:cNvPr id="4" name="Slide Number Placeholder 3"/>
          <p:cNvSpPr>
            <a:spLocks noGrp="1"/>
          </p:cNvSpPr>
          <p:nvPr>
            <p:ph type="sldNum" sz="quarter" idx="5"/>
          </p:nvPr>
        </p:nvSpPr>
        <p:spPr/>
        <p:txBody>
          <a:bodyPr/>
          <a:lstStyle/>
          <a:p>
            <a:fld id="{24D3CB87-CBD0-A74C-A39C-028BD66AF791}" type="slidenum">
              <a:rPr lang="en-CZ" smtClean="0"/>
              <a:t>24</a:t>
            </a:fld>
            <a:endParaRPr lang="en-CZ"/>
          </a:p>
        </p:txBody>
      </p:sp>
    </p:spTree>
    <p:extLst>
      <p:ext uri="{BB962C8B-B14F-4D97-AF65-F5344CB8AC3E}">
        <p14:creationId xmlns:p14="http://schemas.microsoft.com/office/powerpoint/2010/main" val="36640504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7AB07-6CC9-4317-D693-0CD425C3E1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A2231C-1E45-F773-C832-4E7B3D38AB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8F7C50-75D9-55CC-9FD2-1C06045C3195}"/>
              </a:ext>
            </a:extLst>
          </p:cNvPr>
          <p:cNvSpPr>
            <a:spLocks noGrp="1"/>
          </p:cNvSpPr>
          <p:nvPr>
            <p:ph type="body" idx="1"/>
          </p:nvPr>
        </p:nvSpPr>
        <p:spPr/>
        <p:txBody>
          <a:bodyPr/>
          <a:lstStyle/>
          <a:p>
            <a:r>
              <a:rPr lang="en-GB" sz="1200" dirty="0"/>
              <a:t>(log loss) </a:t>
            </a:r>
            <a:endParaRPr lang="en-CZ" dirty="0"/>
          </a:p>
        </p:txBody>
      </p:sp>
      <p:sp>
        <p:nvSpPr>
          <p:cNvPr id="4" name="Slide Number Placeholder 3">
            <a:extLst>
              <a:ext uri="{FF2B5EF4-FFF2-40B4-BE49-F238E27FC236}">
                <a16:creationId xmlns:a16="http://schemas.microsoft.com/office/drawing/2014/main" id="{0466EC06-A990-1834-9092-49D9911B8FFB}"/>
              </a:ext>
            </a:extLst>
          </p:cNvPr>
          <p:cNvSpPr>
            <a:spLocks noGrp="1"/>
          </p:cNvSpPr>
          <p:nvPr>
            <p:ph type="sldNum" sz="quarter" idx="5"/>
          </p:nvPr>
        </p:nvSpPr>
        <p:spPr/>
        <p:txBody>
          <a:bodyPr/>
          <a:lstStyle/>
          <a:p>
            <a:fld id="{24D3CB87-CBD0-A74C-A39C-028BD66AF791}" type="slidenum">
              <a:rPr lang="en-CZ" smtClean="0"/>
              <a:t>26</a:t>
            </a:fld>
            <a:endParaRPr lang="en-CZ"/>
          </a:p>
        </p:txBody>
      </p:sp>
    </p:spTree>
    <p:extLst>
      <p:ext uri="{BB962C8B-B14F-4D97-AF65-F5344CB8AC3E}">
        <p14:creationId xmlns:p14="http://schemas.microsoft.com/office/powerpoint/2010/main" val="33860410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8.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8.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8.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12" name="Picture 11" descr="swoosh-85.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511984"/>
            <a:ext cx="12192000" cy="1304320"/>
          </a:xfrm>
          <a:prstGeom prst="rect">
            <a:avLst/>
          </a:prstGeom>
        </p:spPr>
      </p:pic>
      <p:sp>
        <p:nvSpPr>
          <p:cNvPr id="2" name="Title 1"/>
          <p:cNvSpPr>
            <a:spLocks noGrp="1"/>
          </p:cNvSpPr>
          <p:nvPr>
            <p:ph type="ctrTitle" hasCustomPrompt="1"/>
          </p:nvPr>
        </p:nvSpPr>
        <p:spPr>
          <a:xfrm>
            <a:off x="609602" y="1287430"/>
            <a:ext cx="7250674" cy="1635518"/>
          </a:xfrm>
        </p:spPr>
        <p:txBody>
          <a:bodyPr anchor="b"/>
          <a:lstStyle>
            <a:lvl1pPr>
              <a:defRPr>
                <a:solidFill>
                  <a:schemeClr val="bg1"/>
                </a:solidFill>
              </a:defRPr>
            </a:lvl1pPr>
          </a:lstStyle>
          <a:p>
            <a:r>
              <a:rPr lang="en-CA" dirty="0"/>
              <a:t>This is your presentation title</a:t>
            </a:r>
            <a:endParaRPr lang="en-US" dirty="0"/>
          </a:p>
        </p:txBody>
      </p:sp>
      <p:sp>
        <p:nvSpPr>
          <p:cNvPr id="3" name="Subtitle 2"/>
          <p:cNvSpPr>
            <a:spLocks noGrp="1"/>
          </p:cNvSpPr>
          <p:nvPr>
            <p:ph type="subTitle" idx="1" hasCustomPrompt="1"/>
          </p:nvPr>
        </p:nvSpPr>
        <p:spPr>
          <a:xfrm>
            <a:off x="609602" y="3024545"/>
            <a:ext cx="9117331" cy="1752600"/>
          </a:xfrm>
        </p:spPr>
        <p:txBody>
          <a:bodyPr lIns="0" tIns="0" rIns="0" bIns="0">
            <a:noAutofit/>
          </a:bodyPr>
          <a:lstStyle>
            <a:lvl1pPr marL="0" indent="0" algn="l">
              <a:lnSpc>
                <a:spcPct val="100000"/>
              </a:lnSpc>
              <a:buNone/>
              <a:defRPr sz="3600" baseline="0">
                <a:solidFill>
                  <a:schemeClr val="accent3"/>
                </a:solidFill>
              </a:defRPr>
            </a:lvl1pPr>
            <a:lvl2pPr marL="586109" indent="0" algn="ctr">
              <a:buNone/>
              <a:defRPr>
                <a:solidFill>
                  <a:schemeClr val="tx1">
                    <a:tint val="75000"/>
                  </a:schemeClr>
                </a:solidFill>
              </a:defRPr>
            </a:lvl2pPr>
            <a:lvl3pPr marL="1172219" indent="0" algn="ctr">
              <a:buNone/>
              <a:defRPr>
                <a:solidFill>
                  <a:schemeClr val="tx1">
                    <a:tint val="75000"/>
                  </a:schemeClr>
                </a:solidFill>
              </a:defRPr>
            </a:lvl3pPr>
            <a:lvl4pPr marL="1758328" indent="0" algn="ctr">
              <a:buNone/>
              <a:defRPr>
                <a:solidFill>
                  <a:schemeClr val="tx1">
                    <a:tint val="75000"/>
                  </a:schemeClr>
                </a:solidFill>
              </a:defRPr>
            </a:lvl4pPr>
            <a:lvl5pPr marL="2344438" indent="0" algn="ctr">
              <a:buNone/>
              <a:defRPr>
                <a:solidFill>
                  <a:schemeClr val="tx1">
                    <a:tint val="75000"/>
                  </a:schemeClr>
                </a:solidFill>
              </a:defRPr>
            </a:lvl5pPr>
            <a:lvl6pPr marL="2930547" indent="0" algn="ctr">
              <a:buNone/>
              <a:defRPr>
                <a:solidFill>
                  <a:schemeClr val="tx1">
                    <a:tint val="75000"/>
                  </a:schemeClr>
                </a:solidFill>
              </a:defRPr>
            </a:lvl6pPr>
            <a:lvl7pPr marL="3516656" indent="0" algn="ctr">
              <a:buNone/>
              <a:defRPr>
                <a:solidFill>
                  <a:schemeClr val="tx1">
                    <a:tint val="75000"/>
                  </a:schemeClr>
                </a:solidFill>
              </a:defRPr>
            </a:lvl7pPr>
            <a:lvl8pPr marL="4102766" indent="0" algn="ctr">
              <a:buNone/>
              <a:defRPr>
                <a:solidFill>
                  <a:schemeClr val="tx1">
                    <a:tint val="75000"/>
                  </a:schemeClr>
                </a:solidFill>
              </a:defRPr>
            </a:lvl8pPr>
            <a:lvl9pPr marL="4688875" indent="0" algn="ctr">
              <a:buNone/>
              <a:defRPr>
                <a:solidFill>
                  <a:schemeClr val="tx1">
                    <a:tint val="75000"/>
                  </a:schemeClr>
                </a:solidFill>
              </a:defRPr>
            </a:lvl9pPr>
          </a:lstStyle>
          <a:p>
            <a:r>
              <a:rPr lang="en-CA" dirty="0"/>
              <a:t>Presentation subtitle or brief one-sentence description.</a:t>
            </a:r>
            <a:endParaRPr lang="en-US" dirty="0"/>
          </a:p>
        </p:txBody>
      </p:sp>
      <p:sp>
        <p:nvSpPr>
          <p:cNvPr id="5" name="Text Placeholder 4"/>
          <p:cNvSpPr>
            <a:spLocks noGrp="1"/>
          </p:cNvSpPr>
          <p:nvPr>
            <p:ph type="body" sz="quarter" idx="10" hasCustomPrompt="1"/>
          </p:nvPr>
        </p:nvSpPr>
        <p:spPr>
          <a:xfrm>
            <a:off x="622239" y="5509909"/>
            <a:ext cx="5358682" cy="745331"/>
          </a:xfrm>
        </p:spPr>
        <p:txBody>
          <a:bodyPr anchor="b"/>
          <a:lstStyle>
            <a:lvl1pPr>
              <a:defRPr baseline="0">
                <a:solidFill>
                  <a:schemeClr val="bg1"/>
                </a:solidFill>
              </a:defRPr>
            </a:lvl1pPr>
          </a:lstStyle>
          <a:p>
            <a:pPr lvl="0"/>
            <a:r>
              <a:rPr lang="en-CA" dirty="0"/>
              <a:t>Month 24th, 2017</a:t>
            </a:r>
            <a:endParaRPr lang="en-US" dirty="0"/>
          </a:p>
        </p:txBody>
      </p:sp>
      <p:pic>
        <p:nvPicPr>
          <p:cNvPr id="4" name="Picture 3" descr="ac-logo.eps"/>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42412" y="619055"/>
            <a:ext cx="2542927" cy="533400"/>
          </a:xfrm>
          <a:prstGeom prst="rect">
            <a:avLst/>
          </a:prstGeom>
        </p:spPr>
      </p:pic>
    </p:spTree>
    <p:extLst>
      <p:ext uri="{BB962C8B-B14F-4D97-AF65-F5344CB8AC3E}">
        <p14:creationId xmlns:p14="http://schemas.microsoft.com/office/powerpoint/2010/main" val="22962129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ection Separator">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14" name="Picture 13" descr="swoosh-85.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511984"/>
            <a:ext cx="12192000" cy="1304320"/>
          </a:xfrm>
          <a:prstGeom prst="rect">
            <a:avLst/>
          </a:prstGeom>
        </p:spPr>
      </p:pic>
      <p:sp>
        <p:nvSpPr>
          <p:cNvPr id="2" name="Title 1"/>
          <p:cNvSpPr>
            <a:spLocks noGrp="1"/>
          </p:cNvSpPr>
          <p:nvPr>
            <p:ph type="title" hasCustomPrompt="1"/>
          </p:nvPr>
        </p:nvSpPr>
        <p:spPr>
          <a:xfrm>
            <a:off x="609601" y="1544637"/>
            <a:ext cx="7250676" cy="1362076"/>
          </a:xfrm>
        </p:spPr>
        <p:txBody>
          <a:bodyPr anchor="b">
            <a:noAutofit/>
          </a:bodyPr>
          <a:lstStyle>
            <a:lvl1pPr algn="l">
              <a:lnSpc>
                <a:spcPct val="100000"/>
              </a:lnSpc>
              <a:defRPr sz="3600" b="1" cap="none" baseline="0">
                <a:solidFill>
                  <a:srgbClr val="FFFFFF"/>
                </a:solidFill>
              </a:defRPr>
            </a:lvl1pPr>
          </a:lstStyle>
          <a:p>
            <a:r>
              <a:rPr lang="en-CA" dirty="0"/>
              <a:t>Chapter or Section title</a:t>
            </a:r>
            <a:endParaRPr lang="en-US" dirty="0"/>
          </a:p>
        </p:txBody>
      </p:sp>
      <p:sp>
        <p:nvSpPr>
          <p:cNvPr id="3" name="Text Placeholder 2"/>
          <p:cNvSpPr>
            <a:spLocks noGrp="1"/>
          </p:cNvSpPr>
          <p:nvPr>
            <p:ph type="body" idx="1" hasCustomPrompt="1"/>
          </p:nvPr>
        </p:nvSpPr>
        <p:spPr>
          <a:xfrm>
            <a:off x="609601" y="3062821"/>
            <a:ext cx="7250676" cy="1500188"/>
          </a:xfrm>
        </p:spPr>
        <p:txBody>
          <a:bodyPr lIns="0" tIns="0" rIns="0" bIns="0" anchor="t"/>
          <a:lstStyle>
            <a:lvl1pPr marL="0" indent="0">
              <a:lnSpc>
                <a:spcPct val="100000"/>
              </a:lnSpc>
              <a:buNone/>
              <a:defRPr sz="2550" baseline="0">
                <a:solidFill>
                  <a:srgbClr val="A6C8BC"/>
                </a:solidFill>
              </a:defRPr>
            </a:lvl1pPr>
            <a:lvl2pPr marL="586109" indent="0">
              <a:buNone/>
              <a:defRPr sz="2325">
                <a:solidFill>
                  <a:schemeClr val="tx1">
                    <a:tint val="75000"/>
                  </a:schemeClr>
                </a:solidFill>
              </a:defRPr>
            </a:lvl2pPr>
            <a:lvl3pPr marL="1172219" indent="0">
              <a:buNone/>
              <a:defRPr sz="2025">
                <a:solidFill>
                  <a:schemeClr val="tx1">
                    <a:tint val="75000"/>
                  </a:schemeClr>
                </a:solidFill>
              </a:defRPr>
            </a:lvl3pPr>
            <a:lvl4pPr marL="1758328" indent="0">
              <a:buNone/>
              <a:defRPr sz="1800">
                <a:solidFill>
                  <a:schemeClr val="tx1">
                    <a:tint val="75000"/>
                  </a:schemeClr>
                </a:solidFill>
              </a:defRPr>
            </a:lvl4pPr>
            <a:lvl5pPr marL="2344438" indent="0">
              <a:buNone/>
              <a:defRPr sz="1800">
                <a:solidFill>
                  <a:schemeClr val="tx1">
                    <a:tint val="75000"/>
                  </a:schemeClr>
                </a:solidFill>
              </a:defRPr>
            </a:lvl5pPr>
            <a:lvl6pPr marL="2930547" indent="0">
              <a:buNone/>
              <a:defRPr sz="1800">
                <a:solidFill>
                  <a:schemeClr val="tx1">
                    <a:tint val="75000"/>
                  </a:schemeClr>
                </a:solidFill>
              </a:defRPr>
            </a:lvl6pPr>
            <a:lvl7pPr marL="3516656" indent="0">
              <a:buNone/>
              <a:defRPr sz="1800">
                <a:solidFill>
                  <a:schemeClr val="tx1">
                    <a:tint val="75000"/>
                  </a:schemeClr>
                </a:solidFill>
              </a:defRPr>
            </a:lvl7pPr>
            <a:lvl8pPr marL="4102766" indent="0">
              <a:buNone/>
              <a:defRPr sz="1800">
                <a:solidFill>
                  <a:schemeClr val="tx1">
                    <a:tint val="75000"/>
                  </a:schemeClr>
                </a:solidFill>
              </a:defRPr>
            </a:lvl8pPr>
            <a:lvl9pPr marL="4688875" indent="0">
              <a:buNone/>
              <a:defRPr sz="1800">
                <a:solidFill>
                  <a:schemeClr val="tx1">
                    <a:tint val="75000"/>
                  </a:schemeClr>
                </a:solidFill>
              </a:defRPr>
            </a:lvl9pPr>
          </a:lstStyle>
          <a:p>
            <a:pPr lvl="0"/>
            <a:r>
              <a:rPr lang="en-CA" dirty="0"/>
              <a:t>Brief description or intro to this section</a:t>
            </a:r>
          </a:p>
        </p:txBody>
      </p:sp>
      <p:pic>
        <p:nvPicPr>
          <p:cNvPr id="10" name="Picture 9" descr="ac-icon.eps"/>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3099" y="517457"/>
            <a:ext cx="723829" cy="533400"/>
          </a:xfrm>
          <a:prstGeom prst="rect">
            <a:avLst/>
          </a:prstGeom>
        </p:spPr>
      </p:pic>
      <p:sp>
        <p:nvSpPr>
          <p:cNvPr id="15" name="Slide Number Placeholder 8"/>
          <p:cNvSpPr>
            <a:spLocks noGrp="1"/>
          </p:cNvSpPr>
          <p:nvPr>
            <p:ph type="sldNum" sz="quarter" idx="11"/>
          </p:nvPr>
        </p:nvSpPr>
        <p:spPr>
          <a:xfrm>
            <a:off x="149297" y="6373091"/>
            <a:ext cx="396810" cy="365126"/>
          </a:xfrm>
        </p:spPr>
        <p:txBody>
          <a:bodyPr/>
          <a:lstStyle>
            <a:lvl1pPr>
              <a:defRPr>
                <a:solidFill>
                  <a:srgbClr val="96B7A6"/>
                </a:solidFill>
              </a:defRPr>
            </a:lvl1pPr>
          </a:lstStyle>
          <a:p>
            <a:fld id="{BCE31CD6-01E1-44B6-AF1B-6C1B8B721DF8}" type="slidenum">
              <a:rPr lang="en-CA" smtClean="0"/>
              <a:t>‹#›</a:t>
            </a:fld>
            <a:endParaRPr lang="en-CA"/>
          </a:p>
        </p:txBody>
      </p:sp>
    </p:spTree>
    <p:extLst>
      <p:ext uri="{BB962C8B-B14F-4D97-AF65-F5344CB8AC3E}">
        <p14:creationId xmlns:p14="http://schemas.microsoft.com/office/powerpoint/2010/main" val="3589744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 Author">
    <p:bg>
      <p:bgPr>
        <a:solidFill>
          <a:schemeClr val="bg1"/>
        </a:solidFill>
        <a:effectLst/>
      </p:bgPr>
    </p:bg>
    <p:spTree>
      <p:nvGrpSpPr>
        <p:cNvPr id="1" name=""/>
        <p:cNvGrpSpPr/>
        <p:nvPr/>
      </p:nvGrpSpPr>
      <p:grpSpPr>
        <a:xfrm>
          <a:off x="0" y="0"/>
          <a:ext cx="0" cy="0"/>
          <a:chOff x="0" y="0"/>
          <a:chExt cx="0" cy="0"/>
        </a:xfrm>
      </p:grpSpPr>
      <p:sp>
        <p:nvSpPr>
          <p:cNvPr id="5" name="Picture Placeholder 4"/>
          <p:cNvSpPr>
            <a:spLocks noGrp="1"/>
          </p:cNvSpPr>
          <p:nvPr>
            <p:ph type="pic" sz="quarter" idx="15" hasCustomPrompt="1"/>
          </p:nvPr>
        </p:nvSpPr>
        <p:spPr>
          <a:xfrm>
            <a:off x="2501574" y="1803401"/>
            <a:ext cx="3474729" cy="3227685"/>
          </a:xfrm>
        </p:spPr>
        <p:txBody>
          <a:bodyPr/>
          <a:lstStyle/>
          <a:p>
            <a:r>
              <a:rPr lang="en-US" dirty="0"/>
              <a:t>Author Photo</a:t>
            </a:r>
          </a:p>
        </p:txBody>
      </p:sp>
      <p:sp>
        <p:nvSpPr>
          <p:cNvPr id="11" name="Text Placeholder 10"/>
          <p:cNvSpPr>
            <a:spLocks noGrp="1"/>
          </p:cNvSpPr>
          <p:nvPr>
            <p:ph type="body" sz="quarter" idx="17" hasCustomPrompt="1"/>
          </p:nvPr>
        </p:nvSpPr>
        <p:spPr>
          <a:xfrm>
            <a:off x="6222189" y="2336800"/>
            <a:ext cx="3504744" cy="2160887"/>
          </a:xfrm>
        </p:spPr>
        <p:txBody>
          <a:bodyPr anchor="ctr"/>
          <a:lstStyle/>
          <a:p>
            <a:pPr lvl="0"/>
            <a:r>
              <a:rPr lang="en-CA" dirty="0"/>
              <a:t>Author description</a:t>
            </a:r>
          </a:p>
        </p:txBody>
      </p:sp>
      <p:sp>
        <p:nvSpPr>
          <p:cNvPr id="8" name="Title 1"/>
          <p:cNvSpPr>
            <a:spLocks noGrp="1"/>
          </p:cNvSpPr>
          <p:nvPr>
            <p:ph type="title" hasCustomPrompt="1"/>
          </p:nvPr>
        </p:nvSpPr>
        <p:spPr>
          <a:xfrm>
            <a:off x="609601" y="576274"/>
            <a:ext cx="7106241" cy="1001980"/>
          </a:xfrm>
        </p:spPr>
        <p:txBody>
          <a:bodyPr anchor="t">
            <a:noAutofit/>
          </a:bodyPr>
          <a:lstStyle>
            <a:lvl1pPr>
              <a:defRPr sz="3600" b="1" baseline="0">
                <a:solidFill>
                  <a:schemeClr val="tx2"/>
                </a:solidFill>
              </a:defRPr>
            </a:lvl1pPr>
          </a:lstStyle>
          <a:p>
            <a:r>
              <a:rPr lang="en-CA" dirty="0"/>
              <a:t>About the Author (1 author)</a:t>
            </a:r>
            <a:endParaRPr lang="en-US" dirty="0"/>
          </a:p>
        </p:txBody>
      </p:sp>
      <p:sp>
        <p:nvSpPr>
          <p:cNvPr id="7" name="Text Placeholder 6"/>
          <p:cNvSpPr>
            <a:spLocks noGrp="1"/>
          </p:cNvSpPr>
          <p:nvPr>
            <p:ph type="body" sz="quarter" idx="18" hasCustomPrompt="1"/>
          </p:nvPr>
        </p:nvSpPr>
        <p:spPr>
          <a:xfrm>
            <a:off x="6221598" y="1803797"/>
            <a:ext cx="3504858" cy="533003"/>
          </a:xfrm>
        </p:spPr>
        <p:txBody>
          <a:bodyPr/>
          <a:lstStyle>
            <a:lvl1pPr>
              <a:defRPr b="1">
                <a:solidFill>
                  <a:srgbClr val="599A83"/>
                </a:solidFill>
              </a:defRPr>
            </a:lvl1pPr>
          </a:lstStyle>
          <a:p>
            <a:pPr lvl="0"/>
            <a:r>
              <a:rPr lang="en-CA" dirty="0"/>
              <a:t>Author Name</a:t>
            </a:r>
          </a:p>
        </p:txBody>
      </p:sp>
      <p:sp>
        <p:nvSpPr>
          <p:cNvPr id="13" name="Text Placeholder 12"/>
          <p:cNvSpPr>
            <a:spLocks noGrp="1"/>
          </p:cNvSpPr>
          <p:nvPr>
            <p:ph type="body" sz="quarter" idx="19" hasCustomPrompt="1"/>
          </p:nvPr>
        </p:nvSpPr>
        <p:spPr>
          <a:xfrm>
            <a:off x="6221598" y="4498182"/>
            <a:ext cx="3504858" cy="532904"/>
          </a:xfrm>
        </p:spPr>
        <p:txBody>
          <a:bodyPr anchor="b"/>
          <a:lstStyle>
            <a:lvl1pPr>
              <a:defRPr sz="1575"/>
            </a:lvl1pPr>
          </a:lstStyle>
          <a:p>
            <a:pPr lvl="0"/>
            <a:r>
              <a:rPr lang="en-CA" dirty="0"/>
              <a:t>Author email</a:t>
            </a:r>
          </a:p>
        </p:txBody>
      </p:sp>
    </p:spTree>
    <p:extLst>
      <p:ext uri="{BB962C8B-B14F-4D97-AF65-F5344CB8AC3E}">
        <p14:creationId xmlns:p14="http://schemas.microsoft.com/office/powerpoint/2010/main" val="2718414622"/>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2 Authors">
    <p:bg>
      <p:bgPr>
        <a:solidFill>
          <a:schemeClr val="bg1"/>
        </a:solidFill>
        <a:effectLst/>
      </p:bgPr>
    </p:bg>
    <p:spTree>
      <p:nvGrpSpPr>
        <p:cNvPr id="1" name=""/>
        <p:cNvGrpSpPr/>
        <p:nvPr/>
      </p:nvGrpSpPr>
      <p:grpSpPr>
        <a:xfrm>
          <a:off x="0" y="0"/>
          <a:ext cx="0" cy="0"/>
          <a:chOff x="0" y="0"/>
          <a:chExt cx="0" cy="0"/>
        </a:xfrm>
      </p:grpSpPr>
      <p:sp>
        <p:nvSpPr>
          <p:cNvPr id="5" name="Picture Placeholder 4"/>
          <p:cNvSpPr>
            <a:spLocks noGrp="1"/>
          </p:cNvSpPr>
          <p:nvPr>
            <p:ph type="pic" sz="quarter" idx="15" hasCustomPrompt="1"/>
          </p:nvPr>
        </p:nvSpPr>
        <p:spPr>
          <a:xfrm>
            <a:off x="622300" y="1803797"/>
            <a:ext cx="1625307" cy="1509752"/>
          </a:xfrm>
        </p:spPr>
        <p:txBody>
          <a:bodyPr/>
          <a:lstStyle/>
          <a:p>
            <a:r>
              <a:rPr lang="en-US" dirty="0"/>
              <a:t>Author Photo</a:t>
            </a:r>
          </a:p>
        </p:txBody>
      </p:sp>
      <p:sp>
        <p:nvSpPr>
          <p:cNvPr id="11" name="Text Placeholder 10"/>
          <p:cNvSpPr>
            <a:spLocks noGrp="1"/>
          </p:cNvSpPr>
          <p:nvPr>
            <p:ph type="body" sz="quarter" idx="17" hasCustomPrompt="1"/>
          </p:nvPr>
        </p:nvSpPr>
        <p:spPr>
          <a:xfrm>
            <a:off x="2488956" y="2336800"/>
            <a:ext cx="3504744" cy="1790700"/>
          </a:xfrm>
        </p:spPr>
        <p:txBody>
          <a:bodyPr anchor="t"/>
          <a:lstStyle/>
          <a:p>
            <a:pPr lvl="0"/>
            <a:r>
              <a:rPr lang="en-CA" dirty="0"/>
              <a:t>Author description</a:t>
            </a:r>
          </a:p>
        </p:txBody>
      </p:sp>
      <p:sp>
        <p:nvSpPr>
          <p:cNvPr id="8"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About the Author (2 authors)</a:t>
            </a:r>
            <a:endParaRPr lang="en-US" dirty="0"/>
          </a:p>
        </p:txBody>
      </p:sp>
      <p:sp>
        <p:nvSpPr>
          <p:cNvPr id="7" name="Text Placeholder 6"/>
          <p:cNvSpPr>
            <a:spLocks noGrp="1"/>
          </p:cNvSpPr>
          <p:nvPr>
            <p:ph type="body" sz="quarter" idx="18" hasCustomPrompt="1"/>
          </p:nvPr>
        </p:nvSpPr>
        <p:spPr>
          <a:xfrm>
            <a:off x="2488365" y="1803797"/>
            <a:ext cx="3504858" cy="533003"/>
          </a:xfrm>
        </p:spPr>
        <p:txBody>
          <a:bodyPr/>
          <a:lstStyle>
            <a:lvl1pPr>
              <a:defRPr b="1">
                <a:solidFill>
                  <a:srgbClr val="599A83"/>
                </a:solidFill>
              </a:defRPr>
            </a:lvl1pPr>
          </a:lstStyle>
          <a:p>
            <a:pPr lvl="0"/>
            <a:r>
              <a:rPr lang="en-CA" dirty="0"/>
              <a:t>Author 1 Name</a:t>
            </a:r>
          </a:p>
        </p:txBody>
      </p:sp>
      <p:sp>
        <p:nvSpPr>
          <p:cNvPr id="13" name="Text Placeholder 12"/>
          <p:cNvSpPr>
            <a:spLocks noGrp="1"/>
          </p:cNvSpPr>
          <p:nvPr>
            <p:ph type="body" sz="quarter" idx="19" hasCustomPrompt="1"/>
          </p:nvPr>
        </p:nvSpPr>
        <p:spPr>
          <a:xfrm>
            <a:off x="2488365" y="4127500"/>
            <a:ext cx="3504858" cy="532904"/>
          </a:xfrm>
        </p:spPr>
        <p:txBody>
          <a:bodyPr anchor="b"/>
          <a:lstStyle>
            <a:lvl1pPr>
              <a:defRPr sz="1575"/>
            </a:lvl1pPr>
          </a:lstStyle>
          <a:p>
            <a:pPr lvl="0"/>
            <a:r>
              <a:rPr lang="en-CA" dirty="0"/>
              <a:t>Author email</a:t>
            </a:r>
          </a:p>
        </p:txBody>
      </p:sp>
      <p:sp>
        <p:nvSpPr>
          <p:cNvPr id="9" name="Picture Placeholder 4"/>
          <p:cNvSpPr>
            <a:spLocks noGrp="1"/>
          </p:cNvSpPr>
          <p:nvPr>
            <p:ph type="pic" sz="quarter" idx="20" hasCustomPrompt="1"/>
          </p:nvPr>
        </p:nvSpPr>
        <p:spPr>
          <a:xfrm>
            <a:off x="6222271" y="1803797"/>
            <a:ext cx="1625307" cy="1509752"/>
          </a:xfrm>
        </p:spPr>
        <p:txBody>
          <a:bodyPr/>
          <a:lstStyle/>
          <a:p>
            <a:r>
              <a:rPr lang="en-US" dirty="0"/>
              <a:t>Author Photo</a:t>
            </a:r>
          </a:p>
        </p:txBody>
      </p:sp>
      <p:sp>
        <p:nvSpPr>
          <p:cNvPr id="10" name="Text Placeholder 10"/>
          <p:cNvSpPr>
            <a:spLocks noGrp="1"/>
          </p:cNvSpPr>
          <p:nvPr>
            <p:ph type="body" sz="quarter" idx="21" hasCustomPrompt="1"/>
          </p:nvPr>
        </p:nvSpPr>
        <p:spPr>
          <a:xfrm>
            <a:off x="8088927" y="2336800"/>
            <a:ext cx="3504744" cy="1790700"/>
          </a:xfrm>
        </p:spPr>
        <p:txBody>
          <a:bodyPr anchor="t"/>
          <a:lstStyle/>
          <a:p>
            <a:pPr lvl="0"/>
            <a:r>
              <a:rPr lang="en-CA" dirty="0"/>
              <a:t>Author description</a:t>
            </a:r>
          </a:p>
        </p:txBody>
      </p:sp>
      <p:sp>
        <p:nvSpPr>
          <p:cNvPr id="12" name="Text Placeholder 6"/>
          <p:cNvSpPr>
            <a:spLocks noGrp="1"/>
          </p:cNvSpPr>
          <p:nvPr>
            <p:ph type="body" sz="quarter" idx="22" hasCustomPrompt="1"/>
          </p:nvPr>
        </p:nvSpPr>
        <p:spPr>
          <a:xfrm>
            <a:off x="8088336" y="1803797"/>
            <a:ext cx="3504858" cy="533003"/>
          </a:xfrm>
        </p:spPr>
        <p:txBody>
          <a:bodyPr/>
          <a:lstStyle>
            <a:lvl1pPr>
              <a:defRPr b="1">
                <a:solidFill>
                  <a:srgbClr val="599A83"/>
                </a:solidFill>
              </a:defRPr>
            </a:lvl1pPr>
          </a:lstStyle>
          <a:p>
            <a:pPr lvl="0"/>
            <a:r>
              <a:rPr lang="en-CA" dirty="0"/>
              <a:t>Author 2 Name</a:t>
            </a:r>
          </a:p>
        </p:txBody>
      </p:sp>
      <p:sp>
        <p:nvSpPr>
          <p:cNvPr id="14" name="Text Placeholder 12"/>
          <p:cNvSpPr>
            <a:spLocks noGrp="1"/>
          </p:cNvSpPr>
          <p:nvPr>
            <p:ph type="body" sz="quarter" idx="23" hasCustomPrompt="1"/>
          </p:nvPr>
        </p:nvSpPr>
        <p:spPr>
          <a:xfrm>
            <a:off x="8088336" y="4127500"/>
            <a:ext cx="3504858" cy="532904"/>
          </a:xfrm>
        </p:spPr>
        <p:txBody>
          <a:bodyPr anchor="b"/>
          <a:lstStyle>
            <a:lvl1pPr>
              <a:defRPr sz="1575"/>
            </a:lvl1pPr>
          </a:lstStyle>
          <a:p>
            <a:pPr lvl="0"/>
            <a:r>
              <a:rPr lang="en-CA" dirty="0"/>
              <a:t>Author email</a:t>
            </a:r>
          </a:p>
        </p:txBody>
      </p:sp>
      <p:pic>
        <p:nvPicPr>
          <p:cNvPr id="15" name="Picture 14" descr="curtain-100.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524369"/>
            <a:ext cx="12192000" cy="1333631"/>
          </a:xfrm>
          <a:prstGeom prst="rect">
            <a:avLst/>
          </a:prstGeom>
        </p:spPr>
      </p:pic>
    </p:spTree>
    <p:extLst>
      <p:ext uri="{BB962C8B-B14F-4D97-AF65-F5344CB8AC3E}">
        <p14:creationId xmlns:p14="http://schemas.microsoft.com/office/powerpoint/2010/main" val="267065013"/>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Col Key Point w/ Titl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1-column key point text slide</a:t>
            </a:r>
            <a:endParaRPr lang="en-US" dirty="0"/>
          </a:p>
        </p:txBody>
      </p:sp>
      <p:sp>
        <p:nvSpPr>
          <p:cNvPr id="12" name="Text Placeholder 5"/>
          <p:cNvSpPr>
            <a:spLocks noGrp="1"/>
          </p:cNvSpPr>
          <p:nvPr>
            <p:ph type="body" sz="quarter" idx="15" hasCustomPrompt="1"/>
          </p:nvPr>
        </p:nvSpPr>
        <p:spPr>
          <a:xfrm>
            <a:off x="609602" y="1803401"/>
            <a:ext cx="8710984" cy="3848100"/>
          </a:xfrm>
        </p:spPr>
        <p:txBody>
          <a:bodyPr/>
          <a:lstStyle>
            <a:lvl1pPr>
              <a:spcBef>
                <a:spcPts val="1200"/>
              </a:spcBef>
              <a:defRPr baseline="0"/>
            </a:lvl1pPr>
            <a:lvl3pPr marL="1515073" indent="-342854">
              <a:buFont typeface="Arial"/>
              <a:buChar char="•"/>
              <a:defRPr/>
            </a:lvl3pPr>
            <a:lvl4pPr>
              <a:spcBef>
                <a:spcPts val="828"/>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3" name="Text Placeholder 9"/>
          <p:cNvSpPr>
            <a:spLocks noGrp="1"/>
          </p:cNvSpPr>
          <p:nvPr>
            <p:ph type="body" sz="quarter" idx="14" hasCustomPrompt="1"/>
          </p:nvPr>
        </p:nvSpPr>
        <p:spPr>
          <a:xfrm>
            <a:off x="9827671" y="551258"/>
            <a:ext cx="1754730" cy="5100242"/>
          </a:xfrm>
        </p:spPr>
        <p:txBody>
          <a:bodyPr/>
          <a:lstStyle>
            <a:lvl1pPr>
              <a:spcBef>
                <a:spcPts val="1275"/>
              </a:spcBef>
              <a:defRPr sz="1575">
                <a:solidFill>
                  <a:srgbClr val="589278"/>
                </a:solidFill>
              </a:defRPr>
            </a:lvl1pPr>
          </a:lstStyle>
          <a:p>
            <a:pPr lvl="0"/>
            <a:r>
              <a:rPr lang="en-CA" dirty="0"/>
              <a:t>An optional annotation or extra information text box</a:t>
            </a:r>
            <a:endParaRPr lang="en-US" dirty="0"/>
          </a:p>
        </p:txBody>
      </p:sp>
      <p:pic>
        <p:nvPicPr>
          <p:cNvPr id="14" name="Picture 13"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5" name="Picture 14"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6"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BCE31CD6-01E1-44B6-AF1B-6C1B8B721DF8}" type="slidenum">
              <a:rPr lang="en-CA" smtClean="0"/>
              <a:t>‹#›</a:t>
            </a:fld>
            <a:endParaRPr lang="en-CA"/>
          </a:p>
        </p:txBody>
      </p:sp>
    </p:spTree>
    <p:extLst>
      <p:ext uri="{BB962C8B-B14F-4D97-AF65-F5344CB8AC3E}">
        <p14:creationId xmlns:p14="http://schemas.microsoft.com/office/powerpoint/2010/main" val="23749032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Col Key Point, No Title">
    <p:bg>
      <p:bgPr>
        <a:solidFill>
          <a:schemeClr val="bg1"/>
        </a:solidFill>
        <a:effectLst/>
      </p:bgPr>
    </p:bg>
    <p:spTree>
      <p:nvGrpSpPr>
        <p:cNvPr id="1" name=""/>
        <p:cNvGrpSpPr/>
        <p:nvPr/>
      </p:nvGrpSpPr>
      <p:grpSpPr>
        <a:xfrm>
          <a:off x="0" y="0"/>
          <a:ext cx="0" cy="0"/>
          <a:chOff x="0" y="0"/>
          <a:chExt cx="0" cy="0"/>
        </a:xfrm>
      </p:grpSpPr>
      <p:sp>
        <p:nvSpPr>
          <p:cNvPr id="12" name="Text Placeholder 5"/>
          <p:cNvSpPr>
            <a:spLocks noGrp="1"/>
          </p:cNvSpPr>
          <p:nvPr>
            <p:ph type="body" sz="quarter" idx="15" hasCustomPrompt="1"/>
          </p:nvPr>
        </p:nvSpPr>
        <p:spPr>
          <a:xfrm>
            <a:off x="609602" y="495299"/>
            <a:ext cx="8710984" cy="5156201"/>
          </a:xfrm>
        </p:spPr>
        <p:txBody>
          <a:bodyPr/>
          <a:lstStyle>
            <a:lvl1pPr>
              <a:spcBef>
                <a:spcPts val="1200"/>
              </a:spcBef>
              <a:defRPr baseline="0"/>
            </a:lvl1pPr>
            <a:lvl3pPr marL="1515073" indent="-342854">
              <a:buFont typeface="Arial"/>
              <a:buChar char="•"/>
              <a:defRPr/>
            </a:lvl3pPr>
            <a:lvl4pPr>
              <a:spcBef>
                <a:spcPts val="828"/>
              </a:spcBef>
              <a:defRPr>
                <a:solidFill>
                  <a:srgbClr val="599A83"/>
                </a:solidFill>
              </a:defRPr>
            </a:lvl4pPr>
          </a:lstStyle>
          <a:p>
            <a:pPr lvl="0"/>
            <a:r>
              <a:rPr lang="en-CA" dirty="0"/>
              <a:t>A basic 1-column key point slide with no title. 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1" name="Text Placeholder 9"/>
          <p:cNvSpPr>
            <a:spLocks noGrp="1"/>
          </p:cNvSpPr>
          <p:nvPr>
            <p:ph type="body" sz="quarter" idx="14" hasCustomPrompt="1"/>
          </p:nvPr>
        </p:nvSpPr>
        <p:spPr>
          <a:xfrm>
            <a:off x="9827671" y="551258"/>
            <a:ext cx="1754730" cy="5100242"/>
          </a:xfrm>
        </p:spPr>
        <p:txBody>
          <a:bodyPr/>
          <a:lstStyle>
            <a:lvl1pPr>
              <a:spcBef>
                <a:spcPts val="1275"/>
              </a:spcBef>
              <a:defRPr sz="1575">
                <a:solidFill>
                  <a:srgbClr val="599A83"/>
                </a:solidFill>
              </a:defRPr>
            </a:lvl1pPr>
          </a:lstStyle>
          <a:p>
            <a:pPr lvl="0"/>
            <a:r>
              <a:rPr lang="en-CA" dirty="0"/>
              <a:t>An optional annotation or extra information text box</a:t>
            </a:r>
            <a:endParaRPr lang="en-US" dirty="0"/>
          </a:p>
        </p:txBody>
      </p:sp>
      <p:pic>
        <p:nvPicPr>
          <p:cNvPr id="13" name="Picture 12"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4" name="Picture 13"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5"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BCE31CD6-01E1-44B6-AF1B-6C1B8B721DF8}" type="slidenum">
              <a:rPr lang="en-CA" smtClean="0"/>
              <a:t>‹#›</a:t>
            </a:fld>
            <a:endParaRPr lang="en-CA"/>
          </a:p>
        </p:txBody>
      </p:sp>
    </p:spTree>
    <p:extLst>
      <p:ext uri="{BB962C8B-B14F-4D97-AF65-F5344CB8AC3E}">
        <p14:creationId xmlns:p14="http://schemas.microsoft.com/office/powerpoint/2010/main" val="6332606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Col Key Poi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2-column key point slide</a:t>
            </a:r>
            <a:endParaRPr lang="en-US" dirty="0"/>
          </a:p>
        </p:txBody>
      </p:sp>
      <p:sp>
        <p:nvSpPr>
          <p:cNvPr id="14" name="Text Placeholder 5"/>
          <p:cNvSpPr>
            <a:spLocks noGrp="1"/>
          </p:cNvSpPr>
          <p:nvPr>
            <p:ph type="body" sz="quarter" idx="15" hasCustomPrompt="1"/>
          </p:nvPr>
        </p:nvSpPr>
        <p:spPr>
          <a:xfrm>
            <a:off x="609602" y="1803401"/>
            <a:ext cx="5371319" cy="3848100"/>
          </a:xfrm>
        </p:spPr>
        <p:txBody>
          <a:bodyPr/>
          <a:lstStyle>
            <a:lvl1pPr>
              <a:spcBef>
                <a:spcPts val="1200"/>
              </a:spcBef>
              <a:defRPr baseline="0"/>
            </a:lvl1pPr>
            <a:lvl3pPr marL="1515073" indent="-342854">
              <a:buFont typeface="Arial"/>
              <a:buChar char="•"/>
              <a:defRPr/>
            </a:lvl3pPr>
            <a:lvl4pPr>
              <a:spcBef>
                <a:spcPts val="828"/>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6" name="Text Placeholder 5"/>
          <p:cNvSpPr>
            <a:spLocks noGrp="1"/>
          </p:cNvSpPr>
          <p:nvPr>
            <p:ph type="body" sz="quarter" idx="16" hasCustomPrompt="1"/>
          </p:nvPr>
        </p:nvSpPr>
        <p:spPr>
          <a:xfrm>
            <a:off x="6222270" y="1803401"/>
            <a:ext cx="5360131" cy="3848100"/>
          </a:xfrm>
        </p:spPr>
        <p:txBody>
          <a:bodyPr/>
          <a:lstStyle>
            <a:lvl1pPr>
              <a:spcBef>
                <a:spcPts val="1200"/>
              </a:spcBef>
              <a:defRPr baseline="0"/>
            </a:lvl1pPr>
            <a:lvl3pPr marL="1515073" indent="-342854">
              <a:buFont typeface="Arial"/>
              <a:buChar char="•"/>
              <a:defRPr/>
            </a:lvl3pPr>
            <a:lvl4pPr>
              <a:spcBef>
                <a:spcPts val="828"/>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pic>
        <p:nvPicPr>
          <p:cNvPr id="17" name="Picture 16"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8" name="Picture 17"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9"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BCE31CD6-01E1-44B6-AF1B-6C1B8B721DF8}" type="slidenum">
              <a:rPr lang="en-CA" smtClean="0"/>
              <a:t>‹#›</a:t>
            </a:fld>
            <a:endParaRPr lang="en-CA"/>
          </a:p>
        </p:txBody>
      </p:sp>
    </p:spTree>
    <p:extLst>
      <p:ext uri="{BB962C8B-B14F-4D97-AF65-F5344CB8AC3E}">
        <p14:creationId xmlns:p14="http://schemas.microsoft.com/office/powerpoint/2010/main" val="30650250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Col Key Point w/Subtitles">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basic 2-column key point text slide with subtitles</a:t>
            </a:r>
            <a:endParaRPr lang="en-US" dirty="0"/>
          </a:p>
        </p:txBody>
      </p:sp>
      <p:sp>
        <p:nvSpPr>
          <p:cNvPr id="14" name="Text Placeholder 5"/>
          <p:cNvSpPr>
            <a:spLocks noGrp="1"/>
          </p:cNvSpPr>
          <p:nvPr>
            <p:ph type="body" sz="quarter" idx="15" hasCustomPrompt="1"/>
          </p:nvPr>
        </p:nvSpPr>
        <p:spPr>
          <a:xfrm>
            <a:off x="609602" y="2336799"/>
            <a:ext cx="5371319" cy="3314701"/>
          </a:xfrm>
        </p:spPr>
        <p:txBody>
          <a:bodyPr/>
          <a:lstStyle>
            <a:lvl1pPr>
              <a:spcBef>
                <a:spcPts val="1200"/>
              </a:spcBef>
              <a:defRPr baseline="0"/>
            </a:lvl1pPr>
            <a:lvl3pPr marL="1515073" indent="-342854">
              <a:buFont typeface="Arial"/>
              <a:buChar char="•"/>
              <a:defRPr/>
            </a:lvl3pPr>
            <a:lvl4pPr>
              <a:spcBef>
                <a:spcPts val="828"/>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6" name="Text Placeholder 5"/>
          <p:cNvSpPr>
            <a:spLocks noGrp="1"/>
          </p:cNvSpPr>
          <p:nvPr>
            <p:ph type="body" sz="quarter" idx="16" hasCustomPrompt="1"/>
          </p:nvPr>
        </p:nvSpPr>
        <p:spPr>
          <a:xfrm>
            <a:off x="6222270" y="2336799"/>
            <a:ext cx="5360131" cy="3314702"/>
          </a:xfrm>
        </p:spPr>
        <p:txBody>
          <a:bodyPr/>
          <a:lstStyle>
            <a:lvl1pPr>
              <a:spcBef>
                <a:spcPts val="1200"/>
              </a:spcBef>
              <a:defRPr baseline="0"/>
            </a:lvl1pPr>
            <a:lvl3pPr marL="1515073" indent="-342854">
              <a:buFont typeface="Arial"/>
              <a:buChar char="•"/>
              <a:defRPr/>
            </a:lvl3pPr>
            <a:lvl4pPr>
              <a:spcBef>
                <a:spcPts val="828"/>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0" name="Text Placeholder 6"/>
          <p:cNvSpPr>
            <a:spLocks noGrp="1"/>
          </p:cNvSpPr>
          <p:nvPr>
            <p:ph type="body" sz="quarter" idx="18" hasCustomPrompt="1"/>
          </p:nvPr>
        </p:nvSpPr>
        <p:spPr>
          <a:xfrm>
            <a:off x="609603" y="1803797"/>
            <a:ext cx="5371319" cy="533003"/>
          </a:xfrm>
        </p:spPr>
        <p:txBody>
          <a:bodyPr/>
          <a:lstStyle>
            <a:lvl1pPr>
              <a:defRPr b="1">
                <a:solidFill>
                  <a:srgbClr val="599A83"/>
                </a:solidFill>
              </a:defRPr>
            </a:lvl1pPr>
          </a:lstStyle>
          <a:p>
            <a:pPr lvl="0"/>
            <a:r>
              <a:rPr lang="en-CA" dirty="0"/>
              <a:t>Subtitle</a:t>
            </a:r>
          </a:p>
        </p:txBody>
      </p:sp>
      <p:sp>
        <p:nvSpPr>
          <p:cNvPr id="11" name="Text Placeholder 6"/>
          <p:cNvSpPr>
            <a:spLocks noGrp="1"/>
          </p:cNvSpPr>
          <p:nvPr>
            <p:ph type="body" sz="quarter" idx="19" hasCustomPrompt="1"/>
          </p:nvPr>
        </p:nvSpPr>
        <p:spPr>
          <a:xfrm>
            <a:off x="6222270" y="1803797"/>
            <a:ext cx="5360131" cy="533003"/>
          </a:xfrm>
        </p:spPr>
        <p:txBody>
          <a:bodyPr/>
          <a:lstStyle>
            <a:lvl1pPr>
              <a:defRPr b="1">
                <a:solidFill>
                  <a:srgbClr val="599A83"/>
                </a:solidFill>
              </a:defRPr>
            </a:lvl1pPr>
          </a:lstStyle>
          <a:p>
            <a:pPr lvl="0"/>
            <a:r>
              <a:rPr lang="en-CA" dirty="0"/>
              <a:t>Subtitle</a:t>
            </a:r>
          </a:p>
        </p:txBody>
      </p:sp>
      <p:pic>
        <p:nvPicPr>
          <p:cNvPr id="12" name="Picture 11"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3" name="Picture 12"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5" name="Slide Number Placeholder 8"/>
          <p:cNvSpPr>
            <a:spLocks noGrp="1"/>
          </p:cNvSpPr>
          <p:nvPr>
            <p:ph type="sldNum" sz="quarter" idx="20"/>
          </p:nvPr>
        </p:nvSpPr>
        <p:spPr>
          <a:xfrm>
            <a:off x="149297" y="6373091"/>
            <a:ext cx="396810" cy="365126"/>
          </a:xfrm>
        </p:spPr>
        <p:txBody>
          <a:bodyPr/>
          <a:lstStyle>
            <a:lvl1pPr>
              <a:defRPr>
                <a:solidFill>
                  <a:schemeClr val="accent3"/>
                </a:solidFill>
              </a:defRPr>
            </a:lvl1pPr>
          </a:lstStyle>
          <a:p>
            <a:fld id="{BCE31CD6-01E1-44B6-AF1B-6C1B8B721DF8}" type="slidenum">
              <a:rPr lang="en-CA" smtClean="0"/>
              <a:t>‹#›</a:t>
            </a:fld>
            <a:endParaRPr lang="en-CA"/>
          </a:p>
        </p:txBody>
      </p:sp>
    </p:spTree>
    <p:extLst>
      <p:ext uri="{BB962C8B-B14F-4D97-AF65-F5344CB8AC3E}">
        <p14:creationId xmlns:p14="http://schemas.microsoft.com/office/powerpoint/2010/main" val="15850818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Col Key Poi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3-column key point slide</a:t>
            </a:r>
            <a:endParaRPr lang="en-US" dirty="0"/>
          </a:p>
        </p:txBody>
      </p:sp>
      <p:sp>
        <p:nvSpPr>
          <p:cNvPr id="14" name="Text Placeholder 5"/>
          <p:cNvSpPr>
            <a:spLocks noGrp="1"/>
          </p:cNvSpPr>
          <p:nvPr>
            <p:ph type="body" sz="quarter" idx="15" hasCustomPrompt="1"/>
          </p:nvPr>
        </p:nvSpPr>
        <p:spPr>
          <a:xfrm>
            <a:off x="609602" y="1803401"/>
            <a:ext cx="3504662" cy="3848100"/>
          </a:xfrm>
        </p:spPr>
        <p:txBody>
          <a:bodyPr/>
          <a:lstStyle>
            <a:lvl1pPr>
              <a:spcBef>
                <a:spcPts val="1200"/>
              </a:spcBef>
              <a:defRPr baseline="0"/>
            </a:lvl1pPr>
            <a:lvl3pPr marL="1515073" indent="-342854">
              <a:buFont typeface="Arial"/>
              <a:buChar char="•"/>
              <a:defRPr/>
            </a:lvl3pPr>
            <a:lvl4pPr>
              <a:spcBef>
                <a:spcPts val="828"/>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6" name="Text Placeholder 5"/>
          <p:cNvSpPr>
            <a:spLocks noGrp="1"/>
          </p:cNvSpPr>
          <p:nvPr>
            <p:ph type="body" sz="quarter" idx="16" hasCustomPrompt="1"/>
          </p:nvPr>
        </p:nvSpPr>
        <p:spPr>
          <a:xfrm>
            <a:off x="4355533" y="1803401"/>
            <a:ext cx="3482660" cy="3848100"/>
          </a:xfrm>
        </p:spPr>
        <p:txBody>
          <a:bodyPr/>
          <a:lstStyle>
            <a:lvl1pPr>
              <a:spcBef>
                <a:spcPts val="1200"/>
              </a:spcBef>
              <a:defRPr baseline="0"/>
            </a:lvl1pPr>
            <a:lvl3pPr marL="1515073" indent="-342854">
              <a:buFont typeface="Arial"/>
              <a:buChar char="•"/>
              <a:defRPr/>
            </a:lvl3pPr>
            <a:lvl4pPr>
              <a:spcBef>
                <a:spcPts val="828"/>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0" name="Text Placeholder 5"/>
          <p:cNvSpPr>
            <a:spLocks noGrp="1"/>
          </p:cNvSpPr>
          <p:nvPr>
            <p:ph type="body" sz="quarter" idx="17" hasCustomPrompt="1"/>
          </p:nvPr>
        </p:nvSpPr>
        <p:spPr>
          <a:xfrm>
            <a:off x="8088847" y="1803401"/>
            <a:ext cx="3504744" cy="3848100"/>
          </a:xfrm>
        </p:spPr>
        <p:txBody>
          <a:bodyPr/>
          <a:lstStyle>
            <a:lvl1pPr>
              <a:spcBef>
                <a:spcPts val="1200"/>
              </a:spcBef>
              <a:defRPr baseline="0"/>
            </a:lvl1pPr>
            <a:lvl3pPr marL="1515073" indent="-342854">
              <a:buFont typeface="Arial"/>
              <a:buChar char="•"/>
              <a:defRPr/>
            </a:lvl3pPr>
            <a:lvl4pPr>
              <a:spcBef>
                <a:spcPts val="828"/>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pic>
        <p:nvPicPr>
          <p:cNvPr id="11" name="Picture 10"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2" name="Picture 11"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3"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BCE31CD6-01E1-44B6-AF1B-6C1B8B721DF8}" type="slidenum">
              <a:rPr lang="en-CA" smtClean="0"/>
              <a:t>‹#›</a:t>
            </a:fld>
            <a:endParaRPr lang="en-CA"/>
          </a:p>
        </p:txBody>
      </p:sp>
    </p:spTree>
    <p:extLst>
      <p:ext uri="{BB962C8B-B14F-4D97-AF65-F5344CB8AC3E}">
        <p14:creationId xmlns:p14="http://schemas.microsoft.com/office/powerpoint/2010/main" val="15417465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3-Col Key Point w/Subtitles">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3-column key point slide with subtitles</a:t>
            </a:r>
            <a:endParaRPr lang="en-US" dirty="0"/>
          </a:p>
        </p:txBody>
      </p:sp>
      <p:sp>
        <p:nvSpPr>
          <p:cNvPr id="14" name="Text Placeholder 5"/>
          <p:cNvSpPr>
            <a:spLocks noGrp="1"/>
          </p:cNvSpPr>
          <p:nvPr>
            <p:ph type="body" sz="quarter" idx="15" hasCustomPrompt="1"/>
          </p:nvPr>
        </p:nvSpPr>
        <p:spPr>
          <a:xfrm>
            <a:off x="609602" y="2336799"/>
            <a:ext cx="3504662" cy="3314701"/>
          </a:xfrm>
        </p:spPr>
        <p:txBody>
          <a:bodyPr/>
          <a:lstStyle>
            <a:lvl1pPr>
              <a:spcBef>
                <a:spcPts val="1200"/>
              </a:spcBef>
              <a:defRPr baseline="0"/>
            </a:lvl1pPr>
            <a:lvl3pPr marL="1515073" indent="-342854">
              <a:buFont typeface="Arial"/>
              <a:buChar char="•"/>
              <a:defRPr/>
            </a:lvl3pPr>
            <a:lvl4pPr>
              <a:spcBef>
                <a:spcPts val="828"/>
              </a:spcBef>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6" name="Text Placeholder 5"/>
          <p:cNvSpPr>
            <a:spLocks noGrp="1"/>
          </p:cNvSpPr>
          <p:nvPr>
            <p:ph type="body" sz="quarter" idx="16" hasCustomPrompt="1"/>
          </p:nvPr>
        </p:nvSpPr>
        <p:spPr>
          <a:xfrm>
            <a:off x="4355533" y="2336799"/>
            <a:ext cx="3482660" cy="3314701"/>
          </a:xfrm>
        </p:spPr>
        <p:txBody>
          <a:bodyPr/>
          <a:lstStyle>
            <a:lvl1pPr>
              <a:spcBef>
                <a:spcPts val="1200"/>
              </a:spcBef>
              <a:defRPr baseline="0"/>
            </a:lvl1pPr>
            <a:lvl3pPr marL="1515073" indent="-342854">
              <a:buFont typeface="Arial"/>
              <a:buChar char="•"/>
              <a:defRPr/>
            </a:lvl3pPr>
            <a:lvl4pPr>
              <a:spcBef>
                <a:spcPts val="828"/>
              </a:spcBef>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0" name="Text Placeholder 5"/>
          <p:cNvSpPr>
            <a:spLocks noGrp="1"/>
          </p:cNvSpPr>
          <p:nvPr>
            <p:ph type="body" sz="quarter" idx="17" hasCustomPrompt="1"/>
          </p:nvPr>
        </p:nvSpPr>
        <p:spPr>
          <a:xfrm>
            <a:off x="8088847" y="2336799"/>
            <a:ext cx="3504744" cy="3314701"/>
          </a:xfrm>
        </p:spPr>
        <p:txBody>
          <a:bodyPr/>
          <a:lstStyle>
            <a:lvl1pPr>
              <a:spcBef>
                <a:spcPts val="1200"/>
              </a:spcBef>
              <a:defRPr baseline="0"/>
            </a:lvl1pPr>
            <a:lvl3pPr marL="1515073" indent="-342854">
              <a:buFont typeface="Arial"/>
              <a:buChar char="•"/>
              <a:defRPr/>
            </a:lvl3pPr>
            <a:lvl4pPr>
              <a:spcBef>
                <a:spcPts val="828"/>
              </a:spcBef>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1" name="Text Placeholder 6"/>
          <p:cNvSpPr>
            <a:spLocks noGrp="1"/>
          </p:cNvSpPr>
          <p:nvPr>
            <p:ph type="body" sz="quarter" idx="18" hasCustomPrompt="1"/>
          </p:nvPr>
        </p:nvSpPr>
        <p:spPr>
          <a:xfrm>
            <a:off x="609603" y="1803797"/>
            <a:ext cx="3504661" cy="533003"/>
          </a:xfrm>
        </p:spPr>
        <p:txBody>
          <a:bodyPr/>
          <a:lstStyle>
            <a:lvl1pPr>
              <a:defRPr b="1">
                <a:solidFill>
                  <a:srgbClr val="599A83"/>
                </a:solidFill>
              </a:defRPr>
            </a:lvl1pPr>
          </a:lstStyle>
          <a:p>
            <a:pPr lvl="0"/>
            <a:r>
              <a:rPr lang="en-CA" dirty="0"/>
              <a:t>Subtitle</a:t>
            </a:r>
          </a:p>
        </p:txBody>
      </p:sp>
      <p:sp>
        <p:nvSpPr>
          <p:cNvPr id="12" name="Text Placeholder 6"/>
          <p:cNvSpPr>
            <a:spLocks noGrp="1"/>
          </p:cNvSpPr>
          <p:nvPr>
            <p:ph type="body" sz="quarter" idx="19" hasCustomPrompt="1"/>
          </p:nvPr>
        </p:nvSpPr>
        <p:spPr>
          <a:xfrm>
            <a:off x="4355533" y="1803797"/>
            <a:ext cx="3482660" cy="533003"/>
          </a:xfrm>
        </p:spPr>
        <p:txBody>
          <a:bodyPr/>
          <a:lstStyle>
            <a:lvl1pPr>
              <a:defRPr b="1">
                <a:solidFill>
                  <a:srgbClr val="599A83"/>
                </a:solidFill>
              </a:defRPr>
            </a:lvl1pPr>
          </a:lstStyle>
          <a:p>
            <a:pPr lvl="0"/>
            <a:r>
              <a:rPr lang="en-CA" dirty="0"/>
              <a:t>Subtitle</a:t>
            </a:r>
          </a:p>
        </p:txBody>
      </p:sp>
      <p:sp>
        <p:nvSpPr>
          <p:cNvPr id="13" name="Text Placeholder 6"/>
          <p:cNvSpPr>
            <a:spLocks noGrp="1"/>
          </p:cNvSpPr>
          <p:nvPr>
            <p:ph type="body" sz="quarter" idx="20" hasCustomPrompt="1"/>
          </p:nvPr>
        </p:nvSpPr>
        <p:spPr>
          <a:xfrm>
            <a:off x="8088847" y="1803797"/>
            <a:ext cx="3504661" cy="533003"/>
          </a:xfrm>
        </p:spPr>
        <p:txBody>
          <a:bodyPr/>
          <a:lstStyle>
            <a:lvl1pPr>
              <a:defRPr b="1">
                <a:solidFill>
                  <a:srgbClr val="599A83"/>
                </a:solidFill>
              </a:defRPr>
            </a:lvl1pPr>
          </a:lstStyle>
          <a:p>
            <a:pPr lvl="0"/>
            <a:r>
              <a:rPr lang="en-CA" dirty="0"/>
              <a:t>Subtitle</a:t>
            </a:r>
          </a:p>
        </p:txBody>
      </p:sp>
      <p:pic>
        <p:nvPicPr>
          <p:cNvPr id="15" name="Picture 14"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7" name="Picture 16"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8" name="Slide Number Placeholder 8"/>
          <p:cNvSpPr>
            <a:spLocks noGrp="1"/>
          </p:cNvSpPr>
          <p:nvPr>
            <p:ph type="sldNum" sz="quarter" idx="21"/>
          </p:nvPr>
        </p:nvSpPr>
        <p:spPr>
          <a:xfrm>
            <a:off x="149297" y="6373091"/>
            <a:ext cx="396810" cy="365126"/>
          </a:xfrm>
        </p:spPr>
        <p:txBody>
          <a:bodyPr/>
          <a:lstStyle>
            <a:lvl1pPr>
              <a:defRPr>
                <a:solidFill>
                  <a:schemeClr val="accent3"/>
                </a:solidFill>
              </a:defRPr>
            </a:lvl1pPr>
          </a:lstStyle>
          <a:p>
            <a:fld id="{BCE31CD6-01E1-44B6-AF1B-6C1B8B721DF8}" type="slidenum">
              <a:rPr lang="en-CA" smtClean="0"/>
              <a:t>‹#›</a:t>
            </a:fld>
            <a:endParaRPr lang="en-CA"/>
          </a:p>
        </p:txBody>
      </p:sp>
    </p:spTree>
    <p:extLst>
      <p:ext uri="{BB962C8B-B14F-4D97-AF65-F5344CB8AC3E}">
        <p14:creationId xmlns:p14="http://schemas.microsoft.com/office/powerpoint/2010/main" val="5574429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6-Point Key Poi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6-column key point slide</a:t>
            </a:r>
            <a:endParaRPr lang="en-US" dirty="0"/>
          </a:p>
        </p:txBody>
      </p:sp>
      <p:sp>
        <p:nvSpPr>
          <p:cNvPr id="14" name="Text Placeholder 5"/>
          <p:cNvSpPr>
            <a:spLocks noGrp="1"/>
          </p:cNvSpPr>
          <p:nvPr>
            <p:ph type="body" sz="quarter" idx="15" hasCustomPrompt="1"/>
          </p:nvPr>
        </p:nvSpPr>
        <p:spPr>
          <a:xfrm>
            <a:off x="609602" y="1803401"/>
            <a:ext cx="3504662" cy="1806853"/>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subject.</a:t>
            </a:r>
          </a:p>
        </p:txBody>
      </p:sp>
      <p:sp>
        <p:nvSpPr>
          <p:cNvPr id="16" name="Text Placeholder 5"/>
          <p:cNvSpPr>
            <a:spLocks noGrp="1"/>
          </p:cNvSpPr>
          <p:nvPr>
            <p:ph type="body" sz="quarter" idx="16" hasCustomPrompt="1"/>
          </p:nvPr>
        </p:nvSpPr>
        <p:spPr>
          <a:xfrm>
            <a:off x="4355533" y="1803401"/>
            <a:ext cx="3482660" cy="1806853"/>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subject</a:t>
            </a:r>
          </a:p>
        </p:txBody>
      </p:sp>
      <p:sp>
        <p:nvSpPr>
          <p:cNvPr id="10" name="Text Placeholder 5"/>
          <p:cNvSpPr>
            <a:spLocks noGrp="1"/>
          </p:cNvSpPr>
          <p:nvPr>
            <p:ph type="body" sz="quarter" idx="17" hasCustomPrompt="1"/>
          </p:nvPr>
        </p:nvSpPr>
        <p:spPr>
          <a:xfrm>
            <a:off x="8088847" y="1803401"/>
            <a:ext cx="3504744" cy="1806853"/>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subject</a:t>
            </a:r>
          </a:p>
        </p:txBody>
      </p:sp>
      <p:sp>
        <p:nvSpPr>
          <p:cNvPr id="11" name="Text Placeholder 5"/>
          <p:cNvSpPr>
            <a:spLocks noGrp="1"/>
          </p:cNvSpPr>
          <p:nvPr>
            <p:ph type="body" sz="quarter" idx="18" hasCustomPrompt="1"/>
          </p:nvPr>
        </p:nvSpPr>
        <p:spPr>
          <a:xfrm>
            <a:off x="609602" y="3848101"/>
            <a:ext cx="3504662" cy="1806853"/>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subject.</a:t>
            </a:r>
          </a:p>
        </p:txBody>
      </p:sp>
      <p:sp>
        <p:nvSpPr>
          <p:cNvPr id="12" name="Text Placeholder 5"/>
          <p:cNvSpPr>
            <a:spLocks noGrp="1"/>
          </p:cNvSpPr>
          <p:nvPr>
            <p:ph type="body" sz="quarter" idx="19" hasCustomPrompt="1"/>
          </p:nvPr>
        </p:nvSpPr>
        <p:spPr>
          <a:xfrm>
            <a:off x="4355533" y="3848101"/>
            <a:ext cx="3482660" cy="1806853"/>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subject</a:t>
            </a:r>
          </a:p>
        </p:txBody>
      </p:sp>
      <p:sp>
        <p:nvSpPr>
          <p:cNvPr id="13" name="Text Placeholder 5"/>
          <p:cNvSpPr>
            <a:spLocks noGrp="1"/>
          </p:cNvSpPr>
          <p:nvPr>
            <p:ph type="body" sz="quarter" idx="20" hasCustomPrompt="1"/>
          </p:nvPr>
        </p:nvSpPr>
        <p:spPr>
          <a:xfrm>
            <a:off x="8088847" y="3848101"/>
            <a:ext cx="3504744" cy="1806853"/>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subject</a:t>
            </a:r>
          </a:p>
        </p:txBody>
      </p:sp>
      <p:pic>
        <p:nvPicPr>
          <p:cNvPr id="15" name="Picture 14"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7" name="Picture 16"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8" name="Slide Number Placeholder 8"/>
          <p:cNvSpPr>
            <a:spLocks noGrp="1"/>
          </p:cNvSpPr>
          <p:nvPr>
            <p:ph type="sldNum" sz="quarter" idx="21"/>
          </p:nvPr>
        </p:nvSpPr>
        <p:spPr>
          <a:xfrm>
            <a:off x="149297" y="6373091"/>
            <a:ext cx="396810" cy="365126"/>
          </a:xfrm>
        </p:spPr>
        <p:txBody>
          <a:bodyPr/>
          <a:lstStyle>
            <a:lvl1pPr>
              <a:defRPr>
                <a:solidFill>
                  <a:schemeClr val="accent3"/>
                </a:solidFill>
              </a:defRPr>
            </a:lvl1pPr>
          </a:lstStyle>
          <a:p>
            <a:fld id="{BCE31CD6-01E1-44B6-AF1B-6C1B8B721DF8}" type="slidenum">
              <a:rPr lang="en-CA" smtClean="0"/>
              <a:t>‹#›</a:t>
            </a:fld>
            <a:endParaRPr lang="en-CA"/>
          </a:p>
        </p:txBody>
      </p:sp>
    </p:spTree>
    <p:extLst>
      <p:ext uri="{BB962C8B-B14F-4D97-AF65-F5344CB8AC3E}">
        <p14:creationId xmlns:p14="http://schemas.microsoft.com/office/powerpoint/2010/main" val="16610388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6-Point Key Point w/ Subtitles">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6-point key point slide with subtitles</a:t>
            </a:r>
            <a:endParaRPr lang="en-US" dirty="0"/>
          </a:p>
        </p:txBody>
      </p:sp>
      <p:sp>
        <p:nvSpPr>
          <p:cNvPr id="14" name="Text Placeholder 5"/>
          <p:cNvSpPr>
            <a:spLocks noGrp="1"/>
          </p:cNvSpPr>
          <p:nvPr>
            <p:ph type="body" sz="quarter" idx="15" hasCustomPrompt="1"/>
          </p:nvPr>
        </p:nvSpPr>
        <p:spPr>
          <a:xfrm>
            <a:off x="609602" y="2336800"/>
            <a:ext cx="3504662" cy="1273454"/>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subject.</a:t>
            </a:r>
          </a:p>
        </p:txBody>
      </p:sp>
      <p:sp>
        <p:nvSpPr>
          <p:cNvPr id="16" name="Text Placeholder 5"/>
          <p:cNvSpPr>
            <a:spLocks noGrp="1"/>
          </p:cNvSpPr>
          <p:nvPr>
            <p:ph type="body" sz="quarter" idx="16" hasCustomPrompt="1"/>
          </p:nvPr>
        </p:nvSpPr>
        <p:spPr>
          <a:xfrm>
            <a:off x="4355533" y="2336800"/>
            <a:ext cx="3482660" cy="1273454"/>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subject</a:t>
            </a:r>
          </a:p>
        </p:txBody>
      </p:sp>
      <p:sp>
        <p:nvSpPr>
          <p:cNvPr id="10" name="Text Placeholder 5"/>
          <p:cNvSpPr>
            <a:spLocks noGrp="1"/>
          </p:cNvSpPr>
          <p:nvPr>
            <p:ph type="body" sz="quarter" idx="17" hasCustomPrompt="1"/>
          </p:nvPr>
        </p:nvSpPr>
        <p:spPr>
          <a:xfrm>
            <a:off x="8088847" y="2336800"/>
            <a:ext cx="3504744" cy="1273454"/>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subject</a:t>
            </a:r>
          </a:p>
        </p:txBody>
      </p:sp>
      <p:sp>
        <p:nvSpPr>
          <p:cNvPr id="11" name="Text Placeholder 5"/>
          <p:cNvSpPr>
            <a:spLocks noGrp="1"/>
          </p:cNvSpPr>
          <p:nvPr>
            <p:ph type="body" sz="quarter" idx="18" hasCustomPrompt="1"/>
          </p:nvPr>
        </p:nvSpPr>
        <p:spPr>
          <a:xfrm>
            <a:off x="609602" y="4393805"/>
            <a:ext cx="3504662" cy="1261149"/>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subject.</a:t>
            </a:r>
          </a:p>
        </p:txBody>
      </p:sp>
      <p:sp>
        <p:nvSpPr>
          <p:cNvPr id="12" name="Text Placeholder 5"/>
          <p:cNvSpPr>
            <a:spLocks noGrp="1"/>
          </p:cNvSpPr>
          <p:nvPr>
            <p:ph type="body" sz="quarter" idx="19" hasCustomPrompt="1"/>
          </p:nvPr>
        </p:nvSpPr>
        <p:spPr>
          <a:xfrm>
            <a:off x="4355533" y="4393805"/>
            <a:ext cx="3482660" cy="1261149"/>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subject</a:t>
            </a:r>
          </a:p>
        </p:txBody>
      </p:sp>
      <p:sp>
        <p:nvSpPr>
          <p:cNvPr id="13" name="Text Placeholder 5"/>
          <p:cNvSpPr>
            <a:spLocks noGrp="1"/>
          </p:cNvSpPr>
          <p:nvPr>
            <p:ph type="body" sz="quarter" idx="20" hasCustomPrompt="1"/>
          </p:nvPr>
        </p:nvSpPr>
        <p:spPr>
          <a:xfrm>
            <a:off x="8088847" y="4393805"/>
            <a:ext cx="3504744" cy="1261149"/>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subject</a:t>
            </a:r>
          </a:p>
        </p:txBody>
      </p:sp>
      <p:sp>
        <p:nvSpPr>
          <p:cNvPr id="17" name="Text Placeholder 6"/>
          <p:cNvSpPr>
            <a:spLocks noGrp="1"/>
          </p:cNvSpPr>
          <p:nvPr>
            <p:ph type="body" sz="quarter" idx="21" hasCustomPrompt="1"/>
          </p:nvPr>
        </p:nvSpPr>
        <p:spPr>
          <a:xfrm>
            <a:off x="609603" y="1803797"/>
            <a:ext cx="3504661" cy="533003"/>
          </a:xfrm>
        </p:spPr>
        <p:txBody>
          <a:bodyPr/>
          <a:lstStyle>
            <a:lvl1pPr>
              <a:defRPr b="1">
                <a:solidFill>
                  <a:srgbClr val="599A83"/>
                </a:solidFill>
              </a:defRPr>
            </a:lvl1pPr>
          </a:lstStyle>
          <a:p>
            <a:pPr lvl="0"/>
            <a:r>
              <a:rPr lang="en-CA" dirty="0"/>
              <a:t>Subtitle</a:t>
            </a:r>
          </a:p>
        </p:txBody>
      </p:sp>
      <p:sp>
        <p:nvSpPr>
          <p:cNvPr id="18" name="Text Placeholder 6"/>
          <p:cNvSpPr>
            <a:spLocks noGrp="1"/>
          </p:cNvSpPr>
          <p:nvPr>
            <p:ph type="body" sz="quarter" idx="22" hasCustomPrompt="1"/>
          </p:nvPr>
        </p:nvSpPr>
        <p:spPr>
          <a:xfrm>
            <a:off x="4355533" y="1803797"/>
            <a:ext cx="3482660" cy="533003"/>
          </a:xfrm>
        </p:spPr>
        <p:txBody>
          <a:bodyPr/>
          <a:lstStyle>
            <a:lvl1pPr>
              <a:defRPr b="1">
                <a:solidFill>
                  <a:srgbClr val="599A83"/>
                </a:solidFill>
              </a:defRPr>
            </a:lvl1pPr>
          </a:lstStyle>
          <a:p>
            <a:pPr lvl="0"/>
            <a:r>
              <a:rPr lang="en-CA" dirty="0"/>
              <a:t>Subtitle</a:t>
            </a:r>
          </a:p>
        </p:txBody>
      </p:sp>
      <p:sp>
        <p:nvSpPr>
          <p:cNvPr id="19" name="Text Placeholder 6"/>
          <p:cNvSpPr>
            <a:spLocks noGrp="1"/>
          </p:cNvSpPr>
          <p:nvPr>
            <p:ph type="body" sz="quarter" idx="23" hasCustomPrompt="1"/>
          </p:nvPr>
        </p:nvSpPr>
        <p:spPr>
          <a:xfrm>
            <a:off x="8088847" y="1803797"/>
            <a:ext cx="3504661" cy="533003"/>
          </a:xfrm>
        </p:spPr>
        <p:txBody>
          <a:bodyPr/>
          <a:lstStyle>
            <a:lvl1pPr>
              <a:defRPr b="1">
                <a:solidFill>
                  <a:srgbClr val="599A83"/>
                </a:solidFill>
              </a:defRPr>
            </a:lvl1pPr>
          </a:lstStyle>
          <a:p>
            <a:pPr lvl="0"/>
            <a:r>
              <a:rPr lang="en-CA" dirty="0"/>
              <a:t>Subtitle</a:t>
            </a:r>
          </a:p>
        </p:txBody>
      </p:sp>
      <p:sp>
        <p:nvSpPr>
          <p:cNvPr id="20" name="Text Placeholder 6"/>
          <p:cNvSpPr>
            <a:spLocks noGrp="1"/>
          </p:cNvSpPr>
          <p:nvPr>
            <p:ph type="body" sz="quarter" idx="24" hasCustomPrompt="1"/>
          </p:nvPr>
        </p:nvSpPr>
        <p:spPr>
          <a:xfrm>
            <a:off x="609603" y="3860802"/>
            <a:ext cx="3504661" cy="533003"/>
          </a:xfrm>
        </p:spPr>
        <p:txBody>
          <a:bodyPr/>
          <a:lstStyle>
            <a:lvl1pPr>
              <a:defRPr b="1">
                <a:solidFill>
                  <a:srgbClr val="599A83"/>
                </a:solidFill>
              </a:defRPr>
            </a:lvl1pPr>
          </a:lstStyle>
          <a:p>
            <a:pPr lvl="0"/>
            <a:r>
              <a:rPr lang="en-CA" dirty="0"/>
              <a:t>Subtitle</a:t>
            </a:r>
          </a:p>
        </p:txBody>
      </p:sp>
      <p:sp>
        <p:nvSpPr>
          <p:cNvPr id="21" name="Text Placeholder 6"/>
          <p:cNvSpPr>
            <a:spLocks noGrp="1"/>
          </p:cNvSpPr>
          <p:nvPr>
            <p:ph type="body" sz="quarter" idx="25" hasCustomPrompt="1"/>
          </p:nvPr>
        </p:nvSpPr>
        <p:spPr>
          <a:xfrm>
            <a:off x="4355533" y="3860802"/>
            <a:ext cx="3482660" cy="533003"/>
          </a:xfrm>
        </p:spPr>
        <p:txBody>
          <a:bodyPr/>
          <a:lstStyle>
            <a:lvl1pPr>
              <a:defRPr b="1">
                <a:solidFill>
                  <a:srgbClr val="599A83"/>
                </a:solidFill>
              </a:defRPr>
            </a:lvl1pPr>
          </a:lstStyle>
          <a:p>
            <a:pPr lvl="0"/>
            <a:r>
              <a:rPr lang="en-CA" dirty="0"/>
              <a:t>Subtitle</a:t>
            </a:r>
          </a:p>
        </p:txBody>
      </p:sp>
      <p:sp>
        <p:nvSpPr>
          <p:cNvPr id="22" name="Text Placeholder 6"/>
          <p:cNvSpPr>
            <a:spLocks noGrp="1"/>
          </p:cNvSpPr>
          <p:nvPr>
            <p:ph type="body" sz="quarter" idx="26" hasCustomPrompt="1"/>
          </p:nvPr>
        </p:nvSpPr>
        <p:spPr>
          <a:xfrm>
            <a:off x="8088847" y="3860802"/>
            <a:ext cx="3504661" cy="533003"/>
          </a:xfrm>
        </p:spPr>
        <p:txBody>
          <a:bodyPr/>
          <a:lstStyle>
            <a:lvl1pPr>
              <a:defRPr b="1">
                <a:solidFill>
                  <a:srgbClr val="599A83"/>
                </a:solidFill>
              </a:defRPr>
            </a:lvl1pPr>
          </a:lstStyle>
          <a:p>
            <a:pPr lvl="0"/>
            <a:r>
              <a:rPr lang="en-CA" dirty="0"/>
              <a:t>Subtitle</a:t>
            </a:r>
          </a:p>
        </p:txBody>
      </p:sp>
      <p:pic>
        <p:nvPicPr>
          <p:cNvPr id="23" name="Picture 22"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24" name="Picture 23"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25" name="Slide Number Placeholder 8"/>
          <p:cNvSpPr>
            <a:spLocks noGrp="1"/>
          </p:cNvSpPr>
          <p:nvPr>
            <p:ph type="sldNum" sz="quarter" idx="27"/>
          </p:nvPr>
        </p:nvSpPr>
        <p:spPr>
          <a:xfrm>
            <a:off x="149297" y="6373091"/>
            <a:ext cx="396810" cy="365126"/>
          </a:xfrm>
        </p:spPr>
        <p:txBody>
          <a:bodyPr/>
          <a:lstStyle>
            <a:lvl1pPr>
              <a:defRPr>
                <a:solidFill>
                  <a:schemeClr val="accent3"/>
                </a:solidFill>
              </a:defRPr>
            </a:lvl1pPr>
          </a:lstStyle>
          <a:p>
            <a:fld id="{BCE31CD6-01E1-44B6-AF1B-6C1B8B721DF8}" type="slidenum">
              <a:rPr lang="en-CA" smtClean="0"/>
              <a:t>‹#›</a:t>
            </a:fld>
            <a:endParaRPr lang="en-CA"/>
          </a:p>
        </p:txBody>
      </p:sp>
    </p:spTree>
    <p:extLst>
      <p:ext uri="{BB962C8B-B14F-4D97-AF65-F5344CB8AC3E}">
        <p14:creationId xmlns:p14="http://schemas.microsoft.com/office/powerpoint/2010/main" val="27394377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Col Bulk Content w/ Titl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1-column bulk content slide for long content.</a:t>
            </a:r>
            <a:endParaRPr lang="en-US" dirty="0"/>
          </a:p>
        </p:txBody>
      </p:sp>
      <p:sp>
        <p:nvSpPr>
          <p:cNvPr id="12" name="Text Placeholder 5"/>
          <p:cNvSpPr>
            <a:spLocks noGrp="1"/>
          </p:cNvSpPr>
          <p:nvPr>
            <p:ph type="body" sz="quarter" idx="15" hasCustomPrompt="1"/>
          </p:nvPr>
        </p:nvSpPr>
        <p:spPr>
          <a:xfrm>
            <a:off x="609602" y="1803401"/>
            <a:ext cx="8710984" cy="3848100"/>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solidFill>
                  <a:srgbClr val="599A83"/>
                </a:solidFill>
              </a:defRPr>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1" name="Text Placeholder 9"/>
          <p:cNvSpPr>
            <a:spLocks noGrp="1"/>
          </p:cNvSpPr>
          <p:nvPr>
            <p:ph type="body" sz="quarter" idx="14" hasCustomPrompt="1"/>
          </p:nvPr>
        </p:nvSpPr>
        <p:spPr>
          <a:xfrm>
            <a:off x="9827671" y="551258"/>
            <a:ext cx="1754730" cy="5100242"/>
          </a:xfrm>
        </p:spPr>
        <p:txBody>
          <a:bodyPr/>
          <a:lstStyle>
            <a:lvl1pPr>
              <a:spcBef>
                <a:spcPts val="1275"/>
              </a:spcBef>
              <a:defRPr sz="1575">
                <a:solidFill>
                  <a:srgbClr val="599A83"/>
                </a:solidFill>
              </a:defRPr>
            </a:lvl1pPr>
          </a:lstStyle>
          <a:p>
            <a:pPr lvl="0"/>
            <a:r>
              <a:rPr lang="en-CA" dirty="0"/>
              <a:t>An optional annotation or extra information text box</a:t>
            </a:r>
            <a:endParaRPr lang="en-US" dirty="0"/>
          </a:p>
        </p:txBody>
      </p:sp>
      <p:pic>
        <p:nvPicPr>
          <p:cNvPr id="13" name="Picture 12"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4" name="Picture 13"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5"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BCE31CD6-01E1-44B6-AF1B-6C1B8B721DF8}" type="slidenum">
              <a:rPr lang="en-CA" smtClean="0"/>
              <a:t>‹#›</a:t>
            </a:fld>
            <a:endParaRPr lang="en-CA"/>
          </a:p>
        </p:txBody>
      </p:sp>
    </p:spTree>
    <p:extLst>
      <p:ext uri="{BB962C8B-B14F-4D97-AF65-F5344CB8AC3E}">
        <p14:creationId xmlns:p14="http://schemas.microsoft.com/office/powerpoint/2010/main" val="4689878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Col Bulk Content, No Title">
    <p:bg>
      <p:bgPr>
        <a:solidFill>
          <a:schemeClr val="bg1"/>
        </a:solidFill>
        <a:effectLst/>
      </p:bgPr>
    </p:bg>
    <p:spTree>
      <p:nvGrpSpPr>
        <p:cNvPr id="1" name=""/>
        <p:cNvGrpSpPr/>
        <p:nvPr/>
      </p:nvGrpSpPr>
      <p:grpSpPr>
        <a:xfrm>
          <a:off x="0" y="0"/>
          <a:ext cx="0" cy="0"/>
          <a:chOff x="0" y="0"/>
          <a:chExt cx="0" cy="0"/>
        </a:xfrm>
      </p:grpSpPr>
      <p:sp>
        <p:nvSpPr>
          <p:cNvPr id="11" name="Text Placeholder 5"/>
          <p:cNvSpPr>
            <a:spLocks noGrp="1"/>
          </p:cNvSpPr>
          <p:nvPr>
            <p:ph type="body" sz="quarter" idx="15" hasCustomPrompt="1"/>
          </p:nvPr>
        </p:nvSpPr>
        <p:spPr>
          <a:xfrm>
            <a:off x="609602" y="495299"/>
            <a:ext cx="8710984" cy="5156202"/>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solidFill>
                  <a:srgbClr val="599A83"/>
                </a:solidFill>
              </a:defRPr>
            </a:lvl4pPr>
          </a:lstStyle>
          <a:p>
            <a:pPr lvl="0"/>
            <a:r>
              <a:rPr lang="en-CA" dirty="0"/>
              <a:t>This is a 1-column bulk content slide without a title. 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3" name="Text Placeholder 9"/>
          <p:cNvSpPr>
            <a:spLocks noGrp="1"/>
          </p:cNvSpPr>
          <p:nvPr>
            <p:ph type="body" sz="quarter" idx="14" hasCustomPrompt="1"/>
          </p:nvPr>
        </p:nvSpPr>
        <p:spPr>
          <a:xfrm>
            <a:off x="9827671" y="551258"/>
            <a:ext cx="1754730" cy="5100242"/>
          </a:xfrm>
        </p:spPr>
        <p:txBody>
          <a:bodyPr/>
          <a:lstStyle>
            <a:lvl1pPr>
              <a:spcBef>
                <a:spcPts val="1275"/>
              </a:spcBef>
              <a:defRPr sz="1575">
                <a:solidFill>
                  <a:srgbClr val="599A83"/>
                </a:solidFill>
              </a:defRPr>
            </a:lvl1pPr>
          </a:lstStyle>
          <a:p>
            <a:pPr lvl="0"/>
            <a:r>
              <a:rPr lang="en-CA" dirty="0"/>
              <a:t>An optional annotation or extra information text box</a:t>
            </a:r>
            <a:endParaRPr lang="en-US" dirty="0"/>
          </a:p>
        </p:txBody>
      </p:sp>
      <p:pic>
        <p:nvPicPr>
          <p:cNvPr id="14" name="Picture 13"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5" name="Picture 14"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6"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BCE31CD6-01E1-44B6-AF1B-6C1B8B721DF8}" type="slidenum">
              <a:rPr lang="en-CA" smtClean="0"/>
              <a:t>‹#›</a:t>
            </a:fld>
            <a:endParaRPr lang="en-CA"/>
          </a:p>
        </p:txBody>
      </p:sp>
    </p:spTree>
    <p:extLst>
      <p:ext uri="{BB962C8B-B14F-4D97-AF65-F5344CB8AC3E}">
        <p14:creationId xmlns:p14="http://schemas.microsoft.com/office/powerpoint/2010/main" val="29391882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2-Col Bulk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2-column bulk content slide for long content.</a:t>
            </a:r>
            <a:endParaRPr lang="en-US" dirty="0"/>
          </a:p>
        </p:txBody>
      </p:sp>
      <p:sp>
        <p:nvSpPr>
          <p:cNvPr id="12" name="Text Placeholder 5"/>
          <p:cNvSpPr>
            <a:spLocks noGrp="1"/>
          </p:cNvSpPr>
          <p:nvPr>
            <p:ph type="body" sz="quarter" idx="15" hasCustomPrompt="1"/>
          </p:nvPr>
        </p:nvSpPr>
        <p:spPr>
          <a:xfrm>
            <a:off x="609602" y="2336799"/>
            <a:ext cx="5371319" cy="3314701"/>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4" name="Text Placeholder 5"/>
          <p:cNvSpPr>
            <a:spLocks noGrp="1"/>
          </p:cNvSpPr>
          <p:nvPr>
            <p:ph type="body" sz="quarter" idx="18" hasCustomPrompt="1"/>
          </p:nvPr>
        </p:nvSpPr>
        <p:spPr>
          <a:xfrm>
            <a:off x="6222269" y="2336799"/>
            <a:ext cx="5360131" cy="3314701"/>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5" name="Text Placeholder 6"/>
          <p:cNvSpPr>
            <a:spLocks noGrp="1"/>
          </p:cNvSpPr>
          <p:nvPr>
            <p:ph type="body" sz="quarter" idx="21" hasCustomPrompt="1"/>
          </p:nvPr>
        </p:nvSpPr>
        <p:spPr>
          <a:xfrm>
            <a:off x="609602" y="1803797"/>
            <a:ext cx="5371318" cy="533003"/>
          </a:xfrm>
        </p:spPr>
        <p:txBody>
          <a:bodyPr/>
          <a:lstStyle>
            <a:lvl1pPr>
              <a:defRPr sz="1575" b="1" baseline="0">
                <a:solidFill>
                  <a:srgbClr val="599A83"/>
                </a:solidFill>
              </a:defRPr>
            </a:lvl1pPr>
          </a:lstStyle>
          <a:p>
            <a:pPr lvl="0"/>
            <a:r>
              <a:rPr lang="en-CA" dirty="0"/>
              <a:t>Bulk content columns always have subtitles</a:t>
            </a:r>
          </a:p>
        </p:txBody>
      </p:sp>
      <p:sp>
        <p:nvSpPr>
          <p:cNvPr id="16" name="Text Placeholder 6"/>
          <p:cNvSpPr>
            <a:spLocks noGrp="1"/>
          </p:cNvSpPr>
          <p:nvPr>
            <p:ph type="body" sz="quarter" idx="22" hasCustomPrompt="1"/>
          </p:nvPr>
        </p:nvSpPr>
        <p:spPr>
          <a:xfrm>
            <a:off x="6222268" y="1803797"/>
            <a:ext cx="5360131" cy="533003"/>
          </a:xfrm>
        </p:spPr>
        <p:txBody>
          <a:bodyPr/>
          <a:lstStyle>
            <a:lvl1pPr>
              <a:defRPr sz="1575" b="1">
                <a:solidFill>
                  <a:srgbClr val="599A83"/>
                </a:solidFill>
              </a:defRPr>
            </a:lvl1pPr>
          </a:lstStyle>
          <a:p>
            <a:pPr lvl="0"/>
            <a:r>
              <a:rPr lang="en-CA" dirty="0"/>
              <a:t>Bulk content columns always have subtitles</a:t>
            </a:r>
          </a:p>
        </p:txBody>
      </p:sp>
      <p:pic>
        <p:nvPicPr>
          <p:cNvPr id="17" name="Picture 16"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8" name="Picture 17"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9"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BCE31CD6-01E1-44B6-AF1B-6C1B8B721DF8}" type="slidenum">
              <a:rPr lang="en-CA" smtClean="0"/>
              <a:t>‹#›</a:t>
            </a:fld>
            <a:endParaRPr lang="en-CA"/>
          </a:p>
        </p:txBody>
      </p:sp>
    </p:spTree>
    <p:extLst>
      <p:ext uri="{BB962C8B-B14F-4D97-AF65-F5344CB8AC3E}">
        <p14:creationId xmlns:p14="http://schemas.microsoft.com/office/powerpoint/2010/main" val="17631654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3-Col Bulk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3-column bulk content slide for long content.</a:t>
            </a:r>
            <a:endParaRPr lang="en-US" dirty="0"/>
          </a:p>
        </p:txBody>
      </p:sp>
      <p:sp>
        <p:nvSpPr>
          <p:cNvPr id="12" name="Text Placeholder 5"/>
          <p:cNvSpPr>
            <a:spLocks noGrp="1"/>
          </p:cNvSpPr>
          <p:nvPr>
            <p:ph type="body" sz="quarter" idx="15" hasCustomPrompt="1"/>
          </p:nvPr>
        </p:nvSpPr>
        <p:spPr>
          <a:xfrm>
            <a:off x="609602" y="2336799"/>
            <a:ext cx="3504662" cy="3314701"/>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4" name="Text Placeholder 5"/>
          <p:cNvSpPr>
            <a:spLocks noGrp="1"/>
          </p:cNvSpPr>
          <p:nvPr>
            <p:ph type="body" sz="quarter" idx="18" hasCustomPrompt="1"/>
          </p:nvPr>
        </p:nvSpPr>
        <p:spPr>
          <a:xfrm>
            <a:off x="8088848" y="2336799"/>
            <a:ext cx="3493552" cy="3314701"/>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5" name="Text Placeholder 6"/>
          <p:cNvSpPr>
            <a:spLocks noGrp="1"/>
          </p:cNvSpPr>
          <p:nvPr>
            <p:ph type="body" sz="quarter" idx="21" hasCustomPrompt="1"/>
          </p:nvPr>
        </p:nvSpPr>
        <p:spPr>
          <a:xfrm>
            <a:off x="609603" y="1803797"/>
            <a:ext cx="3504661" cy="533003"/>
          </a:xfrm>
        </p:spPr>
        <p:txBody>
          <a:bodyPr/>
          <a:lstStyle>
            <a:lvl1pPr>
              <a:defRPr sz="1575" b="1" baseline="0">
                <a:solidFill>
                  <a:srgbClr val="599A83"/>
                </a:solidFill>
              </a:defRPr>
            </a:lvl1pPr>
          </a:lstStyle>
          <a:p>
            <a:pPr lvl="0"/>
            <a:r>
              <a:rPr lang="en-CA" dirty="0"/>
              <a:t>Bulk content columns always have subtitles</a:t>
            </a:r>
          </a:p>
        </p:txBody>
      </p:sp>
      <p:sp>
        <p:nvSpPr>
          <p:cNvPr id="16" name="Text Placeholder 6"/>
          <p:cNvSpPr>
            <a:spLocks noGrp="1"/>
          </p:cNvSpPr>
          <p:nvPr>
            <p:ph type="body" sz="quarter" idx="22" hasCustomPrompt="1"/>
          </p:nvPr>
        </p:nvSpPr>
        <p:spPr>
          <a:xfrm>
            <a:off x="8088847" y="1803797"/>
            <a:ext cx="3493552" cy="533003"/>
          </a:xfrm>
        </p:spPr>
        <p:txBody>
          <a:bodyPr/>
          <a:lstStyle>
            <a:lvl1pPr>
              <a:defRPr sz="1575" b="1">
                <a:solidFill>
                  <a:srgbClr val="599A83"/>
                </a:solidFill>
              </a:defRPr>
            </a:lvl1pPr>
          </a:lstStyle>
          <a:p>
            <a:pPr lvl="0"/>
            <a:r>
              <a:rPr lang="en-CA" dirty="0"/>
              <a:t>Bulk content columns always have subtitles</a:t>
            </a:r>
          </a:p>
        </p:txBody>
      </p:sp>
      <p:sp>
        <p:nvSpPr>
          <p:cNvPr id="17" name="Text Placeholder 5"/>
          <p:cNvSpPr>
            <a:spLocks noGrp="1"/>
          </p:cNvSpPr>
          <p:nvPr>
            <p:ph type="body" sz="quarter" idx="24" hasCustomPrompt="1"/>
          </p:nvPr>
        </p:nvSpPr>
        <p:spPr>
          <a:xfrm>
            <a:off x="4355535" y="2336799"/>
            <a:ext cx="3482658" cy="3314701"/>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8" name="Text Placeholder 6"/>
          <p:cNvSpPr>
            <a:spLocks noGrp="1"/>
          </p:cNvSpPr>
          <p:nvPr>
            <p:ph type="body" sz="quarter" idx="25" hasCustomPrompt="1"/>
          </p:nvPr>
        </p:nvSpPr>
        <p:spPr>
          <a:xfrm>
            <a:off x="4355534" y="1803797"/>
            <a:ext cx="3482658" cy="533003"/>
          </a:xfrm>
        </p:spPr>
        <p:txBody>
          <a:bodyPr/>
          <a:lstStyle>
            <a:lvl1pPr>
              <a:defRPr sz="1575" b="1">
                <a:solidFill>
                  <a:srgbClr val="599A83"/>
                </a:solidFill>
              </a:defRPr>
            </a:lvl1pPr>
          </a:lstStyle>
          <a:p>
            <a:pPr lvl="0"/>
            <a:r>
              <a:rPr lang="en-CA" dirty="0"/>
              <a:t>Bulk content columns always have subtitles</a:t>
            </a:r>
          </a:p>
        </p:txBody>
      </p:sp>
      <p:pic>
        <p:nvPicPr>
          <p:cNvPr id="19" name="Picture 18"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20" name="Picture 19"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21"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BCE31CD6-01E1-44B6-AF1B-6C1B8B721DF8}" type="slidenum">
              <a:rPr lang="en-CA" smtClean="0"/>
              <a:t>‹#›</a:t>
            </a:fld>
            <a:endParaRPr lang="en-CA"/>
          </a:p>
        </p:txBody>
      </p:sp>
    </p:spTree>
    <p:extLst>
      <p:ext uri="{BB962C8B-B14F-4D97-AF65-F5344CB8AC3E}">
        <p14:creationId xmlns:p14="http://schemas.microsoft.com/office/powerpoint/2010/main" val="40905594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6-Point Bulk Content">
    <p:bg>
      <p:bgPr>
        <a:solidFill>
          <a:schemeClr val="bg1"/>
        </a:solidFill>
        <a:effectLst/>
      </p:bgPr>
    </p:bg>
    <p:spTree>
      <p:nvGrpSpPr>
        <p:cNvPr id="1" name=""/>
        <p:cNvGrpSpPr/>
        <p:nvPr/>
      </p:nvGrpSpPr>
      <p:grpSpPr>
        <a:xfrm>
          <a:off x="0" y="0"/>
          <a:ext cx="0" cy="0"/>
          <a:chOff x="0" y="0"/>
          <a:chExt cx="0" cy="0"/>
        </a:xfrm>
      </p:grpSpPr>
      <p:sp>
        <p:nvSpPr>
          <p:cNvPr id="27" name="Text Placeholder 5"/>
          <p:cNvSpPr>
            <a:spLocks noGrp="1"/>
          </p:cNvSpPr>
          <p:nvPr>
            <p:ph type="body" sz="quarter" idx="30" hasCustomPrompt="1"/>
          </p:nvPr>
        </p:nvSpPr>
        <p:spPr>
          <a:xfrm>
            <a:off x="609602" y="4393804"/>
            <a:ext cx="3504662" cy="1273454"/>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lvl4pPr>
          </a:lstStyle>
          <a:p>
            <a:pPr lvl="0"/>
            <a:r>
              <a:rPr lang="en-CA" dirty="0"/>
              <a:t>Click to edit content. Use this slide only for presentations that are being sent out for ample reading – never when using this as supporting slides for a stand-up presentation. </a:t>
            </a:r>
          </a:p>
        </p:txBody>
      </p:sp>
      <p:sp>
        <p:nvSpPr>
          <p:cNvPr id="28" name="Text Placeholder 5"/>
          <p:cNvSpPr>
            <a:spLocks noGrp="1"/>
          </p:cNvSpPr>
          <p:nvPr>
            <p:ph type="body" sz="quarter" idx="31" hasCustomPrompt="1"/>
          </p:nvPr>
        </p:nvSpPr>
        <p:spPr>
          <a:xfrm>
            <a:off x="8088848" y="4393804"/>
            <a:ext cx="3493552" cy="1273454"/>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lvl4pPr>
          </a:lstStyle>
          <a:p>
            <a:pPr lvl="0"/>
            <a:r>
              <a:rPr lang="en-CA" dirty="0"/>
              <a:t>Click to edit content. Use this slide only for presentations that are being sent out for ample reading – never when using this as supporting slides for a stand-up presentation. </a:t>
            </a:r>
          </a:p>
        </p:txBody>
      </p:sp>
      <p:sp>
        <p:nvSpPr>
          <p:cNvPr id="29" name="Text Placeholder 6"/>
          <p:cNvSpPr>
            <a:spLocks noGrp="1"/>
          </p:cNvSpPr>
          <p:nvPr>
            <p:ph type="body" sz="quarter" idx="32" hasCustomPrompt="1"/>
          </p:nvPr>
        </p:nvSpPr>
        <p:spPr>
          <a:xfrm>
            <a:off x="609603" y="3860802"/>
            <a:ext cx="3504661" cy="533003"/>
          </a:xfrm>
        </p:spPr>
        <p:txBody>
          <a:bodyPr/>
          <a:lstStyle>
            <a:lvl1pPr>
              <a:defRPr sz="1575" b="1" baseline="0">
                <a:solidFill>
                  <a:srgbClr val="599A83"/>
                </a:solidFill>
              </a:defRPr>
            </a:lvl1pPr>
          </a:lstStyle>
          <a:p>
            <a:pPr lvl="0"/>
            <a:r>
              <a:rPr lang="en-CA" dirty="0"/>
              <a:t>Bulk content columns always have subtitles</a:t>
            </a:r>
          </a:p>
        </p:txBody>
      </p:sp>
      <p:sp>
        <p:nvSpPr>
          <p:cNvPr id="30" name="Text Placeholder 6"/>
          <p:cNvSpPr>
            <a:spLocks noGrp="1"/>
          </p:cNvSpPr>
          <p:nvPr>
            <p:ph type="body" sz="quarter" idx="33" hasCustomPrompt="1"/>
          </p:nvPr>
        </p:nvSpPr>
        <p:spPr>
          <a:xfrm>
            <a:off x="8088847" y="3860802"/>
            <a:ext cx="3493552" cy="533003"/>
          </a:xfrm>
        </p:spPr>
        <p:txBody>
          <a:bodyPr/>
          <a:lstStyle>
            <a:lvl1pPr>
              <a:defRPr sz="1575" b="1">
                <a:solidFill>
                  <a:srgbClr val="599A83"/>
                </a:solidFill>
              </a:defRPr>
            </a:lvl1pPr>
          </a:lstStyle>
          <a:p>
            <a:pPr lvl="0"/>
            <a:r>
              <a:rPr lang="en-CA" dirty="0"/>
              <a:t>Bulk content columns always have subtitles</a:t>
            </a:r>
          </a:p>
        </p:txBody>
      </p:sp>
      <p:sp>
        <p:nvSpPr>
          <p:cNvPr id="31" name="Text Placeholder 5"/>
          <p:cNvSpPr>
            <a:spLocks noGrp="1"/>
          </p:cNvSpPr>
          <p:nvPr>
            <p:ph type="body" sz="quarter" idx="34" hasCustomPrompt="1"/>
          </p:nvPr>
        </p:nvSpPr>
        <p:spPr>
          <a:xfrm>
            <a:off x="4355535" y="4393804"/>
            <a:ext cx="3482658" cy="1273454"/>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lvl4pPr>
          </a:lstStyle>
          <a:p>
            <a:pPr lvl="0"/>
            <a:r>
              <a:rPr lang="en-CA" dirty="0"/>
              <a:t>Click to edit content. Use this slide only for presentations that are being sent out for ample reading – never when using this as supporting slides for a stand-up presentation. </a:t>
            </a:r>
          </a:p>
        </p:txBody>
      </p:sp>
      <p:sp>
        <p:nvSpPr>
          <p:cNvPr id="32" name="Text Placeholder 6"/>
          <p:cNvSpPr>
            <a:spLocks noGrp="1"/>
          </p:cNvSpPr>
          <p:nvPr>
            <p:ph type="body" sz="quarter" idx="35" hasCustomPrompt="1"/>
          </p:nvPr>
        </p:nvSpPr>
        <p:spPr>
          <a:xfrm>
            <a:off x="4355534" y="3860802"/>
            <a:ext cx="3482658" cy="533003"/>
          </a:xfrm>
        </p:spPr>
        <p:txBody>
          <a:bodyPr/>
          <a:lstStyle>
            <a:lvl1pPr>
              <a:defRPr sz="1575" b="1">
                <a:solidFill>
                  <a:srgbClr val="599A83"/>
                </a:solidFill>
              </a:defRPr>
            </a:lvl1pPr>
          </a:lstStyle>
          <a:p>
            <a:pPr lvl="0"/>
            <a:r>
              <a:rPr lang="en-CA" dirty="0"/>
              <a:t>Bulk content columns always have subtitles</a:t>
            </a:r>
          </a:p>
        </p:txBody>
      </p:sp>
      <p:sp>
        <p:nvSpPr>
          <p:cNvPr id="2"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6-point bulk content slide for long content.</a:t>
            </a:r>
            <a:endParaRPr lang="en-US" dirty="0"/>
          </a:p>
        </p:txBody>
      </p:sp>
      <p:sp>
        <p:nvSpPr>
          <p:cNvPr id="12" name="Text Placeholder 5"/>
          <p:cNvSpPr>
            <a:spLocks noGrp="1"/>
          </p:cNvSpPr>
          <p:nvPr>
            <p:ph type="body" sz="quarter" idx="15" hasCustomPrompt="1"/>
          </p:nvPr>
        </p:nvSpPr>
        <p:spPr>
          <a:xfrm>
            <a:off x="609602" y="2336800"/>
            <a:ext cx="3504662" cy="1273454"/>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lvl4pPr>
          </a:lstStyle>
          <a:p>
            <a:pPr lvl="0"/>
            <a:r>
              <a:rPr lang="en-CA" dirty="0"/>
              <a:t>Click to edit content. Use this slide only for presentations that are being sent out for ample reading – never when using this as supporting slides for a stand-up presentation. </a:t>
            </a:r>
          </a:p>
        </p:txBody>
      </p:sp>
      <p:sp>
        <p:nvSpPr>
          <p:cNvPr id="14" name="Text Placeholder 5"/>
          <p:cNvSpPr>
            <a:spLocks noGrp="1"/>
          </p:cNvSpPr>
          <p:nvPr>
            <p:ph type="body" sz="quarter" idx="18" hasCustomPrompt="1"/>
          </p:nvPr>
        </p:nvSpPr>
        <p:spPr>
          <a:xfrm>
            <a:off x="8088848" y="2336800"/>
            <a:ext cx="3493552" cy="1273454"/>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lvl4pPr>
          </a:lstStyle>
          <a:p>
            <a:pPr lvl="0"/>
            <a:r>
              <a:rPr lang="en-CA" dirty="0"/>
              <a:t>Click to edit content. Use this slide only for presentations that are being sent out for ample reading – never when using this as supporting slides for a stand-up presentation. </a:t>
            </a:r>
          </a:p>
        </p:txBody>
      </p:sp>
      <p:sp>
        <p:nvSpPr>
          <p:cNvPr id="15" name="Text Placeholder 6"/>
          <p:cNvSpPr>
            <a:spLocks noGrp="1"/>
          </p:cNvSpPr>
          <p:nvPr>
            <p:ph type="body" sz="quarter" idx="21" hasCustomPrompt="1"/>
          </p:nvPr>
        </p:nvSpPr>
        <p:spPr>
          <a:xfrm>
            <a:off x="609603" y="1803797"/>
            <a:ext cx="3504661" cy="533003"/>
          </a:xfrm>
        </p:spPr>
        <p:txBody>
          <a:bodyPr/>
          <a:lstStyle>
            <a:lvl1pPr>
              <a:defRPr sz="1575" b="1" baseline="0">
                <a:solidFill>
                  <a:srgbClr val="599A83"/>
                </a:solidFill>
              </a:defRPr>
            </a:lvl1pPr>
          </a:lstStyle>
          <a:p>
            <a:pPr lvl="0"/>
            <a:r>
              <a:rPr lang="en-CA" dirty="0"/>
              <a:t>Bulk content columns always have subtitles</a:t>
            </a:r>
          </a:p>
        </p:txBody>
      </p:sp>
      <p:sp>
        <p:nvSpPr>
          <p:cNvPr id="16" name="Text Placeholder 6"/>
          <p:cNvSpPr>
            <a:spLocks noGrp="1"/>
          </p:cNvSpPr>
          <p:nvPr>
            <p:ph type="body" sz="quarter" idx="22" hasCustomPrompt="1"/>
          </p:nvPr>
        </p:nvSpPr>
        <p:spPr>
          <a:xfrm>
            <a:off x="8088847" y="1803797"/>
            <a:ext cx="3493552" cy="533003"/>
          </a:xfrm>
        </p:spPr>
        <p:txBody>
          <a:bodyPr/>
          <a:lstStyle>
            <a:lvl1pPr>
              <a:defRPr sz="1575" b="1">
                <a:solidFill>
                  <a:srgbClr val="599A83"/>
                </a:solidFill>
              </a:defRPr>
            </a:lvl1pPr>
          </a:lstStyle>
          <a:p>
            <a:pPr lvl="0"/>
            <a:r>
              <a:rPr lang="en-CA" dirty="0"/>
              <a:t>Bulk content columns always have subtitles</a:t>
            </a:r>
          </a:p>
        </p:txBody>
      </p:sp>
      <p:sp>
        <p:nvSpPr>
          <p:cNvPr id="17" name="Text Placeholder 5"/>
          <p:cNvSpPr>
            <a:spLocks noGrp="1"/>
          </p:cNvSpPr>
          <p:nvPr>
            <p:ph type="body" sz="quarter" idx="24" hasCustomPrompt="1"/>
          </p:nvPr>
        </p:nvSpPr>
        <p:spPr>
          <a:xfrm>
            <a:off x="4355535" y="2336800"/>
            <a:ext cx="3482658" cy="1273454"/>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lvl4pPr>
          </a:lstStyle>
          <a:p>
            <a:pPr lvl="0"/>
            <a:r>
              <a:rPr lang="en-CA" dirty="0"/>
              <a:t>Click to edit content. Use this slide only for presentations that are being sent out for ample reading – never when using this as supporting slides for a stand-up presentation. </a:t>
            </a:r>
          </a:p>
        </p:txBody>
      </p:sp>
      <p:sp>
        <p:nvSpPr>
          <p:cNvPr id="18" name="Text Placeholder 6"/>
          <p:cNvSpPr>
            <a:spLocks noGrp="1"/>
          </p:cNvSpPr>
          <p:nvPr>
            <p:ph type="body" sz="quarter" idx="25" hasCustomPrompt="1"/>
          </p:nvPr>
        </p:nvSpPr>
        <p:spPr>
          <a:xfrm>
            <a:off x="4355534" y="1803797"/>
            <a:ext cx="3482658" cy="533003"/>
          </a:xfrm>
        </p:spPr>
        <p:txBody>
          <a:bodyPr/>
          <a:lstStyle>
            <a:lvl1pPr>
              <a:defRPr sz="1575" b="1">
                <a:solidFill>
                  <a:srgbClr val="599A83"/>
                </a:solidFill>
              </a:defRPr>
            </a:lvl1pPr>
          </a:lstStyle>
          <a:p>
            <a:pPr lvl="0"/>
            <a:r>
              <a:rPr lang="en-CA" dirty="0"/>
              <a:t>Bulk content columns always have subtitles</a:t>
            </a:r>
          </a:p>
        </p:txBody>
      </p:sp>
      <p:pic>
        <p:nvPicPr>
          <p:cNvPr id="33" name="Picture 32"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34" name="Picture 33"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35"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BCE31CD6-01E1-44B6-AF1B-6C1B8B721DF8}" type="slidenum">
              <a:rPr lang="en-CA" smtClean="0"/>
              <a:t>‹#›</a:t>
            </a:fld>
            <a:endParaRPr lang="en-CA"/>
          </a:p>
        </p:txBody>
      </p:sp>
    </p:spTree>
    <p:extLst>
      <p:ext uri="{BB962C8B-B14F-4D97-AF65-F5344CB8AC3E}">
        <p14:creationId xmlns:p14="http://schemas.microsoft.com/office/powerpoint/2010/main" val="70986200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Key Numbers Large">
    <p:bg>
      <p:bgPr>
        <a:solidFill>
          <a:schemeClr val="bg1"/>
        </a:solidFill>
        <a:effectLst/>
      </p:bgPr>
    </p:bg>
    <p:spTree>
      <p:nvGrpSpPr>
        <p:cNvPr id="1" name=""/>
        <p:cNvGrpSpPr/>
        <p:nvPr/>
      </p:nvGrpSpPr>
      <p:grpSpPr>
        <a:xfrm>
          <a:off x="0" y="0"/>
          <a:ext cx="0" cy="0"/>
          <a:chOff x="0" y="0"/>
          <a:chExt cx="0" cy="0"/>
        </a:xfrm>
      </p:grpSpPr>
      <p:sp>
        <p:nvSpPr>
          <p:cNvPr id="27" name="Text Placeholder 5"/>
          <p:cNvSpPr>
            <a:spLocks noGrp="1"/>
          </p:cNvSpPr>
          <p:nvPr>
            <p:ph type="body" sz="quarter" idx="18" hasCustomPrompt="1"/>
          </p:nvPr>
        </p:nvSpPr>
        <p:spPr>
          <a:xfrm>
            <a:off x="609602" y="2895600"/>
            <a:ext cx="3504662" cy="2759354"/>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the figure above.</a:t>
            </a:r>
          </a:p>
        </p:txBody>
      </p:sp>
      <p:sp>
        <p:nvSpPr>
          <p:cNvPr id="23" name="Text Placeholder 5"/>
          <p:cNvSpPr>
            <a:spLocks noGrp="1"/>
          </p:cNvSpPr>
          <p:nvPr>
            <p:ph type="body" sz="quarter" idx="19" hasCustomPrompt="1"/>
          </p:nvPr>
        </p:nvSpPr>
        <p:spPr>
          <a:xfrm>
            <a:off x="4355533" y="2895600"/>
            <a:ext cx="3482660" cy="2759354"/>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the figure above.</a:t>
            </a:r>
          </a:p>
        </p:txBody>
      </p:sp>
      <p:sp>
        <p:nvSpPr>
          <p:cNvPr id="26" name="Text Placeholder 5"/>
          <p:cNvSpPr>
            <a:spLocks noGrp="1"/>
          </p:cNvSpPr>
          <p:nvPr>
            <p:ph type="body" sz="quarter" idx="23" hasCustomPrompt="1"/>
          </p:nvPr>
        </p:nvSpPr>
        <p:spPr>
          <a:xfrm>
            <a:off x="8088847" y="2895600"/>
            <a:ext cx="3504744" cy="2759354"/>
          </a:xfrm>
        </p:spPr>
        <p:txBody>
          <a:bodyPr/>
          <a:lstStyle>
            <a:lvl1pPr>
              <a:spcBef>
                <a:spcPts val="1200"/>
              </a:spcBef>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the figure above.</a:t>
            </a:r>
          </a:p>
        </p:txBody>
      </p:sp>
      <p:sp>
        <p:nvSpPr>
          <p:cNvPr id="10" name="Text Placeholder 9"/>
          <p:cNvSpPr>
            <a:spLocks noGrp="1"/>
          </p:cNvSpPr>
          <p:nvPr>
            <p:ph type="body" sz="quarter" idx="16" hasCustomPrompt="1"/>
          </p:nvPr>
        </p:nvSpPr>
        <p:spPr>
          <a:xfrm>
            <a:off x="609601" y="1856581"/>
            <a:ext cx="3504663" cy="919747"/>
          </a:xfrm>
        </p:spPr>
        <p:txBody>
          <a:bodyPr anchor="b"/>
          <a:lstStyle>
            <a:lvl1pPr>
              <a:lnSpc>
                <a:spcPct val="80000"/>
              </a:lnSpc>
              <a:defRPr sz="8399">
                <a:solidFill>
                  <a:srgbClr val="599A83"/>
                </a:solidFill>
              </a:defRPr>
            </a:lvl1pPr>
          </a:lstStyle>
          <a:p>
            <a:pPr lvl="0"/>
            <a:r>
              <a:rPr lang="en-CA" dirty="0"/>
              <a:t>##</a:t>
            </a:r>
          </a:p>
        </p:txBody>
      </p:sp>
      <p:sp>
        <p:nvSpPr>
          <p:cNvPr id="21" name="Text Placeholder 9"/>
          <p:cNvSpPr>
            <a:spLocks noGrp="1"/>
          </p:cNvSpPr>
          <p:nvPr>
            <p:ph type="body" sz="quarter" idx="20" hasCustomPrompt="1"/>
          </p:nvPr>
        </p:nvSpPr>
        <p:spPr>
          <a:xfrm>
            <a:off x="4355534" y="1856581"/>
            <a:ext cx="3482659" cy="919747"/>
          </a:xfrm>
        </p:spPr>
        <p:txBody>
          <a:bodyPr anchor="b"/>
          <a:lstStyle>
            <a:lvl1pPr>
              <a:lnSpc>
                <a:spcPct val="80000"/>
              </a:lnSpc>
              <a:defRPr sz="8399">
                <a:solidFill>
                  <a:srgbClr val="599A83"/>
                </a:solidFill>
              </a:defRPr>
            </a:lvl1pPr>
          </a:lstStyle>
          <a:p>
            <a:pPr lvl="0"/>
            <a:r>
              <a:rPr lang="en-CA" dirty="0"/>
              <a:t>##%</a:t>
            </a:r>
          </a:p>
        </p:txBody>
      </p:sp>
      <p:sp>
        <p:nvSpPr>
          <p:cNvPr id="24" name="Text Placeholder 9"/>
          <p:cNvSpPr>
            <a:spLocks noGrp="1"/>
          </p:cNvSpPr>
          <p:nvPr>
            <p:ph type="body" sz="quarter" idx="22" hasCustomPrompt="1"/>
          </p:nvPr>
        </p:nvSpPr>
        <p:spPr>
          <a:xfrm>
            <a:off x="8088847" y="1856581"/>
            <a:ext cx="3504744" cy="919747"/>
          </a:xfrm>
        </p:spPr>
        <p:txBody>
          <a:bodyPr anchor="b"/>
          <a:lstStyle>
            <a:lvl1pPr>
              <a:lnSpc>
                <a:spcPct val="80000"/>
              </a:lnSpc>
              <a:defRPr sz="8399">
                <a:solidFill>
                  <a:srgbClr val="599A83"/>
                </a:solidFill>
              </a:defRPr>
            </a:lvl1pPr>
          </a:lstStyle>
          <a:p>
            <a:pPr lvl="0"/>
            <a:r>
              <a:rPr lang="en-CA" dirty="0"/>
              <a:t>#,###</a:t>
            </a:r>
          </a:p>
        </p:txBody>
      </p:sp>
      <p:sp>
        <p:nvSpPr>
          <p:cNvPr id="28"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key numbers slide for short numbers.</a:t>
            </a:r>
            <a:endParaRPr lang="en-US" dirty="0"/>
          </a:p>
        </p:txBody>
      </p:sp>
      <p:pic>
        <p:nvPicPr>
          <p:cNvPr id="33" name="Picture 32"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34" name="Picture 33"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35" name="Slide Number Placeholder 8"/>
          <p:cNvSpPr>
            <a:spLocks noGrp="1"/>
          </p:cNvSpPr>
          <p:nvPr>
            <p:ph type="sldNum" sz="quarter" idx="24"/>
          </p:nvPr>
        </p:nvSpPr>
        <p:spPr>
          <a:xfrm>
            <a:off x="149297" y="6373091"/>
            <a:ext cx="396810" cy="365126"/>
          </a:xfrm>
        </p:spPr>
        <p:txBody>
          <a:bodyPr/>
          <a:lstStyle>
            <a:lvl1pPr>
              <a:defRPr>
                <a:solidFill>
                  <a:schemeClr val="accent3"/>
                </a:solidFill>
              </a:defRPr>
            </a:lvl1pPr>
          </a:lstStyle>
          <a:p>
            <a:fld id="{BCE31CD6-01E1-44B6-AF1B-6C1B8B721DF8}" type="slidenum">
              <a:rPr lang="en-CA" smtClean="0"/>
              <a:t>‹#›</a:t>
            </a:fld>
            <a:endParaRPr lang="en-CA"/>
          </a:p>
        </p:txBody>
      </p:sp>
    </p:spTree>
    <p:extLst>
      <p:ext uri="{BB962C8B-B14F-4D97-AF65-F5344CB8AC3E}">
        <p14:creationId xmlns:p14="http://schemas.microsoft.com/office/powerpoint/2010/main" val="36479436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Key Numbers Medium">
    <p:bg>
      <p:bgPr>
        <a:solidFill>
          <a:schemeClr val="bg1"/>
        </a:solidFill>
        <a:effectLst/>
      </p:bgPr>
    </p:bg>
    <p:spTree>
      <p:nvGrpSpPr>
        <p:cNvPr id="1" name=""/>
        <p:cNvGrpSpPr/>
        <p:nvPr/>
      </p:nvGrpSpPr>
      <p:grpSpPr>
        <a:xfrm>
          <a:off x="0" y="0"/>
          <a:ext cx="0" cy="0"/>
          <a:chOff x="0" y="0"/>
          <a:chExt cx="0" cy="0"/>
        </a:xfrm>
      </p:grpSpPr>
      <p:sp>
        <p:nvSpPr>
          <p:cNvPr id="27" name="Text Placeholder 5"/>
          <p:cNvSpPr>
            <a:spLocks noGrp="1"/>
          </p:cNvSpPr>
          <p:nvPr>
            <p:ph type="body" sz="quarter" idx="18" hasCustomPrompt="1"/>
          </p:nvPr>
        </p:nvSpPr>
        <p:spPr>
          <a:xfrm>
            <a:off x="609602" y="2776327"/>
            <a:ext cx="3504662" cy="2878627"/>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the figure above.</a:t>
            </a:r>
          </a:p>
        </p:txBody>
      </p:sp>
      <p:sp>
        <p:nvSpPr>
          <p:cNvPr id="23" name="Text Placeholder 5"/>
          <p:cNvSpPr>
            <a:spLocks noGrp="1"/>
          </p:cNvSpPr>
          <p:nvPr>
            <p:ph type="body" sz="quarter" idx="19" hasCustomPrompt="1"/>
          </p:nvPr>
        </p:nvSpPr>
        <p:spPr>
          <a:xfrm>
            <a:off x="4355533" y="2776327"/>
            <a:ext cx="3482660" cy="2878627"/>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the figure above.</a:t>
            </a:r>
          </a:p>
        </p:txBody>
      </p:sp>
      <p:sp>
        <p:nvSpPr>
          <p:cNvPr id="26" name="Text Placeholder 5"/>
          <p:cNvSpPr>
            <a:spLocks noGrp="1"/>
          </p:cNvSpPr>
          <p:nvPr>
            <p:ph type="body" sz="quarter" idx="23" hasCustomPrompt="1"/>
          </p:nvPr>
        </p:nvSpPr>
        <p:spPr>
          <a:xfrm>
            <a:off x="8088847" y="2776327"/>
            <a:ext cx="3504744" cy="2878627"/>
          </a:xfrm>
        </p:spPr>
        <p:txBody>
          <a:bodyPr/>
          <a:lstStyle>
            <a:lvl1pPr>
              <a:spcBef>
                <a:spcPts val="1200"/>
              </a:spcBef>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the figure above.</a:t>
            </a:r>
          </a:p>
        </p:txBody>
      </p:sp>
      <p:sp>
        <p:nvSpPr>
          <p:cNvPr id="10" name="Text Placeholder 9"/>
          <p:cNvSpPr>
            <a:spLocks noGrp="1"/>
          </p:cNvSpPr>
          <p:nvPr>
            <p:ph type="body" sz="quarter" idx="16" hasCustomPrompt="1"/>
          </p:nvPr>
        </p:nvSpPr>
        <p:spPr>
          <a:xfrm>
            <a:off x="609601" y="1831182"/>
            <a:ext cx="3504663" cy="945146"/>
          </a:xfrm>
        </p:spPr>
        <p:txBody>
          <a:bodyPr anchor="t"/>
          <a:lstStyle>
            <a:lvl1pPr>
              <a:lnSpc>
                <a:spcPct val="80000"/>
              </a:lnSpc>
              <a:defRPr sz="5399">
                <a:solidFill>
                  <a:srgbClr val="599A83"/>
                </a:solidFill>
              </a:defRPr>
            </a:lvl1pPr>
          </a:lstStyle>
          <a:p>
            <a:pPr lvl="0"/>
            <a:r>
              <a:rPr lang="en-CA" dirty="0"/>
              <a:t>$##,###</a:t>
            </a:r>
          </a:p>
        </p:txBody>
      </p:sp>
      <p:sp>
        <p:nvSpPr>
          <p:cNvPr id="21" name="Text Placeholder 9"/>
          <p:cNvSpPr>
            <a:spLocks noGrp="1"/>
          </p:cNvSpPr>
          <p:nvPr>
            <p:ph type="body" sz="quarter" idx="20" hasCustomPrompt="1"/>
          </p:nvPr>
        </p:nvSpPr>
        <p:spPr>
          <a:xfrm>
            <a:off x="4355534" y="1856581"/>
            <a:ext cx="3482659" cy="919747"/>
          </a:xfrm>
        </p:spPr>
        <p:txBody>
          <a:bodyPr anchor="t"/>
          <a:lstStyle>
            <a:lvl1pPr>
              <a:lnSpc>
                <a:spcPct val="80000"/>
              </a:lnSpc>
              <a:defRPr sz="5399">
                <a:solidFill>
                  <a:srgbClr val="599A83"/>
                </a:solidFill>
              </a:defRPr>
            </a:lvl1pPr>
          </a:lstStyle>
          <a:p>
            <a:pPr lvl="0"/>
            <a:r>
              <a:rPr lang="en-CA" dirty="0"/>
              <a:t>#,####%</a:t>
            </a:r>
          </a:p>
        </p:txBody>
      </p:sp>
      <p:sp>
        <p:nvSpPr>
          <p:cNvPr id="24" name="Text Placeholder 9"/>
          <p:cNvSpPr>
            <a:spLocks noGrp="1"/>
          </p:cNvSpPr>
          <p:nvPr>
            <p:ph type="body" sz="quarter" idx="22" hasCustomPrompt="1"/>
          </p:nvPr>
        </p:nvSpPr>
        <p:spPr>
          <a:xfrm>
            <a:off x="8088847" y="1856581"/>
            <a:ext cx="3504744" cy="919747"/>
          </a:xfrm>
        </p:spPr>
        <p:txBody>
          <a:bodyPr anchor="t"/>
          <a:lstStyle>
            <a:lvl1pPr>
              <a:lnSpc>
                <a:spcPct val="80000"/>
              </a:lnSpc>
              <a:defRPr sz="5399">
                <a:solidFill>
                  <a:srgbClr val="599A83"/>
                </a:solidFill>
              </a:defRPr>
            </a:lvl1pPr>
          </a:lstStyle>
          <a:p>
            <a:pPr lvl="0"/>
            <a:r>
              <a:rPr lang="en-CA" dirty="0"/>
              <a:t>#,###,####</a:t>
            </a:r>
          </a:p>
        </p:txBody>
      </p:sp>
      <p:sp>
        <p:nvSpPr>
          <p:cNvPr id="28"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key numbers slide for long numbers.</a:t>
            </a:r>
            <a:endParaRPr lang="en-US" dirty="0"/>
          </a:p>
        </p:txBody>
      </p:sp>
      <p:pic>
        <p:nvPicPr>
          <p:cNvPr id="15" name="Picture 14"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6" name="Picture 15"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7" name="Slide Number Placeholder 8"/>
          <p:cNvSpPr>
            <a:spLocks noGrp="1"/>
          </p:cNvSpPr>
          <p:nvPr>
            <p:ph type="sldNum" sz="quarter" idx="24"/>
          </p:nvPr>
        </p:nvSpPr>
        <p:spPr>
          <a:xfrm>
            <a:off x="149297" y="6373091"/>
            <a:ext cx="396810" cy="365126"/>
          </a:xfrm>
        </p:spPr>
        <p:txBody>
          <a:bodyPr/>
          <a:lstStyle>
            <a:lvl1pPr>
              <a:defRPr>
                <a:solidFill>
                  <a:schemeClr val="accent3"/>
                </a:solidFill>
              </a:defRPr>
            </a:lvl1pPr>
          </a:lstStyle>
          <a:p>
            <a:fld id="{BCE31CD6-01E1-44B6-AF1B-6C1B8B721DF8}" type="slidenum">
              <a:rPr lang="en-CA" smtClean="0"/>
              <a:t>‹#›</a:t>
            </a:fld>
            <a:endParaRPr lang="en-CA"/>
          </a:p>
        </p:txBody>
      </p:sp>
    </p:spTree>
    <p:extLst>
      <p:ext uri="{BB962C8B-B14F-4D97-AF65-F5344CB8AC3E}">
        <p14:creationId xmlns:p14="http://schemas.microsoft.com/office/powerpoint/2010/main" val="42629044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Key Points with Icons">
    <p:bg>
      <p:bgPr>
        <a:solidFill>
          <a:schemeClr val="bg1"/>
        </a:solidFill>
        <a:effectLst/>
      </p:bgPr>
    </p:bg>
    <p:spTree>
      <p:nvGrpSpPr>
        <p:cNvPr id="1" name=""/>
        <p:cNvGrpSpPr/>
        <p:nvPr/>
      </p:nvGrpSpPr>
      <p:grpSpPr>
        <a:xfrm>
          <a:off x="0" y="0"/>
          <a:ext cx="0" cy="0"/>
          <a:chOff x="0" y="0"/>
          <a:chExt cx="0" cy="0"/>
        </a:xfrm>
      </p:grpSpPr>
      <p:sp>
        <p:nvSpPr>
          <p:cNvPr id="27" name="Text Placeholder 5"/>
          <p:cNvSpPr>
            <a:spLocks noGrp="1"/>
          </p:cNvSpPr>
          <p:nvPr>
            <p:ph type="body" sz="quarter" idx="18" hasCustomPrompt="1"/>
          </p:nvPr>
        </p:nvSpPr>
        <p:spPr>
          <a:xfrm>
            <a:off x="609602" y="3403600"/>
            <a:ext cx="3504662" cy="2251354"/>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a brief point, illustrated by the icon above.</a:t>
            </a:r>
          </a:p>
        </p:txBody>
      </p:sp>
      <p:sp>
        <p:nvSpPr>
          <p:cNvPr id="23" name="Text Placeholder 5"/>
          <p:cNvSpPr>
            <a:spLocks noGrp="1"/>
          </p:cNvSpPr>
          <p:nvPr>
            <p:ph type="body" sz="quarter" idx="19" hasCustomPrompt="1"/>
          </p:nvPr>
        </p:nvSpPr>
        <p:spPr>
          <a:xfrm>
            <a:off x="4355533" y="3403600"/>
            <a:ext cx="3482660" cy="2251354"/>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a brief point, illustrated by the icon above.</a:t>
            </a:r>
          </a:p>
        </p:txBody>
      </p:sp>
      <p:sp>
        <p:nvSpPr>
          <p:cNvPr id="26" name="Text Placeholder 5"/>
          <p:cNvSpPr>
            <a:spLocks noGrp="1"/>
          </p:cNvSpPr>
          <p:nvPr>
            <p:ph type="body" sz="quarter" idx="23" hasCustomPrompt="1"/>
          </p:nvPr>
        </p:nvSpPr>
        <p:spPr>
          <a:xfrm>
            <a:off x="8088847" y="3403600"/>
            <a:ext cx="3504744" cy="2251354"/>
          </a:xfrm>
        </p:spPr>
        <p:txBody>
          <a:bodyPr/>
          <a:lstStyle>
            <a:lvl1pPr>
              <a:spcBef>
                <a:spcPts val="1200"/>
              </a:spcBef>
              <a:defRPr baseline="0"/>
            </a:lvl1pPr>
            <a:lvl3pPr marL="1515073" indent="-342854">
              <a:buFont typeface="Arial"/>
              <a:buChar char="•"/>
              <a:defRPr/>
            </a:lvl3pPr>
            <a:lvl4pPr>
              <a:spcBef>
                <a:spcPts val="828"/>
              </a:spcBef>
              <a:defRPr/>
            </a:lvl4pPr>
          </a:lstStyle>
          <a:p>
            <a:pPr lvl="0"/>
            <a:r>
              <a:rPr lang="en-CA" dirty="0"/>
              <a:t>Click to edit content. Use this slide for a brief point, illustrated by the icon above.</a:t>
            </a:r>
          </a:p>
        </p:txBody>
      </p:sp>
      <p:sp>
        <p:nvSpPr>
          <p:cNvPr id="28" name="Title 1"/>
          <p:cNvSpPr>
            <a:spLocks noGrp="1"/>
          </p:cNvSpPr>
          <p:nvPr>
            <p:ph type="title" hasCustomPrompt="1"/>
          </p:nvPr>
        </p:nvSpPr>
        <p:spPr>
          <a:xfrm>
            <a:off x="609601" y="576274"/>
            <a:ext cx="7106241" cy="1001980"/>
          </a:xfrm>
        </p:spPr>
        <p:txBody>
          <a:bodyPr anchor="t">
            <a:noAutofit/>
          </a:bodyPr>
          <a:lstStyle>
            <a:lvl1pPr>
              <a:defRPr sz="3600" b="1" baseline="0">
                <a:solidFill>
                  <a:schemeClr val="accent1"/>
                </a:solidFill>
              </a:defRPr>
            </a:lvl1pPr>
          </a:lstStyle>
          <a:p>
            <a:r>
              <a:rPr lang="en-CA" dirty="0"/>
              <a:t>This is a key point slide with icons to illustrate points.</a:t>
            </a:r>
            <a:endParaRPr lang="en-US" dirty="0"/>
          </a:p>
        </p:txBody>
      </p:sp>
      <p:sp>
        <p:nvSpPr>
          <p:cNvPr id="12" name="Oval 11"/>
          <p:cNvSpPr/>
          <p:nvPr/>
        </p:nvSpPr>
        <p:spPr>
          <a:xfrm>
            <a:off x="546048" y="1841105"/>
            <a:ext cx="1316703" cy="1316831"/>
          </a:xfrm>
          <a:prstGeom prst="ellipse">
            <a:avLst/>
          </a:prstGeom>
          <a:solidFill>
            <a:schemeClr val="accen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350"/>
          </a:p>
        </p:txBody>
      </p:sp>
      <p:sp>
        <p:nvSpPr>
          <p:cNvPr id="13" name="Picture Placeholder 3"/>
          <p:cNvSpPr>
            <a:spLocks noGrp="1" noChangeAspect="1"/>
          </p:cNvSpPr>
          <p:nvPr>
            <p:ph type="pic" sz="quarter" idx="26" hasCustomPrompt="1"/>
          </p:nvPr>
        </p:nvSpPr>
        <p:spPr>
          <a:xfrm>
            <a:off x="880138" y="2175520"/>
            <a:ext cx="648524" cy="648000"/>
          </a:xfrm>
        </p:spPr>
        <p:txBody>
          <a:bodyPr/>
          <a:lstStyle>
            <a:lvl1pPr>
              <a:defRPr>
                <a:solidFill>
                  <a:schemeClr val="bg1"/>
                </a:solidFill>
              </a:defRPr>
            </a:lvl1pPr>
          </a:lstStyle>
          <a:p>
            <a:r>
              <a:rPr lang="en-US" dirty="0"/>
              <a:t>Icon</a:t>
            </a:r>
          </a:p>
        </p:txBody>
      </p:sp>
      <p:sp>
        <p:nvSpPr>
          <p:cNvPr id="14" name="Oval 13"/>
          <p:cNvSpPr/>
          <p:nvPr/>
        </p:nvSpPr>
        <p:spPr>
          <a:xfrm>
            <a:off x="4292041" y="1841105"/>
            <a:ext cx="1316703" cy="1316831"/>
          </a:xfrm>
          <a:prstGeom prst="ellipse">
            <a:avLst/>
          </a:prstGeom>
          <a:solidFill>
            <a:schemeClr val="accen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350"/>
          </a:p>
        </p:txBody>
      </p:sp>
      <p:sp>
        <p:nvSpPr>
          <p:cNvPr id="15" name="Picture Placeholder 3"/>
          <p:cNvSpPr>
            <a:spLocks noGrp="1" noChangeAspect="1"/>
          </p:cNvSpPr>
          <p:nvPr>
            <p:ph type="pic" sz="quarter" idx="27" hasCustomPrompt="1"/>
          </p:nvPr>
        </p:nvSpPr>
        <p:spPr>
          <a:xfrm>
            <a:off x="4626130" y="2175520"/>
            <a:ext cx="648523" cy="648000"/>
          </a:xfrm>
        </p:spPr>
        <p:txBody>
          <a:bodyPr/>
          <a:lstStyle>
            <a:lvl1pPr>
              <a:defRPr>
                <a:solidFill>
                  <a:schemeClr val="bg1"/>
                </a:solidFill>
              </a:defRPr>
            </a:lvl1pPr>
          </a:lstStyle>
          <a:p>
            <a:r>
              <a:rPr lang="en-US" dirty="0"/>
              <a:t>Icon</a:t>
            </a:r>
          </a:p>
        </p:txBody>
      </p:sp>
      <p:sp>
        <p:nvSpPr>
          <p:cNvPr id="16" name="Oval 15"/>
          <p:cNvSpPr/>
          <p:nvPr/>
        </p:nvSpPr>
        <p:spPr>
          <a:xfrm>
            <a:off x="8025355" y="1841105"/>
            <a:ext cx="1316703" cy="1316831"/>
          </a:xfrm>
          <a:prstGeom prst="ellipse">
            <a:avLst/>
          </a:prstGeom>
          <a:solidFill>
            <a:schemeClr val="accen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350"/>
          </a:p>
        </p:txBody>
      </p:sp>
      <p:sp>
        <p:nvSpPr>
          <p:cNvPr id="17" name="Picture Placeholder 3"/>
          <p:cNvSpPr>
            <a:spLocks noGrp="1" noChangeAspect="1"/>
          </p:cNvSpPr>
          <p:nvPr>
            <p:ph type="pic" sz="quarter" idx="28" hasCustomPrompt="1"/>
          </p:nvPr>
        </p:nvSpPr>
        <p:spPr>
          <a:xfrm>
            <a:off x="8359737" y="2175520"/>
            <a:ext cx="647937" cy="648000"/>
          </a:xfrm>
        </p:spPr>
        <p:txBody>
          <a:bodyPr/>
          <a:lstStyle>
            <a:lvl1pPr>
              <a:defRPr>
                <a:solidFill>
                  <a:schemeClr val="bg1"/>
                </a:solidFill>
              </a:defRPr>
            </a:lvl1pPr>
          </a:lstStyle>
          <a:p>
            <a:r>
              <a:rPr lang="en-US" dirty="0"/>
              <a:t>Icon</a:t>
            </a:r>
          </a:p>
        </p:txBody>
      </p:sp>
      <p:pic>
        <p:nvPicPr>
          <p:cNvPr id="18" name="Picture 17"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9" name="Picture 18"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20" name="Slide Number Placeholder 8"/>
          <p:cNvSpPr>
            <a:spLocks noGrp="1"/>
          </p:cNvSpPr>
          <p:nvPr>
            <p:ph type="sldNum" sz="quarter" idx="29"/>
          </p:nvPr>
        </p:nvSpPr>
        <p:spPr>
          <a:xfrm>
            <a:off x="149297" y="6373091"/>
            <a:ext cx="396810" cy="365126"/>
          </a:xfrm>
        </p:spPr>
        <p:txBody>
          <a:bodyPr/>
          <a:lstStyle>
            <a:lvl1pPr>
              <a:defRPr>
                <a:solidFill>
                  <a:schemeClr val="accent3"/>
                </a:solidFill>
              </a:defRPr>
            </a:lvl1pPr>
          </a:lstStyle>
          <a:p>
            <a:fld id="{BCE31CD6-01E1-44B6-AF1B-6C1B8B721DF8}" type="slidenum">
              <a:rPr lang="en-CA" smtClean="0"/>
              <a:t>‹#›</a:t>
            </a:fld>
            <a:endParaRPr lang="en-CA"/>
          </a:p>
        </p:txBody>
      </p:sp>
    </p:spTree>
    <p:extLst>
      <p:ext uri="{BB962C8B-B14F-4D97-AF65-F5344CB8AC3E}">
        <p14:creationId xmlns:p14="http://schemas.microsoft.com/office/powerpoint/2010/main" val="3262164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Video Slide">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3" name="Picture 2" descr="swoosh-85.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822884"/>
            <a:ext cx="12192000" cy="1304320"/>
          </a:xfrm>
          <a:prstGeom prst="rect">
            <a:avLst/>
          </a:prstGeom>
        </p:spPr>
      </p:pic>
      <p:sp>
        <p:nvSpPr>
          <p:cNvPr id="5" name="Media Placeholder 4"/>
          <p:cNvSpPr>
            <a:spLocks noGrp="1"/>
          </p:cNvSpPr>
          <p:nvPr>
            <p:ph type="media" sz="quarter" idx="10" hasCustomPrompt="1"/>
          </p:nvPr>
        </p:nvSpPr>
        <p:spPr>
          <a:xfrm>
            <a:off x="2465067" y="622300"/>
            <a:ext cx="7261866" cy="5626100"/>
          </a:xfrm>
        </p:spPr>
        <p:txBody>
          <a:bodyPr/>
          <a:lstStyle>
            <a:lvl1pPr>
              <a:defRPr>
                <a:solidFill>
                  <a:schemeClr val="bg1"/>
                </a:solidFill>
              </a:defRPr>
            </a:lvl1pPr>
          </a:lstStyle>
          <a:p>
            <a:r>
              <a:rPr lang="en-US" dirty="0"/>
              <a:t>Click this icon to insert a video</a:t>
            </a:r>
          </a:p>
        </p:txBody>
      </p:sp>
    </p:spTree>
    <p:extLst>
      <p:ext uri="{BB962C8B-B14F-4D97-AF65-F5344CB8AC3E}">
        <p14:creationId xmlns:p14="http://schemas.microsoft.com/office/powerpoint/2010/main" val="58769169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Quotes or Stats V1">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6" name="Picture 5" descr="swoosh-85.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822884"/>
            <a:ext cx="12192000" cy="1304320"/>
          </a:xfrm>
          <a:prstGeom prst="rect">
            <a:avLst/>
          </a:prstGeom>
        </p:spPr>
      </p:pic>
      <p:sp>
        <p:nvSpPr>
          <p:cNvPr id="3" name="Rectangle 2"/>
          <p:cNvSpPr/>
          <p:nvPr/>
        </p:nvSpPr>
        <p:spPr>
          <a:xfrm>
            <a:off x="603966" y="628650"/>
            <a:ext cx="10984069" cy="56007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350"/>
          </a:p>
        </p:txBody>
      </p:sp>
      <p:sp>
        <p:nvSpPr>
          <p:cNvPr id="2" name="Title 1"/>
          <p:cNvSpPr>
            <a:spLocks noGrp="1"/>
          </p:cNvSpPr>
          <p:nvPr>
            <p:ph type="title" hasCustomPrompt="1"/>
          </p:nvPr>
        </p:nvSpPr>
        <p:spPr>
          <a:xfrm>
            <a:off x="2465067" y="2090307"/>
            <a:ext cx="7261866" cy="2619502"/>
          </a:xfrm>
        </p:spPr>
        <p:txBody>
          <a:bodyPr/>
          <a:lstStyle>
            <a:lvl1pPr algn="ctr">
              <a:lnSpc>
                <a:spcPct val="110000"/>
              </a:lnSpc>
              <a:defRPr sz="3600" baseline="0">
                <a:solidFill>
                  <a:srgbClr val="599A83"/>
                </a:solidFill>
              </a:defRPr>
            </a:lvl1pPr>
          </a:lstStyle>
          <a:p>
            <a:r>
              <a:rPr lang="en-CA" dirty="0"/>
              <a:t>Enter an impressive statistic or fact. e.g. 98% of Algonquin students have been hired immediately after graduation.</a:t>
            </a:r>
            <a:endParaRPr lang="en-US" dirty="0"/>
          </a:p>
        </p:txBody>
      </p:sp>
      <p:sp>
        <p:nvSpPr>
          <p:cNvPr id="7" name="Text Placeholder 6"/>
          <p:cNvSpPr>
            <a:spLocks noGrp="1"/>
          </p:cNvSpPr>
          <p:nvPr>
            <p:ph type="body" sz="quarter" idx="13" hasCustomPrompt="1"/>
          </p:nvPr>
        </p:nvSpPr>
        <p:spPr>
          <a:xfrm>
            <a:off x="2465067" y="1593878"/>
            <a:ext cx="7261866" cy="383034"/>
          </a:xfrm>
        </p:spPr>
        <p:txBody>
          <a:bodyPr anchor="ctr"/>
          <a:lstStyle>
            <a:lvl1pPr algn="ctr">
              <a:lnSpc>
                <a:spcPct val="100000"/>
              </a:lnSpc>
              <a:defRPr sz="1575" b="1">
                <a:solidFill>
                  <a:schemeClr val="tx2"/>
                </a:solidFill>
              </a:defRPr>
            </a:lvl1pPr>
          </a:lstStyle>
          <a:p>
            <a:pPr lvl="0"/>
            <a:r>
              <a:rPr lang="en-CA" dirty="0"/>
              <a:t>THIS IS THE TITLE OF YOUR STATISTIC</a:t>
            </a:r>
            <a:endParaRPr lang="en-US" dirty="0"/>
          </a:p>
        </p:txBody>
      </p:sp>
      <p:sp>
        <p:nvSpPr>
          <p:cNvPr id="9" name="Text Placeholder 8"/>
          <p:cNvSpPr>
            <a:spLocks noGrp="1"/>
          </p:cNvSpPr>
          <p:nvPr>
            <p:ph type="body" sz="quarter" idx="14" hasCustomPrompt="1"/>
          </p:nvPr>
        </p:nvSpPr>
        <p:spPr>
          <a:xfrm>
            <a:off x="2465067" y="4921484"/>
            <a:ext cx="7261866" cy="291603"/>
          </a:xfrm>
        </p:spPr>
        <p:txBody>
          <a:bodyPr anchor="ctr"/>
          <a:lstStyle>
            <a:lvl1pPr algn="ctr">
              <a:defRPr sz="1200"/>
            </a:lvl1pPr>
          </a:lstStyle>
          <a:p>
            <a:pPr lvl="0"/>
            <a:r>
              <a:rPr lang="en-CA" dirty="0"/>
              <a:t>THIS IS A SPACE FOR A CITATION OR SOURCE</a:t>
            </a:r>
            <a:endParaRPr lang="en-US" dirty="0"/>
          </a:p>
        </p:txBody>
      </p:sp>
    </p:spTree>
    <p:extLst>
      <p:ext uri="{BB962C8B-B14F-4D97-AF65-F5344CB8AC3E}">
        <p14:creationId xmlns:p14="http://schemas.microsoft.com/office/powerpoint/2010/main" val="119433621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Quotes or Stats V2">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5" name="Picture 4" descr="swoosh-85.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822884"/>
            <a:ext cx="12192000" cy="1304320"/>
          </a:xfrm>
          <a:prstGeom prst="rect">
            <a:avLst/>
          </a:prstGeom>
        </p:spPr>
      </p:pic>
      <p:sp>
        <p:nvSpPr>
          <p:cNvPr id="8" name="Title 1"/>
          <p:cNvSpPr>
            <a:spLocks noGrp="1"/>
          </p:cNvSpPr>
          <p:nvPr>
            <p:ph type="title" hasCustomPrompt="1"/>
          </p:nvPr>
        </p:nvSpPr>
        <p:spPr>
          <a:xfrm>
            <a:off x="2465067" y="2090307"/>
            <a:ext cx="7261866" cy="2619502"/>
          </a:xfrm>
        </p:spPr>
        <p:txBody>
          <a:bodyPr/>
          <a:lstStyle>
            <a:lvl1pPr algn="ctr">
              <a:lnSpc>
                <a:spcPct val="110000"/>
              </a:lnSpc>
              <a:defRPr sz="3600" baseline="0">
                <a:solidFill>
                  <a:srgbClr val="A6C8BC"/>
                </a:solidFill>
              </a:defRPr>
            </a:lvl1pPr>
          </a:lstStyle>
          <a:p>
            <a:r>
              <a:rPr lang="en-CA" dirty="0"/>
              <a:t>Enter an impressive statistic or fact. e.g. 98% of Algonquin students have been hired immediately after graduation.</a:t>
            </a:r>
            <a:endParaRPr lang="en-US" dirty="0"/>
          </a:p>
        </p:txBody>
      </p:sp>
      <p:sp>
        <p:nvSpPr>
          <p:cNvPr id="10" name="Text Placeholder 6"/>
          <p:cNvSpPr>
            <a:spLocks noGrp="1"/>
          </p:cNvSpPr>
          <p:nvPr>
            <p:ph type="body" sz="quarter" idx="13" hasCustomPrompt="1"/>
          </p:nvPr>
        </p:nvSpPr>
        <p:spPr>
          <a:xfrm>
            <a:off x="2465067" y="1593878"/>
            <a:ext cx="7261866" cy="383034"/>
          </a:xfrm>
        </p:spPr>
        <p:txBody>
          <a:bodyPr anchor="ctr"/>
          <a:lstStyle>
            <a:lvl1pPr algn="ctr">
              <a:lnSpc>
                <a:spcPct val="100000"/>
              </a:lnSpc>
              <a:defRPr sz="1575" b="1">
                <a:solidFill>
                  <a:schemeClr val="bg1"/>
                </a:solidFill>
              </a:defRPr>
            </a:lvl1pPr>
          </a:lstStyle>
          <a:p>
            <a:pPr lvl="0"/>
            <a:r>
              <a:rPr lang="en-CA" dirty="0"/>
              <a:t>THIS IS THE TITLE OF YOUR STATISTIC</a:t>
            </a:r>
            <a:endParaRPr lang="en-US" dirty="0"/>
          </a:p>
        </p:txBody>
      </p:sp>
      <p:sp>
        <p:nvSpPr>
          <p:cNvPr id="11" name="Text Placeholder 8"/>
          <p:cNvSpPr>
            <a:spLocks noGrp="1"/>
          </p:cNvSpPr>
          <p:nvPr>
            <p:ph type="body" sz="quarter" idx="14" hasCustomPrompt="1"/>
          </p:nvPr>
        </p:nvSpPr>
        <p:spPr>
          <a:xfrm>
            <a:off x="2465067" y="4921484"/>
            <a:ext cx="7261866" cy="291603"/>
          </a:xfrm>
        </p:spPr>
        <p:txBody>
          <a:bodyPr anchor="ctr"/>
          <a:lstStyle>
            <a:lvl1pPr algn="ctr">
              <a:defRPr sz="1200">
                <a:solidFill>
                  <a:schemeClr val="bg1"/>
                </a:solidFill>
              </a:defRPr>
            </a:lvl1pPr>
          </a:lstStyle>
          <a:p>
            <a:pPr lvl="0"/>
            <a:r>
              <a:rPr lang="en-CA" dirty="0"/>
              <a:t>THIS IS A SPACE FOR A CITATION OR SOURCE</a:t>
            </a:r>
            <a:endParaRPr lang="en-US" dirty="0"/>
          </a:p>
        </p:txBody>
      </p:sp>
    </p:spTree>
    <p:extLst>
      <p:ext uri="{BB962C8B-B14F-4D97-AF65-F5344CB8AC3E}">
        <p14:creationId xmlns:p14="http://schemas.microsoft.com/office/powerpoint/2010/main" val="66151238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Quotes or Stats V3">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3" name="Picture 2" descr="campus-scape.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724275"/>
            <a:ext cx="12190809" cy="3133725"/>
          </a:xfrm>
          <a:prstGeom prst="rect">
            <a:avLst/>
          </a:prstGeom>
        </p:spPr>
      </p:pic>
      <p:sp>
        <p:nvSpPr>
          <p:cNvPr id="5" name="Title 1"/>
          <p:cNvSpPr>
            <a:spLocks noGrp="1"/>
          </p:cNvSpPr>
          <p:nvPr>
            <p:ph type="title" hasCustomPrompt="1"/>
          </p:nvPr>
        </p:nvSpPr>
        <p:spPr>
          <a:xfrm>
            <a:off x="2465067" y="985406"/>
            <a:ext cx="7261866" cy="2619502"/>
          </a:xfrm>
        </p:spPr>
        <p:txBody>
          <a:bodyPr/>
          <a:lstStyle>
            <a:lvl1pPr algn="ctr">
              <a:lnSpc>
                <a:spcPct val="110000"/>
              </a:lnSpc>
              <a:defRPr sz="3600" baseline="0">
                <a:solidFill>
                  <a:srgbClr val="A6C8BC"/>
                </a:solidFill>
              </a:defRPr>
            </a:lvl1pPr>
          </a:lstStyle>
          <a:p>
            <a:r>
              <a:rPr lang="en-CA" dirty="0"/>
              <a:t>Enter an impressive statistic or fact. e.g. We raised $1,000,000 this year. Highlight a number by making it bold and white.</a:t>
            </a:r>
            <a:endParaRPr lang="en-US" dirty="0"/>
          </a:p>
        </p:txBody>
      </p:sp>
      <p:sp>
        <p:nvSpPr>
          <p:cNvPr id="6" name="Text Placeholder 6"/>
          <p:cNvSpPr>
            <a:spLocks noGrp="1"/>
          </p:cNvSpPr>
          <p:nvPr>
            <p:ph type="body" sz="quarter" idx="13" hasCustomPrompt="1"/>
          </p:nvPr>
        </p:nvSpPr>
        <p:spPr>
          <a:xfrm>
            <a:off x="2465067" y="488976"/>
            <a:ext cx="7261866" cy="383034"/>
          </a:xfrm>
        </p:spPr>
        <p:txBody>
          <a:bodyPr anchor="ctr"/>
          <a:lstStyle>
            <a:lvl1pPr algn="ctr">
              <a:lnSpc>
                <a:spcPct val="100000"/>
              </a:lnSpc>
              <a:defRPr sz="1575" b="1">
                <a:solidFill>
                  <a:schemeClr val="bg1"/>
                </a:solidFill>
              </a:defRPr>
            </a:lvl1pPr>
          </a:lstStyle>
          <a:p>
            <a:pPr lvl="0"/>
            <a:r>
              <a:rPr lang="en-CA" dirty="0"/>
              <a:t>THIS IS THE TITLE OF YOUR STATISTIC</a:t>
            </a:r>
            <a:endParaRPr lang="en-US" dirty="0"/>
          </a:p>
        </p:txBody>
      </p:sp>
    </p:spTree>
    <p:extLst>
      <p:ext uri="{BB962C8B-B14F-4D97-AF65-F5344CB8AC3E}">
        <p14:creationId xmlns:p14="http://schemas.microsoft.com/office/powerpoint/2010/main" val="19091186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Quotes or Stats V4">
    <p:bg>
      <p:bgPr>
        <a:solidFill>
          <a:schemeClr val="bg1"/>
        </a:solidFill>
        <a:effectLst/>
      </p:bgPr>
    </p:bg>
    <p:spTree>
      <p:nvGrpSpPr>
        <p:cNvPr id="1" name=""/>
        <p:cNvGrpSpPr/>
        <p:nvPr/>
      </p:nvGrpSpPr>
      <p:grpSpPr>
        <a:xfrm>
          <a:off x="0" y="0"/>
          <a:ext cx="0" cy="0"/>
          <a:chOff x="0" y="0"/>
          <a:chExt cx="0" cy="0"/>
        </a:xfrm>
      </p:grpSpPr>
      <p:pic>
        <p:nvPicPr>
          <p:cNvPr id="4" name="Picture 3" descr="campus-scape.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724275"/>
            <a:ext cx="12190809" cy="3133725"/>
          </a:xfrm>
          <a:prstGeom prst="rect">
            <a:avLst/>
          </a:prstGeom>
        </p:spPr>
      </p:pic>
      <p:sp>
        <p:nvSpPr>
          <p:cNvPr id="5" name="Title 1"/>
          <p:cNvSpPr>
            <a:spLocks noGrp="1"/>
          </p:cNvSpPr>
          <p:nvPr>
            <p:ph type="title" hasCustomPrompt="1"/>
          </p:nvPr>
        </p:nvSpPr>
        <p:spPr>
          <a:xfrm>
            <a:off x="2465067" y="985406"/>
            <a:ext cx="7261866" cy="2619502"/>
          </a:xfrm>
        </p:spPr>
        <p:txBody>
          <a:bodyPr/>
          <a:lstStyle>
            <a:lvl1pPr algn="ctr">
              <a:lnSpc>
                <a:spcPct val="110000"/>
              </a:lnSpc>
              <a:defRPr sz="3600" baseline="0">
                <a:solidFill>
                  <a:srgbClr val="599A83"/>
                </a:solidFill>
              </a:defRPr>
            </a:lvl1pPr>
          </a:lstStyle>
          <a:p>
            <a:r>
              <a:rPr lang="en-CA" dirty="0"/>
              <a:t>Enter an impressive statistic or fact. e.g. We raised $1,000,000 this year. Highlight a number by making it bold and 100% green.</a:t>
            </a:r>
            <a:endParaRPr lang="en-US" dirty="0"/>
          </a:p>
        </p:txBody>
      </p:sp>
      <p:sp>
        <p:nvSpPr>
          <p:cNvPr id="6" name="Text Placeholder 6"/>
          <p:cNvSpPr>
            <a:spLocks noGrp="1"/>
          </p:cNvSpPr>
          <p:nvPr>
            <p:ph type="body" sz="quarter" idx="13" hasCustomPrompt="1"/>
          </p:nvPr>
        </p:nvSpPr>
        <p:spPr>
          <a:xfrm>
            <a:off x="2465067" y="488976"/>
            <a:ext cx="7261866" cy="383034"/>
          </a:xfrm>
        </p:spPr>
        <p:txBody>
          <a:bodyPr anchor="ctr"/>
          <a:lstStyle>
            <a:lvl1pPr algn="ctr">
              <a:lnSpc>
                <a:spcPct val="100000"/>
              </a:lnSpc>
              <a:defRPr sz="1575" b="1">
                <a:solidFill>
                  <a:schemeClr val="accent1"/>
                </a:solidFill>
              </a:defRPr>
            </a:lvl1pPr>
          </a:lstStyle>
          <a:p>
            <a:pPr lvl="0"/>
            <a:r>
              <a:rPr lang="en-CA" dirty="0"/>
              <a:t>THIS IS THE TITLE OF YOUR STATISTIC</a:t>
            </a:r>
            <a:endParaRPr lang="en-US" dirty="0"/>
          </a:p>
        </p:txBody>
      </p:sp>
    </p:spTree>
    <p:extLst>
      <p:ext uri="{BB962C8B-B14F-4D97-AF65-F5344CB8AC3E}">
        <p14:creationId xmlns:p14="http://schemas.microsoft.com/office/powerpoint/2010/main" val="41682480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Quotes or Stats v5">
    <p:bg>
      <p:bgRef idx="1001">
        <a:schemeClr val="bg2"/>
      </p:bgRef>
    </p:bg>
    <p:spTree>
      <p:nvGrpSpPr>
        <p:cNvPr id="1" name=""/>
        <p:cNvGrpSpPr/>
        <p:nvPr/>
      </p:nvGrpSpPr>
      <p:grpSpPr>
        <a:xfrm>
          <a:off x="0" y="0"/>
          <a:ext cx="0" cy="0"/>
          <a:chOff x="0" y="0"/>
          <a:chExt cx="0" cy="0"/>
        </a:xfrm>
      </p:grpSpPr>
      <p:sp>
        <p:nvSpPr>
          <p:cNvPr id="4" name="Picture Placeholder 3"/>
          <p:cNvSpPr>
            <a:spLocks noGrp="1"/>
          </p:cNvSpPr>
          <p:nvPr>
            <p:ph type="pic" sz="quarter" idx="15" hasCustomPrompt="1"/>
          </p:nvPr>
        </p:nvSpPr>
        <p:spPr>
          <a:xfrm>
            <a:off x="0" y="0"/>
            <a:ext cx="6095206" cy="3428553"/>
          </a:xfrm>
          <a:solidFill>
            <a:schemeClr val="bg2"/>
          </a:solidFill>
          <a:ln>
            <a:noFill/>
          </a:ln>
        </p:spPr>
        <p:txBody>
          <a:bodyPr/>
          <a:lstStyle>
            <a:lvl1pPr algn="ctr">
              <a:defRPr baseline="0">
                <a:ln>
                  <a:noFill/>
                </a:ln>
                <a:solidFill>
                  <a:schemeClr val="tx1"/>
                </a:solidFill>
              </a:defRPr>
            </a:lvl1pPr>
          </a:lstStyle>
          <a:p>
            <a:r>
              <a:rPr lang="en-US" dirty="0"/>
              <a:t>Click this icon to insert a background photo, the resize this box so it covers the whole screen. Make sure it’s good quality.</a:t>
            </a:r>
          </a:p>
        </p:txBody>
      </p:sp>
      <p:sp>
        <p:nvSpPr>
          <p:cNvPr id="12" name="Title 1"/>
          <p:cNvSpPr>
            <a:spLocks noGrp="1"/>
          </p:cNvSpPr>
          <p:nvPr>
            <p:ph type="title" hasCustomPrompt="1"/>
          </p:nvPr>
        </p:nvSpPr>
        <p:spPr>
          <a:xfrm>
            <a:off x="2235377" y="1914188"/>
            <a:ext cx="7721246" cy="3029625"/>
          </a:xfrm>
          <a:solidFill>
            <a:srgbClr val="FFFFFF"/>
          </a:solidFill>
          <a:ln>
            <a:noFill/>
          </a:ln>
          <a:effectLst>
            <a:outerShdw blurRad="381000" dir="2700000" sx="98000" sy="98000" algn="tl" rotWithShape="0">
              <a:srgbClr val="000000">
                <a:alpha val="85000"/>
              </a:srgbClr>
            </a:outerShdw>
          </a:effectLst>
        </p:spPr>
        <p:txBody>
          <a:bodyPr lIns="324000" tIns="1080000" rIns="324000" bIns="1080000"/>
          <a:lstStyle>
            <a:lvl1pPr algn="ctr">
              <a:lnSpc>
                <a:spcPct val="90000"/>
              </a:lnSpc>
              <a:defRPr sz="8399">
                <a:solidFill>
                  <a:srgbClr val="599A83"/>
                </a:solidFill>
              </a:defRPr>
            </a:lvl1pPr>
          </a:lstStyle>
          <a:p>
            <a:r>
              <a:rPr lang="en-CA" dirty="0"/>
              <a:t>$#,###,###</a:t>
            </a:r>
            <a:endParaRPr lang="en-US" dirty="0"/>
          </a:p>
        </p:txBody>
      </p:sp>
      <p:sp>
        <p:nvSpPr>
          <p:cNvPr id="10" name="Text Placeholder 6"/>
          <p:cNvSpPr>
            <a:spLocks noGrp="1"/>
          </p:cNvSpPr>
          <p:nvPr>
            <p:ph type="body" sz="quarter" idx="13" hasCustomPrompt="1"/>
          </p:nvPr>
        </p:nvSpPr>
        <p:spPr>
          <a:xfrm>
            <a:off x="2476178" y="2259471"/>
            <a:ext cx="7239644" cy="383034"/>
          </a:xfrm>
        </p:spPr>
        <p:txBody>
          <a:bodyPr anchor="ctr"/>
          <a:lstStyle>
            <a:lvl1pPr algn="ctr">
              <a:lnSpc>
                <a:spcPct val="100000"/>
              </a:lnSpc>
              <a:defRPr sz="1575" b="1" baseline="0">
                <a:solidFill>
                  <a:srgbClr val="00673E"/>
                </a:solidFill>
              </a:defRPr>
            </a:lvl1pPr>
          </a:lstStyle>
          <a:p>
            <a:pPr lvl="0"/>
            <a:r>
              <a:rPr lang="en-CA" dirty="0"/>
              <a:t>THIS IS THE TITLE OF YOUR STATISTIC</a:t>
            </a:r>
            <a:endParaRPr lang="en-US" dirty="0"/>
          </a:p>
        </p:txBody>
      </p:sp>
      <p:sp>
        <p:nvSpPr>
          <p:cNvPr id="11" name="Text Placeholder 8"/>
          <p:cNvSpPr>
            <a:spLocks noGrp="1"/>
          </p:cNvSpPr>
          <p:nvPr>
            <p:ph type="body" sz="quarter" idx="14" hasCustomPrompt="1"/>
          </p:nvPr>
        </p:nvSpPr>
        <p:spPr>
          <a:xfrm>
            <a:off x="2476178" y="4232939"/>
            <a:ext cx="7239644" cy="291603"/>
          </a:xfrm>
        </p:spPr>
        <p:txBody>
          <a:bodyPr anchor="ctr"/>
          <a:lstStyle>
            <a:lvl1pPr algn="ctr">
              <a:defRPr sz="1200">
                <a:solidFill>
                  <a:schemeClr val="bg1"/>
                </a:solidFill>
              </a:defRPr>
            </a:lvl1pPr>
          </a:lstStyle>
          <a:p>
            <a:pPr lvl="0"/>
            <a:r>
              <a:rPr lang="en-CA" dirty="0"/>
              <a:t>THIS IS A SPACE FOR A CITATION OR SOURCE</a:t>
            </a:r>
            <a:endParaRPr lang="en-US" dirty="0"/>
          </a:p>
        </p:txBody>
      </p:sp>
    </p:spTree>
    <p:extLst>
      <p:ext uri="{BB962C8B-B14F-4D97-AF65-F5344CB8AC3E}">
        <p14:creationId xmlns:p14="http://schemas.microsoft.com/office/powerpoint/2010/main" val="3101362463"/>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Right-Aligned Image with Text + Title">
    <p:bg>
      <p:bgPr>
        <a:solidFill>
          <a:schemeClr val="bg1"/>
        </a:solidFill>
        <a:effectLst/>
      </p:bgPr>
    </p:bg>
    <p:spTree>
      <p:nvGrpSpPr>
        <p:cNvPr id="1" name=""/>
        <p:cNvGrpSpPr/>
        <p:nvPr/>
      </p:nvGrpSpPr>
      <p:grpSpPr>
        <a:xfrm>
          <a:off x="0" y="0"/>
          <a:ext cx="0" cy="0"/>
          <a:chOff x="0" y="0"/>
          <a:chExt cx="0" cy="0"/>
        </a:xfrm>
      </p:grpSpPr>
      <p:sp>
        <p:nvSpPr>
          <p:cNvPr id="12" name="Text Placeholder 5"/>
          <p:cNvSpPr>
            <a:spLocks noGrp="1"/>
          </p:cNvSpPr>
          <p:nvPr>
            <p:ph type="body" sz="quarter" idx="15" hasCustomPrompt="1"/>
          </p:nvPr>
        </p:nvSpPr>
        <p:spPr>
          <a:xfrm>
            <a:off x="609603" y="1803401"/>
            <a:ext cx="5612587" cy="3848100"/>
          </a:xfrm>
        </p:spPr>
        <p:txBody>
          <a:bodyPr/>
          <a:lstStyle>
            <a:lvl1pPr>
              <a:spcBef>
                <a:spcPts val="1200"/>
              </a:spcBef>
              <a:defRPr baseline="0"/>
            </a:lvl1pPr>
            <a:lvl3pPr marL="1515073" indent="-342854">
              <a:buFont typeface="Arial"/>
              <a:buChar char="•"/>
              <a:defRPr/>
            </a:lvl3pPr>
            <a:lvl4pPr>
              <a:spcBef>
                <a:spcPts val="828"/>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2" name="Title 1"/>
          <p:cNvSpPr>
            <a:spLocks noGrp="1"/>
          </p:cNvSpPr>
          <p:nvPr>
            <p:ph type="title" hasCustomPrompt="1"/>
          </p:nvPr>
        </p:nvSpPr>
        <p:spPr>
          <a:xfrm>
            <a:off x="609601" y="576274"/>
            <a:ext cx="5612588" cy="1001980"/>
          </a:xfrm>
        </p:spPr>
        <p:txBody>
          <a:bodyPr anchor="t">
            <a:noAutofit/>
          </a:bodyPr>
          <a:lstStyle>
            <a:lvl1pPr>
              <a:defRPr sz="3600" b="1" baseline="0">
                <a:solidFill>
                  <a:srgbClr val="00673E"/>
                </a:solidFill>
              </a:defRPr>
            </a:lvl1pPr>
          </a:lstStyle>
          <a:p>
            <a:r>
              <a:rPr lang="en-CA" dirty="0"/>
              <a:t>A slide with a right-aligned image</a:t>
            </a:r>
            <a:endParaRPr lang="en-US" dirty="0"/>
          </a:p>
        </p:txBody>
      </p:sp>
      <p:sp>
        <p:nvSpPr>
          <p:cNvPr id="10" name="Text Placeholder 9"/>
          <p:cNvSpPr>
            <a:spLocks noGrp="1"/>
          </p:cNvSpPr>
          <p:nvPr>
            <p:ph type="body" sz="quarter" idx="14" hasCustomPrompt="1"/>
          </p:nvPr>
        </p:nvSpPr>
        <p:spPr>
          <a:xfrm>
            <a:off x="2488876" y="4700460"/>
            <a:ext cx="3733314" cy="951040"/>
          </a:xfrm>
        </p:spPr>
        <p:txBody>
          <a:bodyPr anchor="b"/>
          <a:lstStyle>
            <a:lvl1pPr>
              <a:defRPr sz="1575">
                <a:solidFill>
                  <a:srgbClr val="599A83"/>
                </a:solidFill>
              </a:defRPr>
            </a:lvl1pPr>
          </a:lstStyle>
          <a:p>
            <a:pPr lvl="0"/>
            <a:r>
              <a:rPr lang="en-CA" dirty="0"/>
              <a:t>An optional annotation or extra information text box</a:t>
            </a:r>
            <a:endParaRPr lang="en-US" dirty="0"/>
          </a:p>
        </p:txBody>
      </p:sp>
      <p:sp>
        <p:nvSpPr>
          <p:cNvPr id="11" name="Picture Placeholder 4"/>
          <p:cNvSpPr>
            <a:spLocks noGrp="1"/>
          </p:cNvSpPr>
          <p:nvPr>
            <p:ph type="pic" sz="quarter" idx="16" hasCustomPrompt="1"/>
          </p:nvPr>
        </p:nvSpPr>
        <p:spPr>
          <a:xfrm>
            <a:off x="7009488" y="639773"/>
            <a:ext cx="5182512" cy="5011727"/>
          </a:xfrm>
        </p:spPr>
        <p:txBody>
          <a:bodyPr/>
          <a:lstStyle>
            <a:lvl1pPr>
              <a:defRPr baseline="0"/>
            </a:lvl1pPr>
          </a:lstStyle>
          <a:p>
            <a:r>
              <a:rPr lang="en-US" dirty="0"/>
              <a:t>Click on this icon to insert a photo.</a:t>
            </a:r>
          </a:p>
        </p:txBody>
      </p:sp>
      <p:sp>
        <p:nvSpPr>
          <p:cNvPr id="13" name="Text Placeholder 8"/>
          <p:cNvSpPr>
            <a:spLocks noGrp="1"/>
          </p:cNvSpPr>
          <p:nvPr>
            <p:ph type="body" sz="quarter" idx="17" hasCustomPrompt="1"/>
          </p:nvPr>
        </p:nvSpPr>
        <p:spPr>
          <a:xfrm>
            <a:off x="7009488" y="4057215"/>
            <a:ext cx="3771409" cy="702821"/>
          </a:xfrm>
          <a:solidFill>
            <a:srgbClr val="43B02A"/>
          </a:solidFill>
          <a:ln>
            <a:noFill/>
          </a:ln>
        </p:spPr>
        <p:txBody>
          <a:bodyPr wrap="square" lIns="252000" tIns="252000" rIns="252000" bIns="252000" anchor="ctr">
            <a:spAutoFit/>
          </a:bodyPr>
          <a:lstStyle>
            <a:lvl1pPr>
              <a:lnSpc>
                <a:spcPct val="80000"/>
              </a:lnSpc>
              <a:defRPr sz="1575" b="1" baseline="0">
                <a:ln>
                  <a:noFill/>
                </a:ln>
                <a:solidFill>
                  <a:schemeClr val="bg1"/>
                </a:solidFill>
                <a:effectLst/>
              </a:defRPr>
            </a:lvl1pPr>
          </a:lstStyle>
          <a:p>
            <a:pPr lvl="0"/>
            <a:r>
              <a:rPr lang="en-CA" dirty="0"/>
              <a:t>Optional short caption here</a:t>
            </a:r>
            <a:endParaRPr lang="en-US" dirty="0"/>
          </a:p>
        </p:txBody>
      </p:sp>
      <p:pic>
        <p:nvPicPr>
          <p:cNvPr id="15" name="Picture 14"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6" name="Picture 15"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7"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BCE31CD6-01E1-44B6-AF1B-6C1B8B721DF8}" type="slidenum">
              <a:rPr lang="en-CA" smtClean="0"/>
              <a:t>‹#›</a:t>
            </a:fld>
            <a:endParaRPr lang="en-CA"/>
          </a:p>
        </p:txBody>
      </p:sp>
    </p:spTree>
    <p:extLst>
      <p:ext uri="{BB962C8B-B14F-4D97-AF65-F5344CB8AC3E}">
        <p14:creationId xmlns:p14="http://schemas.microsoft.com/office/powerpoint/2010/main" val="250277901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eft-Aligned Image with Text + Title">
    <p:bg>
      <p:bgPr>
        <a:solidFill>
          <a:schemeClr val="bg1"/>
        </a:solidFill>
        <a:effectLst/>
      </p:bgPr>
    </p:bg>
    <p:spTree>
      <p:nvGrpSpPr>
        <p:cNvPr id="1" name=""/>
        <p:cNvGrpSpPr/>
        <p:nvPr/>
      </p:nvGrpSpPr>
      <p:grpSpPr>
        <a:xfrm>
          <a:off x="0" y="0"/>
          <a:ext cx="0" cy="0"/>
          <a:chOff x="0" y="0"/>
          <a:chExt cx="0" cy="0"/>
        </a:xfrm>
      </p:grpSpPr>
      <p:sp>
        <p:nvSpPr>
          <p:cNvPr id="12" name="Text Placeholder 5"/>
          <p:cNvSpPr>
            <a:spLocks noGrp="1"/>
          </p:cNvSpPr>
          <p:nvPr>
            <p:ph type="body" sz="quarter" idx="15" hasCustomPrompt="1"/>
          </p:nvPr>
        </p:nvSpPr>
        <p:spPr>
          <a:xfrm>
            <a:off x="5993702" y="1803401"/>
            <a:ext cx="5612587" cy="3848100"/>
          </a:xfrm>
        </p:spPr>
        <p:txBody>
          <a:bodyPr/>
          <a:lstStyle>
            <a:lvl1pPr>
              <a:spcBef>
                <a:spcPts val="1200"/>
              </a:spcBef>
              <a:defRPr baseline="0"/>
            </a:lvl1pPr>
            <a:lvl3pPr marL="1515073" indent="-342854">
              <a:buFont typeface="Arial"/>
              <a:buChar char="•"/>
              <a:defRPr/>
            </a:lvl3pPr>
            <a:lvl4pPr>
              <a:spcBef>
                <a:spcPts val="828"/>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2" name="Title 1"/>
          <p:cNvSpPr>
            <a:spLocks noGrp="1"/>
          </p:cNvSpPr>
          <p:nvPr>
            <p:ph type="title" hasCustomPrompt="1"/>
          </p:nvPr>
        </p:nvSpPr>
        <p:spPr>
          <a:xfrm>
            <a:off x="5993700" y="576274"/>
            <a:ext cx="5612588" cy="1001980"/>
          </a:xfrm>
        </p:spPr>
        <p:txBody>
          <a:bodyPr anchor="t">
            <a:noAutofit/>
          </a:bodyPr>
          <a:lstStyle>
            <a:lvl1pPr>
              <a:defRPr sz="3600" b="1" baseline="0">
                <a:solidFill>
                  <a:srgbClr val="00673E"/>
                </a:solidFill>
              </a:defRPr>
            </a:lvl1pPr>
          </a:lstStyle>
          <a:p>
            <a:r>
              <a:rPr lang="en-CA" dirty="0"/>
              <a:t>A slide with a left-aligned image</a:t>
            </a:r>
            <a:endParaRPr lang="en-US" dirty="0"/>
          </a:p>
        </p:txBody>
      </p:sp>
      <p:sp>
        <p:nvSpPr>
          <p:cNvPr id="10" name="Text Placeholder 9"/>
          <p:cNvSpPr>
            <a:spLocks noGrp="1"/>
          </p:cNvSpPr>
          <p:nvPr>
            <p:ph type="body" sz="quarter" idx="14" hasCustomPrompt="1"/>
          </p:nvPr>
        </p:nvSpPr>
        <p:spPr>
          <a:xfrm>
            <a:off x="5993700" y="4700460"/>
            <a:ext cx="3733314" cy="951040"/>
          </a:xfrm>
        </p:spPr>
        <p:txBody>
          <a:bodyPr anchor="b"/>
          <a:lstStyle>
            <a:lvl1pPr>
              <a:defRPr sz="1575">
                <a:solidFill>
                  <a:srgbClr val="599A83"/>
                </a:solidFill>
              </a:defRPr>
            </a:lvl1pPr>
          </a:lstStyle>
          <a:p>
            <a:pPr lvl="0"/>
            <a:r>
              <a:rPr lang="en-CA" dirty="0"/>
              <a:t>An optional annotation or extra information text box</a:t>
            </a:r>
            <a:endParaRPr lang="en-US" dirty="0"/>
          </a:p>
        </p:txBody>
      </p:sp>
      <p:sp>
        <p:nvSpPr>
          <p:cNvPr id="14" name="Picture Placeholder 4"/>
          <p:cNvSpPr>
            <a:spLocks noGrp="1"/>
          </p:cNvSpPr>
          <p:nvPr>
            <p:ph type="pic" sz="quarter" idx="16" hasCustomPrompt="1"/>
          </p:nvPr>
        </p:nvSpPr>
        <p:spPr>
          <a:xfrm>
            <a:off x="0" y="639773"/>
            <a:ext cx="5182512" cy="5011727"/>
          </a:xfrm>
        </p:spPr>
        <p:txBody>
          <a:bodyPr/>
          <a:lstStyle>
            <a:lvl1pPr>
              <a:defRPr baseline="0"/>
            </a:lvl1pPr>
          </a:lstStyle>
          <a:p>
            <a:r>
              <a:rPr lang="en-US" dirty="0"/>
              <a:t>Click on this icon to insert a photo.</a:t>
            </a:r>
          </a:p>
        </p:txBody>
      </p:sp>
      <p:sp>
        <p:nvSpPr>
          <p:cNvPr id="15" name="Text Placeholder 8"/>
          <p:cNvSpPr>
            <a:spLocks noGrp="1"/>
          </p:cNvSpPr>
          <p:nvPr>
            <p:ph type="body" sz="quarter" idx="17" hasCustomPrompt="1"/>
          </p:nvPr>
        </p:nvSpPr>
        <p:spPr>
          <a:xfrm>
            <a:off x="1" y="4057215"/>
            <a:ext cx="3771409" cy="702821"/>
          </a:xfrm>
          <a:solidFill>
            <a:srgbClr val="43B02A"/>
          </a:solidFill>
          <a:ln>
            <a:noFill/>
          </a:ln>
        </p:spPr>
        <p:txBody>
          <a:bodyPr wrap="square" lIns="252000" tIns="252000" rIns="252000" bIns="252000" anchor="ctr">
            <a:spAutoFit/>
          </a:bodyPr>
          <a:lstStyle>
            <a:lvl1pPr>
              <a:lnSpc>
                <a:spcPct val="80000"/>
              </a:lnSpc>
              <a:defRPr sz="1575" b="1" baseline="0">
                <a:ln>
                  <a:noFill/>
                </a:ln>
                <a:solidFill>
                  <a:schemeClr val="bg1"/>
                </a:solidFill>
                <a:effectLst/>
              </a:defRPr>
            </a:lvl1pPr>
          </a:lstStyle>
          <a:p>
            <a:pPr lvl="0"/>
            <a:r>
              <a:rPr lang="en-CA" dirty="0"/>
              <a:t>Optional short caption here</a:t>
            </a:r>
            <a:endParaRPr lang="en-US" dirty="0"/>
          </a:p>
        </p:txBody>
      </p:sp>
      <p:pic>
        <p:nvPicPr>
          <p:cNvPr id="16" name="Picture 15"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7" name="Picture 16"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8"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BCE31CD6-01E1-44B6-AF1B-6C1B8B721DF8}" type="slidenum">
              <a:rPr lang="en-CA" smtClean="0"/>
              <a:t>‹#›</a:t>
            </a:fld>
            <a:endParaRPr lang="en-CA"/>
          </a:p>
        </p:txBody>
      </p:sp>
    </p:spTree>
    <p:extLst>
      <p:ext uri="{BB962C8B-B14F-4D97-AF65-F5344CB8AC3E}">
        <p14:creationId xmlns:p14="http://schemas.microsoft.com/office/powerpoint/2010/main" val="90801002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Full Frame Photo">
    <p:bg>
      <p:bgPr>
        <a:solidFill>
          <a:schemeClr val="bg1"/>
        </a:solidFill>
        <a:effectLst/>
      </p:bgPr>
    </p:bg>
    <p:spTree>
      <p:nvGrpSpPr>
        <p:cNvPr id="1" name=""/>
        <p:cNvGrpSpPr/>
        <p:nvPr/>
      </p:nvGrpSpPr>
      <p:grpSpPr>
        <a:xfrm>
          <a:off x="0" y="0"/>
          <a:ext cx="0" cy="0"/>
          <a:chOff x="0" y="0"/>
          <a:chExt cx="0" cy="0"/>
        </a:xfrm>
      </p:grpSpPr>
      <p:sp>
        <p:nvSpPr>
          <p:cNvPr id="3" name="Picture Placeholder 2"/>
          <p:cNvSpPr>
            <a:spLocks noGrp="1"/>
          </p:cNvSpPr>
          <p:nvPr>
            <p:ph type="pic" idx="1" hasCustomPrompt="1"/>
          </p:nvPr>
        </p:nvSpPr>
        <p:spPr>
          <a:xfrm>
            <a:off x="889" y="0"/>
            <a:ext cx="12191111" cy="6858000"/>
          </a:xfrm>
        </p:spPr>
        <p:txBody>
          <a:bodyPr/>
          <a:lstStyle>
            <a:lvl1pPr marL="0" indent="0">
              <a:buNone/>
              <a:defRPr sz="3000" baseline="0"/>
            </a:lvl1pPr>
            <a:lvl2pPr marL="586109" indent="0">
              <a:buNone/>
              <a:defRPr sz="3600"/>
            </a:lvl2pPr>
            <a:lvl3pPr marL="1172219" indent="0">
              <a:buNone/>
              <a:defRPr sz="3075"/>
            </a:lvl3pPr>
            <a:lvl4pPr marL="1758328" indent="0">
              <a:buNone/>
              <a:defRPr sz="2550"/>
            </a:lvl4pPr>
            <a:lvl5pPr marL="2344438" indent="0">
              <a:buNone/>
              <a:defRPr sz="2550"/>
            </a:lvl5pPr>
            <a:lvl6pPr marL="2930547" indent="0">
              <a:buNone/>
              <a:defRPr sz="2550"/>
            </a:lvl6pPr>
            <a:lvl7pPr marL="3516656" indent="0">
              <a:buNone/>
              <a:defRPr sz="2550"/>
            </a:lvl7pPr>
            <a:lvl8pPr marL="4102766" indent="0">
              <a:buNone/>
              <a:defRPr sz="2550"/>
            </a:lvl8pPr>
            <a:lvl9pPr marL="4688875" indent="0">
              <a:buNone/>
              <a:defRPr sz="2550"/>
            </a:lvl9pPr>
          </a:lstStyle>
          <a:p>
            <a:r>
              <a:rPr lang="en-US" dirty="0"/>
              <a:t>Click on this icon to insert a photo.</a:t>
            </a:r>
          </a:p>
        </p:txBody>
      </p:sp>
      <p:sp>
        <p:nvSpPr>
          <p:cNvPr id="8" name="Text Placeholder 8"/>
          <p:cNvSpPr>
            <a:spLocks noGrp="1"/>
          </p:cNvSpPr>
          <p:nvPr>
            <p:ph type="body" sz="quarter" idx="16" hasCustomPrompt="1"/>
          </p:nvPr>
        </p:nvSpPr>
        <p:spPr>
          <a:xfrm>
            <a:off x="1" y="4680866"/>
            <a:ext cx="5968223" cy="678593"/>
          </a:xfrm>
          <a:solidFill>
            <a:srgbClr val="43B02A"/>
          </a:solidFill>
          <a:ln>
            <a:noFill/>
          </a:ln>
        </p:spPr>
        <p:txBody>
          <a:bodyPr wrap="square" lIns="252000" tIns="180000" rIns="252000" bIns="252000" anchor="ctr">
            <a:spAutoFit/>
          </a:bodyPr>
          <a:lstStyle>
            <a:lvl1pPr>
              <a:lnSpc>
                <a:spcPct val="100000"/>
              </a:lnSpc>
              <a:defRPr sz="1575" b="1" baseline="0">
                <a:ln>
                  <a:noFill/>
                </a:ln>
                <a:solidFill>
                  <a:schemeClr val="bg1"/>
                </a:solidFill>
                <a:effectLst/>
              </a:defRPr>
            </a:lvl1pPr>
          </a:lstStyle>
          <a:p>
            <a:pPr lvl="0"/>
            <a:r>
              <a:rPr lang="en-CA" dirty="0"/>
              <a:t>Optional short caption here</a:t>
            </a:r>
            <a:endParaRPr lang="en-US" dirty="0"/>
          </a:p>
        </p:txBody>
      </p:sp>
    </p:spTree>
    <p:extLst>
      <p:ext uri="{BB962C8B-B14F-4D97-AF65-F5344CB8AC3E}">
        <p14:creationId xmlns:p14="http://schemas.microsoft.com/office/powerpoint/2010/main" val="62067494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wo Photos">
    <p:bg>
      <p:bgPr>
        <a:solidFill>
          <a:schemeClr val="bg1"/>
        </a:solidFill>
        <a:effectLst/>
      </p:bgPr>
    </p:bg>
    <p:spTree>
      <p:nvGrpSpPr>
        <p:cNvPr id="1" name=""/>
        <p:cNvGrpSpPr/>
        <p:nvPr/>
      </p:nvGrpSpPr>
      <p:grpSpPr>
        <a:xfrm>
          <a:off x="0" y="0"/>
          <a:ext cx="0" cy="0"/>
          <a:chOff x="0" y="0"/>
          <a:chExt cx="0" cy="0"/>
        </a:xfrm>
      </p:grpSpPr>
      <p:pic>
        <p:nvPicPr>
          <p:cNvPr id="12" name="Picture 11" descr="swoosh-85.eps"/>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0" y="2822884"/>
            <a:ext cx="12192000" cy="1304320"/>
          </a:xfrm>
          <a:prstGeom prst="rect">
            <a:avLst/>
          </a:prstGeom>
        </p:spPr>
      </p:pic>
      <p:sp>
        <p:nvSpPr>
          <p:cNvPr id="4" name="Picture Placeholder 3"/>
          <p:cNvSpPr>
            <a:spLocks noGrp="1"/>
          </p:cNvSpPr>
          <p:nvPr>
            <p:ph type="pic" sz="quarter" idx="10" hasCustomPrompt="1"/>
          </p:nvPr>
        </p:nvSpPr>
        <p:spPr>
          <a:xfrm>
            <a:off x="6249078" y="622301"/>
            <a:ext cx="5333402" cy="5022000"/>
          </a:xfrm>
        </p:spPr>
        <p:txBody>
          <a:bodyPr/>
          <a:lstStyle/>
          <a:p>
            <a:r>
              <a:rPr lang="en-US" dirty="0"/>
              <a:t>Click on this icon to insert a photo.</a:t>
            </a:r>
          </a:p>
        </p:txBody>
      </p:sp>
      <p:sp>
        <p:nvSpPr>
          <p:cNvPr id="6" name="Picture Placeholder 5"/>
          <p:cNvSpPr>
            <a:spLocks noGrp="1"/>
          </p:cNvSpPr>
          <p:nvPr>
            <p:ph type="pic" sz="quarter" idx="11" hasCustomPrompt="1"/>
          </p:nvPr>
        </p:nvSpPr>
        <p:spPr>
          <a:xfrm>
            <a:off x="622220" y="622301"/>
            <a:ext cx="5358701" cy="5022000"/>
          </a:xfrm>
        </p:spPr>
        <p:txBody>
          <a:bodyPr/>
          <a:lstStyle/>
          <a:p>
            <a:r>
              <a:rPr lang="en-US" dirty="0"/>
              <a:t>Click on this icon to insert a photo.</a:t>
            </a:r>
          </a:p>
        </p:txBody>
      </p:sp>
      <p:sp>
        <p:nvSpPr>
          <p:cNvPr id="9" name="Text Placeholder 8"/>
          <p:cNvSpPr>
            <a:spLocks noGrp="1"/>
          </p:cNvSpPr>
          <p:nvPr>
            <p:ph type="body" sz="quarter" idx="16" hasCustomPrompt="1"/>
          </p:nvPr>
        </p:nvSpPr>
        <p:spPr>
          <a:xfrm>
            <a:off x="622220" y="4064673"/>
            <a:ext cx="3504743" cy="702821"/>
          </a:xfrm>
          <a:solidFill>
            <a:srgbClr val="43B02A"/>
          </a:solidFill>
          <a:ln>
            <a:noFill/>
          </a:ln>
        </p:spPr>
        <p:txBody>
          <a:bodyPr wrap="square" lIns="252000" tIns="252000" rIns="252000" bIns="252000" anchor="ctr">
            <a:spAutoFit/>
          </a:bodyPr>
          <a:lstStyle>
            <a:lvl1pPr>
              <a:lnSpc>
                <a:spcPct val="80000"/>
              </a:lnSpc>
              <a:defRPr sz="1575" b="1">
                <a:ln>
                  <a:noFill/>
                </a:ln>
                <a:solidFill>
                  <a:schemeClr val="bg1"/>
                </a:solidFill>
                <a:effectLst/>
              </a:defRPr>
            </a:lvl1pPr>
          </a:lstStyle>
          <a:p>
            <a:pPr lvl="0"/>
            <a:r>
              <a:rPr lang="en-CA" dirty="0"/>
              <a:t>Optional short caption here</a:t>
            </a:r>
            <a:endParaRPr lang="en-US" dirty="0"/>
          </a:p>
        </p:txBody>
      </p:sp>
      <p:sp>
        <p:nvSpPr>
          <p:cNvPr id="11" name="Text Placeholder 8"/>
          <p:cNvSpPr>
            <a:spLocks noGrp="1"/>
          </p:cNvSpPr>
          <p:nvPr>
            <p:ph type="body" sz="quarter" idx="18" hasCustomPrompt="1"/>
          </p:nvPr>
        </p:nvSpPr>
        <p:spPr>
          <a:xfrm>
            <a:off x="6249079" y="4064673"/>
            <a:ext cx="3490554" cy="702821"/>
          </a:xfrm>
          <a:solidFill>
            <a:srgbClr val="43B02A"/>
          </a:solidFill>
          <a:ln>
            <a:noFill/>
          </a:ln>
        </p:spPr>
        <p:txBody>
          <a:bodyPr wrap="square" lIns="252000" tIns="252000" rIns="252000" bIns="252000" anchor="ctr">
            <a:spAutoFit/>
          </a:bodyPr>
          <a:lstStyle>
            <a:lvl1pPr>
              <a:lnSpc>
                <a:spcPct val="80000"/>
              </a:lnSpc>
              <a:defRPr sz="1575" b="1">
                <a:ln>
                  <a:noFill/>
                </a:ln>
                <a:solidFill>
                  <a:schemeClr val="bg1"/>
                </a:solidFill>
                <a:effectLst/>
              </a:defRPr>
            </a:lvl1pPr>
          </a:lstStyle>
          <a:p>
            <a:pPr lvl="0"/>
            <a:r>
              <a:rPr lang="en-CA" dirty="0"/>
              <a:t>Optional short caption here</a:t>
            </a:r>
            <a:endParaRPr lang="en-US" dirty="0"/>
          </a:p>
        </p:txBody>
      </p:sp>
      <p:pic>
        <p:nvPicPr>
          <p:cNvPr id="16" name="Picture 15" descr="green-bar.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7" name="Picture 16" descr="ac-icon.eps"/>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8"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BCE31CD6-01E1-44B6-AF1B-6C1B8B721DF8}" type="slidenum">
              <a:rPr lang="en-CA" smtClean="0"/>
              <a:t>‹#›</a:t>
            </a:fld>
            <a:endParaRPr lang="en-CA"/>
          </a:p>
        </p:txBody>
      </p:sp>
    </p:spTree>
    <p:extLst>
      <p:ext uri="{BB962C8B-B14F-4D97-AF65-F5344CB8AC3E}">
        <p14:creationId xmlns:p14="http://schemas.microsoft.com/office/powerpoint/2010/main" val="2056360113"/>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Photo with Description">
    <p:bg>
      <p:bgPr>
        <a:solidFill>
          <a:schemeClr val="bg1"/>
        </a:solidFill>
        <a:effectLst/>
      </p:bgPr>
    </p:bg>
    <p:spTree>
      <p:nvGrpSpPr>
        <p:cNvPr id="1" name=""/>
        <p:cNvGrpSpPr/>
        <p:nvPr/>
      </p:nvGrpSpPr>
      <p:grpSpPr>
        <a:xfrm>
          <a:off x="0" y="0"/>
          <a:ext cx="0" cy="0"/>
          <a:chOff x="0" y="0"/>
          <a:chExt cx="0" cy="0"/>
        </a:xfrm>
      </p:grpSpPr>
      <p:pic>
        <p:nvPicPr>
          <p:cNvPr id="11" name="Picture 10" descr="swoosh-85.eps"/>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0" y="3895645"/>
            <a:ext cx="12192000" cy="1304320"/>
          </a:xfrm>
          <a:prstGeom prst="rect">
            <a:avLst/>
          </a:prstGeom>
        </p:spPr>
      </p:pic>
      <p:sp>
        <p:nvSpPr>
          <p:cNvPr id="12" name="Picture Placeholder 5"/>
          <p:cNvSpPr>
            <a:spLocks noGrp="1"/>
          </p:cNvSpPr>
          <p:nvPr>
            <p:ph type="pic" sz="quarter" idx="11" hasCustomPrompt="1"/>
          </p:nvPr>
        </p:nvSpPr>
        <p:spPr>
          <a:xfrm>
            <a:off x="622220" y="622301"/>
            <a:ext cx="8698367" cy="5022000"/>
          </a:xfrm>
        </p:spPr>
        <p:txBody>
          <a:bodyPr/>
          <a:lstStyle>
            <a:lvl1pPr>
              <a:defRPr baseline="0"/>
            </a:lvl1pPr>
          </a:lstStyle>
          <a:p>
            <a:r>
              <a:rPr lang="en-US" dirty="0"/>
              <a:t>Click on this icon to insert a photo.</a:t>
            </a:r>
          </a:p>
        </p:txBody>
      </p:sp>
      <p:sp>
        <p:nvSpPr>
          <p:cNvPr id="13" name="Text Placeholder 8"/>
          <p:cNvSpPr>
            <a:spLocks noGrp="1"/>
          </p:cNvSpPr>
          <p:nvPr>
            <p:ph type="body" sz="quarter" idx="16" hasCustomPrompt="1"/>
          </p:nvPr>
        </p:nvSpPr>
        <p:spPr>
          <a:xfrm>
            <a:off x="622220" y="4064673"/>
            <a:ext cx="3504743" cy="702821"/>
          </a:xfrm>
          <a:solidFill>
            <a:srgbClr val="43B02A"/>
          </a:solidFill>
          <a:ln>
            <a:noFill/>
          </a:ln>
        </p:spPr>
        <p:txBody>
          <a:bodyPr wrap="square" lIns="252000" tIns="252000" rIns="252000" bIns="252000" anchor="ctr">
            <a:spAutoFit/>
          </a:bodyPr>
          <a:lstStyle>
            <a:lvl1pPr>
              <a:lnSpc>
                <a:spcPct val="80000"/>
              </a:lnSpc>
              <a:defRPr sz="1575" b="1">
                <a:ln>
                  <a:noFill/>
                </a:ln>
                <a:solidFill>
                  <a:schemeClr val="bg1"/>
                </a:solidFill>
                <a:effectLst/>
              </a:defRPr>
            </a:lvl1pPr>
          </a:lstStyle>
          <a:p>
            <a:pPr lvl="0"/>
            <a:r>
              <a:rPr lang="en-CA" dirty="0"/>
              <a:t>Optional short caption here</a:t>
            </a:r>
            <a:endParaRPr lang="en-US" dirty="0"/>
          </a:p>
        </p:txBody>
      </p:sp>
      <p:sp>
        <p:nvSpPr>
          <p:cNvPr id="14" name="Text Placeholder 9"/>
          <p:cNvSpPr>
            <a:spLocks noGrp="1"/>
          </p:cNvSpPr>
          <p:nvPr>
            <p:ph type="body" sz="quarter" idx="14" hasCustomPrompt="1"/>
          </p:nvPr>
        </p:nvSpPr>
        <p:spPr>
          <a:xfrm>
            <a:off x="9827671" y="551258"/>
            <a:ext cx="1754730" cy="5100242"/>
          </a:xfrm>
        </p:spPr>
        <p:txBody>
          <a:bodyPr/>
          <a:lstStyle>
            <a:lvl1pPr>
              <a:spcBef>
                <a:spcPts val="1275"/>
              </a:spcBef>
              <a:defRPr sz="1575">
                <a:solidFill>
                  <a:srgbClr val="599A83"/>
                </a:solidFill>
              </a:defRPr>
            </a:lvl1pPr>
          </a:lstStyle>
          <a:p>
            <a:pPr lvl="0"/>
            <a:r>
              <a:rPr lang="en-CA" dirty="0"/>
              <a:t>An optional annotation or extra information text box</a:t>
            </a:r>
            <a:endParaRPr lang="en-US" dirty="0"/>
          </a:p>
        </p:txBody>
      </p:sp>
      <p:pic>
        <p:nvPicPr>
          <p:cNvPr id="19" name="Picture 18" descr="green-bar.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20" name="Picture 19" descr="ac-icon.eps"/>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21"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BCE31CD6-01E1-44B6-AF1B-6C1B8B721DF8}" type="slidenum">
              <a:rPr lang="en-CA" smtClean="0"/>
              <a:t>‹#›</a:t>
            </a:fld>
            <a:endParaRPr lang="en-CA"/>
          </a:p>
        </p:txBody>
      </p:sp>
    </p:spTree>
    <p:extLst>
      <p:ext uri="{BB962C8B-B14F-4D97-AF65-F5344CB8AC3E}">
        <p14:creationId xmlns:p14="http://schemas.microsoft.com/office/powerpoint/2010/main" val="270716905"/>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Graphic + Title and Description">
    <p:bg>
      <p:bgPr>
        <a:solidFill>
          <a:schemeClr val="bg1"/>
        </a:solidFill>
        <a:effectLst/>
      </p:bgPr>
    </p:bg>
    <p:spTree>
      <p:nvGrpSpPr>
        <p:cNvPr id="1" name=""/>
        <p:cNvGrpSpPr/>
        <p:nvPr/>
      </p:nvGrpSpPr>
      <p:grpSpPr>
        <a:xfrm>
          <a:off x="0" y="0"/>
          <a:ext cx="0" cy="0"/>
          <a:chOff x="0" y="0"/>
          <a:chExt cx="0" cy="0"/>
        </a:xfrm>
      </p:grpSpPr>
      <p:pic>
        <p:nvPicPr>
          <p:cNvPr id="12" name="Picture 11" descr="swoosh-85.eps"/>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0" y="3895645"/>
            <a:ext cx="12192000" cy="1304320"/>
          </a:xfrm>
          <a:prstGeom prst="rect">
            <a:avLst/>
          </a:prstGeom>
        </p:spPr>
      </p:pic>
      <p:sp>
        <p:nvSpPr>
          <p:cNvPr id="13" name="Picture Placeholder 5"/>
          <p:cNvSpPr>
            <a:spLocks noGrp="1"/>
          </p:cNvSpPr>
          <p:nvPr>
            <p:ph type="pic" sz="quarter" idx="11" hasCustomPrompt="1"/>
          </p:nvPr>
        </p:nvSpPr>
        <p:spPr>
          <a:xfrm>
            <a:off x="622220" y="1803401"/>
            <a:ext cx="7093623" cy="3840900"/>
          </a:xfrm>
        </p:spPr>
        <p:txBody>
          <a:bodyPr/>
          <a:lstStyle/>
          <a:p>
            <a:r>
              <a:rPr lang="en-US" dirty="0"/>
              <a:t>Click on this icon to insert a graphic.</a:t>
            </a:r>
          </a:p>
        </p:txBody>
      </p:sp>
      <p:sp>
        <p:nvSpPr>
          <p:cNvPr id="20"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graphic slide with a title and optional annotation</a:t>
            </a:r>
            <a:endParaRPr lang="en-US" dirty="0"/>
          </a:p>
        </p:txBody>
      </p:sp>
      <p:sp>
        <p:nvSpPr>
          <p:cNvPr id="23" name="Text Placeholder 9"/>
          <p:cNvSpPr>
            <a:spLocks noGrp="1"/>
          </p:cNvSpPr>
          <p:nvPr>
            <p:ph type="body" sz="quarter" idx="14" hasCustomPrompt="1"/>
          </p:nvPr>
        </p:nvSpPr>
        <p:spPr>
          <a:xfrm>
            <a:off x="9827671" y="551258"/>
            <a:ext cx="1754730" cy="5100242"/>
          </a:xfrm>
        </p:spPr>
        <p:txBody>
          <a:bodyPr/>
          <a:lstStyle>
            <a:lvl1pPr>
              <a:spcBef>
                <a:spcPts val="1275"/>
              </a:spcBef>
              <a:defRPr sz="1575">
                <a:solidFill>
                  <a:srgbClr val="599A83"/>
                </a:solidFill>
              </a:defRPr>
            </a:lvl1pPr>
          </a:lstStyle>
          <a:p>
            <a:pPr lvl="0"/>
            <a:r>
              <a:rPr lang="en-CA" dirty="0"/>
              <a:t>An optional annotation or extra information text box</a:t>
            </a:r>
            <a:endParaRPr lang="en-US" dirty="0"/>
          </a:p>
        </p:txBody>
      </p:sp>
      <p:pic>
        <p:nvPicPr>
          <p:cNvPr id="24" name="Picture 23" descr="green-bar.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25" name="Picture 24" descr="ac-icon.eps"/>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26"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BCE31CD6-01E1-44B6-AF1B-6C1B8B721DF8}" type="slidenum">
              <a:rPr lang="en-CA" smtClean="0"/>
              <a:t>‹#›</a:t>
            </a:fld>
            <a:endParaRPr lang="en-CA"/>
          </a:p>
        </p:txBody>
      </p:sp>
    </p:spTree>
    <p:extLst>
      <p:ext uri="{BB962C8B-B14F-4D97-AF65-F5344CB8AC3E}">
        <p14:creationId xmlns:p14="http://schemas.microsoft.com/office/powerpoint/2010/main" val="1373700493"/>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able or Chart">
    <p:bg>
      <p:bgRef idx="1001">
        <a:schemeClr val="bg1"/>
      </p:bgRef>
    </p:bg>
    <p:spTree>
      <p:nvGrpSpPr>
        <p:cNvPr id="1" name=""/>
        <p:cNvGrpSpPr/>
        <p:nvPr/>
      </p:nvGrpSpPr>
      <p:grpSpPr>
        <a:xfrm>
          <a:off x="0" y="0"/>
          <a:ext cx="0" cy="0"/>
          <a:chOff x="0" y="0"/>
          <a:chExt cx="0" cy="0"/>
        </a:xfrm>
      </p:grpSpPr>
      <p:pic>
        <p:nvPicPr>
          <p:cNvPr id="5" name="Picture 4"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8" name="Picture 7"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3"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BCE31CD6-01E1-44B6-AF1B-6C1B8B721DF8}" type="slidenum">
              <a:rPr lang="en-CA" smtClean="0"/>
              <a:t>‹#›</a:t>
            </a:fld>
            <a:endParaRPr lang="en-CA"/>
          </a:p>
        </p:txBody>
      </p:sp>
      <p:sp>
        <p:nvSpPr>
          <p:cNvPr id="15"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chart or table slide with optional annotation</a:t>
            </a:r>
            <a:endParaRPr lang="en-US" dirty="0"/>
          </a:p>
        </p:txBody>
      </p:sp>
      <p:sp>
        <p:nvSpPr>
          <p:cNvPr id="17" name="Table Placeholder 3"/>
          <p:cNvSpPr>
            <a:spLocks noGrp="1"/>
          </p:cNvSpPr>
          <p:nvPr>
            <p:ph type="tbl" sz="quarter" idx="20" hasCustomPrompt="1"/>
          </p:nvPr>
        </p:nvSpPr>
        <p:spPr>
          <a:xfrm>
            <a:off x="609540" y="1803798"/>
            <a:ext cx="7106147" cy="3840956"/>
          </a:xfrm>
        </p:spPr>
        <p:txBody>
          <a:bodyPr/>
          <a:lstStyle>
            <a:lvl1pPr>
              <a:defRPr baseline="0"/>
            </a:lvl1pPr>
          </a:lstStyle>
          <a:p>
            <a:r>
              <a:rPr lang="en-US" dirty="0"/>
              <a:t>Click on the icon to insert a table or chart.</a:t>
            </a:r>
          </a:p>
        </p:txBody>
      </p:sp>
      <p:sp>
        <p:nvSpPr>
          <p:cNvPr id="18" name="Text Placeholder 9"/>
          <p:cNvSpPr>
            <a:spLocks noGrp="1"/>
          </p:cNvSpPr>
          <p:nvPr>
            <p:ph type="body" sz="quarter" idx="14" hasCustomPrompt="1"/>
          </p:nvPr>
        </p:nvSpPr>
        <p:spPr>
          <a:xfrm>
            <a:off x="9827671" y="551258"/>
            <a:ext cx="1754730" cy="5100242"/>
          </a:xfrm>
        </p:spPr>
        <p:txBody>
          <a:bodyPr/>
          <a:lstStyle>
            <a:lvl1pPr>
              <a:spcBef>
                <a:spcPts val="1275"/>
              </a:spcBef>
              <a:defRPr sz="1575">
                <a:solidFill>
                  <a:srgbClr val="599A83"/>
                </a:solidFill>
              </a:defRPr>
            </a:lvl1pPr>
          </a:lstStyle>
          <a:p>
            <a:pPr lvl="0"/>
            <a:r>
              <a:rPr lang="en-CA" dirty="0"/>
              <a:t>An optional annotation or extra information text box</a:t>
            </a:r>
            <a:endParaRPr lang="en-US" dirty="0"/>
          </a:p>
        </p:txBody>
      </p:sp>
    </p:spTree>
    <p:extLst>
      <p:ext uri="{BB962C8B-B14F-4D97-AF65-F5344CB8AC3E}">
        <p14:creationId xmlns:p14="http://schemas.microsoft.com/office/powerpoint/2010/main" val="136555570"/>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Outro Slide">
    <p:bg>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2211100" y="2338355"/>
            <a:ext cx="7769800" cy="1959129"/>
          </a:xfrm>
        </p:spPr>
        <p:txBody>
          <a:bodyPr lIns="0" tIns="0" rIns="0" bIns="0" anchor="ctr">
            <a:noAutofit/>
          </a:bodyPr>
          <a:lstStyle>
            <a:lvl1pPr marL="0" indent="0" algn="ctr">
              <a:buNone/>
              <a:defRPr sz="3600" baseline="0">
                <a:solidFill>
                  <a:schemeClr val="accent5"/>
                </a:solidFill>
              </a:defRPr>
            </a:lvl1pPr>
            <a:lvl2pPr marL="586109" indent="0" algn="ctr">
              <a:buNone/>
              <a:defRPr>
                <a:solidFill>
                  <a:schemeClr val="tx1">
                    <a:tint val="75000"/>
                  </a:schemeClr>
                </a:solidFill>
              </a:defRPr>
            </a:lvl2pPr>
            <a:lvl3pPr marL="1172219" indent="0" algn="ctr">
              <a:buNone/>
              <a:defRPr>
                <a:solidFill>
                  <a:schemeClr val="tx1">
                    <a:tint val="75000"/>
                  </a:schemeClr>
                </a:solidFill>
              </a:defRPr>
            </a:lvl3pPr>
            <a:lvl4pPr marL="1758328" indent="0" algn="ctr">
              <a:buNone/>
              <a:defRPr>
                <a:solidFill>
                  <a:schemeClr val="tx1">
                    <a:tint val="75000"/>
                  </a:schemeClr>
                </a:solidFill>
              </a:defRPr>
            </a:lvl4pPr>
            <a:lvl5pPr marL="2344438" indent="0" algn="ctr">
              <a:buNone/>
              <a:defRPr>
                <a:solidFill>
                  <a:schemeClr val="tx1">
                    <a:tint val="75000"/>
                  </a:schemeClr>
                </a:solidFill>
              </a:defRPr>
            </a:lvl5pPr>
            <a:lvl6pPr marL="2930547" indent="0" algn="ctr">
              <a:buNone/>
              <a:defRPr>
                <a:solidFill>
                  <a:schemeClr val="tx1">
                    <a:tint val="75000"/>
                  </a:schemeClr>
                </a:solidFill>
              </a:defRPr>
            </a:lvl6pPr>
            <a:lvl7pPr marL="3516656" indent="0" algn="ctr">
              <a:buNone/>
              <a:defRPr>
                <a:solidFill>
                  <a:schemeClr val="tx1">
                    <a:tint val="75000"/>
                  </a:schemeClr>
                </a:solidFill>
              </a:defRPr>
            </a:lvl7pPr>
            <a:lvl8pPr marL="4102766" indent="0" algn="ctr">
              <a:buNone/>
              <a:defRPr>
                <a:solidFill>
                  <a:schemeClr val="tx1">
                    <a:tint val="75000"/>
                  </a:schemeClr>
                </a:solidFill>
              </a:defRPr>
            </a:lvl8pPr>
            <a:lvl9pPr marL="4688875" indent="0" algn="ctr">
              <a:buNone/>
              <a:defRPr>
                <a:solidFill>
                  <a:schemeClr val="tx1">
                    <a:tint val="75000"/>
                  </a:schemeClr>
                </a:solidFill>
              </a:defRPr>
            </a:lvl9pPr>
          </a:lstStyle>
          <a:p>
            <a:r>
              <a:rPr lang="en-CA" dirty="0"/>
              <a:t>Questions? Put your contact prompt message and your email here.</a:t>
            </a:r>
            <a:endParaRPr lang="en-US" dirty="0"/>
          </a:p>
        </p:txBody>
      </p:sp>
      <p:sp>
        <p:nvSpPr>
          <p:cNvPr id="2" name="Title 1"/>
          <p:cNvSpPr>
            <a:spLocks noGrp="1"/>
          </p:cNvSpPr>
          <p:nvPr>
            <p:ph type="ctrTitle" hasCustomPrompt="1"/>
          </p:nvPr>
        </p:nvSpPr>
        <p:spPr>
          <a:xfrm>
            <a:off x="2490464" y="1562096"/>
            <a:ext cx="7211074" cy="763559"/>
          </a:xfrm>
        </p:spPr>
        <p:txBody>
          <a:bodyPr anchor="b"/>
          <a:lstStyle>
            <a:lvl1pPr algn="ctr">
              <a:defRPr baseline="0">
                <a:solidFill>
                  <a:srgbClr val="00673E"/>
                </a:solidFill>
              </a:defRPr>
            </a:lvl1pPr>
          </a:lstStyle>
          <a:p>
            <a:r>
              <a:rPr lang="en-CA" dirty="0"/>
              <a:t>Thank you message</a:t>
            </a:r>
            <a:endParaRPr lang="en-US" dirty="0"/>
          </a:p>
        </p:txBody>
      </p:sp>
      <p:sp>
        <p:nvSpPr>
          <p:cNvPr id="5" name="Text Placeholder 4"/>
          <p:cNvSpPr>
            <a:spLocks noGrp="1"/>
          </p:cNvSpPr>
          <p:nvPr>
            <p:ph type="body" sz="quarter" idx="10" hasCustomPrompt="1"/>
          </p:nvPr>
        </p:nvSpPr>
        <p:spPr>
          <a:xfrm>
            <a:off x="2490463" y="4513380"/>
            <a:ext cx="7211075" cy="346810"/>
          </a:xfrm>
        </p:spPr>
        <p:txBody>
          <a:bodyPr anchor="t"/>
          <a:lstStyle>
            <a:lvl1pPr algn="ctr">
              <a:defRPr>
                <a:solidFill>
                  <a:schemeClr val="accent2"/>
                </a:solidFill>
              </a:defRPr>
            </a:lvl1pPr>
          </a:lstStyle>
          <a:p>
            <a:pPr lvl="0"/>
            <a:r>
              <a:rPr lang="en-CA" dirty="0" err="1"/>
              <a:t>www.algonquincollege.com</a:t>
            </a:r>
            <a:r>
              <a:rPr lang="en-CA" dirty="0"/>
              <a:t>/</a:t>
            </a:r>
            <a:r>
              <a:rPr lang="en-CA" dirty="0" err="1"/>
              <a:t>relevantURL</a:t>
            </a:r>
            <a:endParaRPr lang="en-US" dirty="0"/>
          </a:p>
        </p:txBody>
      </p:sp>
      <p:pic>
        <p:nvPicPr>
          <p:cNvPr id="13" name="Picture 12" descr="ac-icon-green.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32692" y="621411"/>
            <a:ext cx="476310" cy="350999"/>
          </a:xfrm>
          <a:prstGeom prst="rect">
            <a:avLst/>
          </a:prstGeom>
        </p:spPr>
      </p:pic>
      <p:pic>
        <p:nvPicPr>
          <p:cNvPr id="14" name="Picture 13" descr="curtain-100.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524369"/>
            <a:ext cx="12192000" cy="1333631"/>
          </a:xfrm>
          <a:prstGeom prst="rect">
            <a:avLst/>
          </a:prstGeom>
        </p:spPr>
      </p:pic>
    </p:spTree>
    <p:extLst>
      <p:ext uri="{BB962C8B-B14F-4D97-AF65-F5344CB8AC3E}">
        <p14:creationId xmlns:p14="http://schemas.microsoft.com/office/powerpoint/2010/main" val="69431383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Blank Slide">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8467483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FE345-6686-964E-01FF-0E12996BCC66}"/>
              </a:ext>
            </a:extLst>
          </p:cNvPr>
          <p:cNvSpPr>
            <a:spLocks noGrp="1"/>
          </p:cNvSpPr>
          <p:nvPr>
            <p:ph type="title"/>
          </p:nvPr>
        </p:nvSpPr>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D9812D78-C8AD-9D1D-FFE5-411FCC89EB5A}"/>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C143767F-C8A1-018B-8BE8-43599FD12DD2}"/>
              </a:ext>
            </a:extLst>
          </p:cNvPr>
          <p:cNvSpPr>
            <a:spLocks noGrp="1"/>
          </p:cNvSpPr>
          <p:nvPr>
            <p:ph type="dt" sz="half" idx="10"/>
          </p:nvPr>
        </p:nvSpPr>
        <p:spPr/>
        <p:txBody>
          <a:bodyPr/>
          <a:lstStyle/>
          <a:p>
            <a:fld id="{1250448C-4F4A-4DCE-9114-1A5B1D890DD5}" type="datetimeFigureOut">
              <a:rPr lang="en-CA" smtClean="0"/>
              <a:t>2026-01-31</a:t>
            </a:fld>
            <a:endParaRPr lang="en-CA"/>
          </a:p>
        </p:txBody>
      </p:sp>
      <p:sp>
        <p:nvSpPr>
          <p:cNvPr id="5" name="Footer Placeholder 4">
            <a:extLst>
              <a:ext uri="{FF2B5EF4-FFF2-40B4-BE49-F238E27FC236}">
                <a16:creationId xmlns:a16="http://schemas.microsoft.com/office/drawing/2014/main" id="{E23EAA12-7ABA-E490-171A-C0710CBCEC11}"/>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C236B122-972D-A3C8-3749-BD6D0E65F28F}"/>
              </a:ext>
            </a:extLst>
          </p:cNvPr>
          <p:cNvSpPr>
            <a:spLocks noGrp="1"/>
          </p:cNvSpPr>
          <p:nvPr>
            <p:ph type="sldNum" sz="quarter" idx="12"/>
          </p:nvPr>
        </p:nvSpPr>
        <p:spPr/>
        <p:txBody>
          <a:bodyPr/>
          <a:lstStyle/>
          <a:p>
            <a:fld id="{BCE31CD6-01E1-44B6-AF1B-6C1B8B721DF8}" type="slidenum">
              <a:rPr lang="en-CA" smtClean="0"/>
              <a:t>‹#›</a:t>
            </a:fld>
            <a:endParaRPr lang="en-CA"/>
          </a:p>
        </p:txBody>
      </p:sp>
    </p:spTree>
    <p:extLst>
      <p:ext uri="{BB962C8B-B14F-4D97-AF65-F5344CB8AC3E}">
        <p14:creationId xmlns:p14="http://schemas.microsoft.com/office/powerpoint/2010/main" val="244987862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6F4F4"/>
          </a:solidFill>
          <a:ln/>
        </p:spPr>
        <p:txBody>
          <a:bodyPr/>
          <a:lstStyle/>
          <a:p>
            <a:endParaRPr lang="en-CZ"/>
          </a:p>
        </p:txBody>
      </p:sp>
      <p:sp>
        <p:nvSpPr>
          <p:cNvPr id="3" name="Shape 1"/>
          <p:cNvSpPr/>
          <p:nvPr/>
        </p:nvSpPr>
        <p:spPr>
          <a:xfrm>
            <a:off x="0" y="0"/>
            <a:ext cx="12192000" cy="6858000"/>
          </a:xfrm>
          <a:prstGeom prst="rect">
            <a:avLst/>
          </a:prstGeom>
          <a:solidFill>
            <a:srgbClr val="FFFFFF"/>
          </a:solidFill>
          <a:ln/>
        </p:spPr>
        <p:txBody>
          <a:bodyPr/>
          <a:lstStyle/>
          <a:p>
            <a:endParaRPr lang="en-CZ"/>
          </a:p>
        </p:txBody>
      </p:sp>
      <p:pic>
        <p:nvPicPr>
          <p:cNvPr id="4" name="Image 0" descr="preencoded.png">
            <a:hlinkClick r:id="rId2"/>
          </p:cNvPr>
          <p:cNvPicPr>
            <a:picLocks noChangeAspect="1"/>
          </p:cNvPicPr>
          <p:nvPr/>
        </p:nvPicPr>
        <p:blipFill>
          <a:blip r:embed="rId3"/>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421950911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1" y="499889"/>
            <a:ext cx="10972800" cy="1100311"/>
          </a:xfrm>
          <a:prstGeom prst="rect">
            <a:avLst/>
          </a:prstGeom>
        </p:spPr>
        <p:txBody>
          <a:bodyPr vert="horz" lIns="0" tIns="0" rIns="0" bIns="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609601" y="1600200"/>
            <a:ext cx="10972800" cy="3903399"/>
          </a:xfrm>
          <a:prstGeom prst="rect">
            <a:avLst/>
          </a:prstGeom>
        </p:spPr>
        <p:txBody>
          <a:bodyPr vert="horz" lIns="0" tIns="0" rIns="0" bIns="0" rtlCol="0">
            <a:noAutofit/>
          </a:bodyPr>
          <a:lstStyle/>
          <a:p>
            <a:pPr lvl="0"/>
            <a:r>
              <a:rPr lang="en-CA" dirty="0"/>
              <a:t>Click to edit Master text styles</a:t>
            </a:r>
          </a:p>
          <a:p>
            <a:pPr lvl="1"/>
            <a:r>
              <a:rPr lang="en-CA" dirty="0"/>
              <a:t>First level</a:t>
            </a:r>
          </a:p>
          <a:p>
            <a:pPr lvl="2"/>
            <a:r>
              <a:rPr lang="en-CA" dirty="0"/>
              <a:t>Second level</a:t>
            </a:r>
          </a:p>
          <a:p>
            <a:pPr lvl="0"/>
            <a:endParaRPr lang="en-CA" dirty="0"/>
          </a:p>
        </p:txBody>
      </p:sp>
      <p:sp>
        <p:nvSpPr>
          <p:cNvPr id="6" name="Slide Number Placeholder 5"/>
          <p:cNvSpPr>
            <a:spLocks noGrp="1"/>
          </p:cNvSpPr>
          <p:nvPr>
            <p:ph type="sldNum" sz="quarter" idx="4"/>
          </p:nvPr>
        </p:nvSpPr>
        <p:spPr>
          <a:xfrm>
            <a:off x="609601" y="6356351"/>
            <a:ext cx="885052" cy="365126"/>
          </a:xfrm>
          <a:prstGeom prst="rect">
            <a:avLst/>
          </a:prstGeom>
        </p:spPr>
        <p:txBody>
          <a:bodyPr vert="horz" lIns="0" tIns="0" rIns="0" bIns="0" rtlCol="0" anchor="ctr"/>
          <a:lstStyle>
            <a:lvl1pPr algn="l">
              <a:defRPr sz="1575" b="1">
                <a:solidFill>
                  <a:schemeClr val="tx1">
                    <a:tint val="75000"/>
                  </a:schemeClr>
                </a:solidFill>
              </a:defRPr>
            </a:lvl1pPr>
          </a:lstStyle>
          <a:p>
            <a:fld id="{BCE31CD6-01E1-44B6-AF1B-6C1B8B721DF8}" type="slidenum">
              <a:rPr lang="en-CA" smtClean="0"/>
              <a:t>‹#›</a:t>
            </a:fld>
            <a:endParaRPr lang="en-CA"/>
          </a:p>
        </p:txBody>
      </p:sp>
    </p:spTree>
    <p:extLst>
      <p:ext uri="{BB962C8B-B14F-4D97-AF65-F5344CB8AC3E}">
        <p14:creationId xmlns:p14="http://schemas.microsoft.com/office/powerpoint/2010/main" val="1674367820"/>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 id="2147483685" r:id="rId24"/>
    <p:sldLayoutId id="2147483686" r:id="rId25"/>
    <p:sldLayoutId id="2147483687" r:id="rId26"/>
    <p:sldLayoutId id="2147483688" r:id="rId27"/>
    <p:sldLayoutId id="2147483689" r:id="rId28"/>
    <p:sldLayoutId id="2147483690" r:id="rId29"/>
    <p:sldLayoutId id="2147483691" r:id="rId30"/>
    <p:sldLayoutId id="2147483692" r:id="rId31"/>
    <p:sldLayoutId id="2147483693" r:id="rId32"/>
    <p:sldLayoutId id="2147483694" r:id="rId33"/>
    <p:sldLayoutId id="2147483695" r:id="rId34"/>
    <p:sldLayoutId id="2147483696" r:id="rId35"/>
    <p:sldLayoutId id="2147483698" r:id="rId36"/>
    <p:sldLayoutId id="2147483699" r:id="rId37"/>
  </p:sldLayoutIdLst>
  <p:txStyles>
    <p:titleStyle>
      <a:lvl1pPr algn="l" defTabSz="586109" rtl="0" eaLnBrk="1" latinLnBrk="0" hangingPunct="1">
        <a:lnSpc>
          <a:spcPct val="80000"/>
        </a:lnSpc>
        <a:spcBef>
          <a:spcPct val="0"/>
        </a:spcBef>
        <a:buNone/>
        <a:defRPr sz="5399" kern="1200">
          <a:solidFill>
            <a:schemeClr val="accent5"/>
          </a:solidFill>
          <a:latin typeface="+mj-lt"/>
          <a:ea typeface="+mj-ea"/>
          <a:cs typeface="+mj-cs"/>
        </a:defRPr>
      </a:lvl1pPr>
    </p:titleStyle>
    <p:bodyStyle>
      <a:lvl1pPr marL="0" indent="0" algn="l" defTabSz="586109" rtl="0" eaLnBrk="1" latinLnBrk="0" hangingPunct="1">
        <a:lnSpc>
          <a:spcPct val="110000"/>
        </a:lnSpc>
        <a:spcBef>
          <a:spcPct val="20000"/>
        </a:spcBef>
        <a:buClr>
          <a:schemeClr val="accent2"/>
        </a:buClr>
        <a:buFontTx/>
        <a:buNone/>
        <a:defRPr sz="2400" kern="1200">
          <a:solidFill>
            <a:schemeClr val="accent5"/>
          </a:solidFill>
          <a:latin typeface="+mn-lt"/>
          <a:ea typeface="+mn-ea"/>
          <a:cs typeface="+mn-cs"/>
        </a:defRPr>
      </a:lvl1pPr>
      <a:lvl2pPr marL="952428" indent="-366319" algn="l" defTabSz="586109" rtl="0" eaLnBrk="1" latinLnBrk="0" hangingPunct="1">
        <a:lnSpc>
          <a:spcPct val="110000"/>
        </a:lnSpc>
        <a:spcBef>
          <a:spcPct val="20000"/>
        </a:spcBef>
        <a:buClr>
          <a:schemeClr val="accent2"/>
        </a:buClr>
        <a:buSzPct val="75000"/>
        <a:buFont typeface="Arial"/>
        <a:buChar char="•"/>
        <a:defRPr sz="2400" kern="1200">
          <a:solidFill>
            <a:schemeClr val="accent5"/>
          </a:solidFill>
          <a:latin typeface="+mn-lt"/>
          <a:ea typeface="+mn-ea"/>
          <a:cs typeface="+mn-cs"/>
        </a:defRPr>
      </a:lvl2pPr>
      <a:lvl3pPr marL="1515073" indent="-342854" algn="l" defTabSz="586109" rtl="0" eaLnBrk="1" latinLnBrk="0" hangingPunct="1">
        <a:lnSpc>
          <a:spcPct val="110000"/>
        </a:lnSpc>
        <a:spcBef>
          <a:spcPct val="20000"/>
        </a:spcBef>
        <a:buClr>
          <a:schemeClr val="accent2"/>
        </a:buClr>
        <a:buSzPct val="60000"/>
        <a:buFont typeface="Wingdings" charset="2"/>
        <a:buChar char="§"/>
        <a:defRPr sz="2400" kern="1200" baseline="0">
          <a:solidFill>
            <a:schemeClr val="accent5"/>
          </a:solidFill>
          <a:latin typeface="+mn-lt"/>
          <a:ea typeface="+mn-ea"/>
          <a:cs typeface="+mn-cs"/>
        </a:defRPr>
      </a:lvl3pPr>
      <a:lvl4pPr marL="2051383" indent="-293055" algn="l" defTabSz="586109" rtl="0" eaLnBrk="1" latinLnBrk="0" hangingPunct="1">
        <a:lnSpc>
          <a:spcPct val="120000"/>
        </a:lnSpc>
        <a:spcBef>
          <a:spcPct val="20000"/>
        </a:spcBef>
        <a:buClr>
          <a:schemeClr val="accent2"/>
        </a:buClr>
        <a:buSzPct val="90000"/>
        <a:buFont typeface="Arial"/>
        <a:buChar char="–"/>
        <a:defRPr sz="1575" kern="1200">
          <a:solidFill>
            <a:schemeClr val="accent4"/>
          </a:solidFill>
          <a:latin typeface="+mn-lt"/>
          <a:ea typeface="+mn-ea"/>
          <a:cs typeface="+mn-cs"/>
        </a:defRPr>
      </a:lvl4pPr>
      <a:lvl5pPr marL="2637492" indent="-293055" algn="l" defTabSz="586109" rtl="0" eaLnBrk="1" latinLnBrk="0" hangingPunct="1">
        <a:spcBef>
          <a:spcPct val="20000"/>
        </a:spcBef>
        <a:buFont typeface="Arial"/>
        <a:buChar char="»"/>
        <a:defRPr sz="2550" kern="1200">
          <a:solidFill>
            <a:schemeClr val="accent5"/>
          </a:solidFill>
          <a:latin typeface="+mn-lt"/>
          <a:ea typeface="+mn-ea"/>
          <a:cs typeface="+mn-cs"/>
        </a:defRPr>
      </a:lvl5pPr>
      <a:lvl6pPr marL="3223602" indent="-293055" algn="l" defTabSz="586109" rtl="0" eaLnBrk="1" latinLnBrk="0" hangingPunct="1">
        <a:spcBef>
          <a:spcPct val="20000"/>
        </a:spcBef>
        <a:buFont typeface="Arial"/>
        <a:buChar char="•"/>
        <a:defRPr sz="2550" kern="1200">
          <a:solidFill>
            <a:schemeClr val="tx1"/>
          </a:solidFill>
          <a:latin typeface="+mn-lt"/>
          <a:ea typeface="+mn-ea"/>
          <a:cs typeface="+mn-cs"/>
        </a:defRPr>
      </a:lvl6pPr>
      <a:lvl7pPr marL="3809711" indent="-293055" algn="l" defTabSz="586109" rtl="0" eaLnBrk="1" latinLnBrk="0" hangingPunct="1">
        <a:spcBef>
          <a:spcPct val="20000"/>
        </a:spcBef>
        <a:buFont typeface="Arial"/>
        <a:buChar char="•"/>
        <a:defRPr sz="2550" kern="1200">
          <a:solidFill>
            <a:schemeClr val="tx1"/>
          </a:solidFill>
          <a:latin typeface="+mn-lt"/>
          <a:ea typeface="+mn-ea"/>
          <a:cs typeface="+mn-cs"/>
        </a:defRPr>
      </a:lvl7pPr>
      <a:lvl8pPr marL="4395821" indent="-293055" algn="l" defTabSz="586109" rtl="0" eaLnBrk="1" latinLnBrk="0" hangingPunct="1">
        <a:spcBef>
          <a:spcPct val="20000"/>
        </a:spcBef>
        <a:buFont typeface="Arial"/>
        <a:buChar char="•"/>
        <a:defRPr sz="2550" kern="1200">
          <a:solidFill>
            <a:schemeClr val="tx1"/>
          </a:solidFill>
          <a:latin typeface="+mn-lt"/>
          <a:ea typeface="+mn-ea"/>
          <a:cs typeface="+mn-cs"/>
        </a:defRPr>
      </a:lvl8pPr>
      <a:lvl9pPr marL="4981930" indent="-293055" algn="l" defTabSz="586109" rtl="0" eaLnBrk="1" latinLnBrk="0" hangingPunct="1">
        <a:spcBef>
          <a:spcPct val="20000"/>
        </a:spcBef>
        <a:buFont typeface="Arial"/>
        <a:buChar char="•"/>
        <a:defRPr sz="2550" kern="1200">
          <a:solidFill>
            <a:schemeClr val="tx1"/>
          </a:solidFill>
          <a:latin typeface="+mn-lt"/>
          <a:ea typeface="+mn-ea"/>
          <a:cs typeface="+mn-cs"/>
        </a:defRPr>
      </a:lvl9pPr>
    </p:bodyStyle>
    <p:otherStyle>
      <a:defPPr>
        <a:defRPr lang="en-US"/>
      </a:defPPr>
      <a:lvl1pPr marL="0" algn="l" defTabSz="586109" rtl="0" eaLnBrk="1" latinLnBrk="0" hangingPunct="1">
        <a:defRPr sz="2325" kern="1200">
          <a:solidFill>
            <a:schemeClr val="tx1"/>
          </a:solidFill>
          <a:latin typeface="+mn-lt"/>
          <a:ea typeface="+mn-ea"/>
          <a:cs typeface="+mn-cs"/>
        </a:defRPr>
      </a:lvl1pPr>
      <a:lvl2pPr marL="586109" algn="l" defTabSz="586109" rtl="0" eaLnBrk="1" latinLnBrk="0" hangingPunct="1">
        <a:defRPr sz="2325" kern="1200">
          <a:solidFill>
            <a:schemeClr val="tx1"/>
          </a:solidFill>
          <a:latin typeface="+mn-lt"/>
          <a:ea typeface="+mn-ea"/>
          <a:cs typeface="+mn-cs"/>
        </a:defRPr>
      </a:lvl2pPr>
      <a:lvl3pPr marL="1172219" algn="l" defTabSz="586109" rtl="0" eaLnBrk="1" latinLnBrk="0" hangingPunct="1">
        <a:defRPr sz="2325" kern="1200">
          <a:solidFill>
            <a:schemeClr val="tx1"/>
          </a:solidFill>
          <a:latin typeface="+mn-lt"/>
          <a:ea typeface="+mn-ea"/>
          <a:cs typeface="+mn-cs"/>
        </a:defRPr>
      </a:lvl3pPr>
      <a:lvl4pPr marL="1758328" algn="l" defTabSz="586109" rtl="0" eaLnBrk="1" latinLnBrk="0" hangingPunct="1">
        <a:defRPr sz="2325" kern="1200">
          <a:solidFill>
            <a:schemeClr val="tx1"/>
          </a:solidFill>
          <a:latin typeface="+mn-lt"/>
          <a:ea typeface="+mn-ea"/>
          <a:cs typeface="+mn-cs"/>
        </a:defRPr>
      </a:lvl4pPr>
      <a:lvl5pPr marL="2344438" algn="l" defTabSz="586109" rtl="0" eaLnBrk="1" latinLnBrk="0" hangingPunct="1">
        <a:defRPr sz="2325" kern="1200">
          <a:solidFill>
            <a:schemeClr val="tx1"/>
          </a:solidFill>
          <a:latin typeface="+mn-lt"/>
          <a:ea typeface="+mn-ea"/>
          <a:cs typeface="+mn-cs"/>
        </a:defRPr>
      </a:lvl5pPr>
      <a:lvl6pPr marL="2930547" algn="l" defTabSz="586109" rtl="0" eaLnBrk="1" latinLnBrk="0" hangingPunct="1">
        <a:defRPr sz="2325" kern="1200">
          <a:solidFill>
            <a:schemeClr val="tx1"/>
          </a:solidFill>
          <a:latin typeface="+mn-lt"/>
          <a:ea typeface="+mn-ea"/>
          <a:cs typeface="+mn-cs"/>
        </a:defRPr>
      </a:lvl6pPr>
      <a:lvl7pPr marL="3516656" algn="l" defTabSz="586109" rtl="0" eaLnBrk="1" latinLnBrk="0" hangingPunct="1">
        <a:defRPr sz="2325" kern="1200">
          <a:solidFill>
            <a:schemeClr val="tx1"/>
          </a:solidFill>
          <a:latin typeface="+mn-lt"/>
          <a:ea typeface="+mn-ea"/>
          <a:cs typeface="+mn-cs"/>
        </a:defRPr>
      </a:lvl7pPr>
      <a:lvl8pPr marL="4102766" algn="l" defTabSz="586109" rtl="0" eaLnBrk="1" latinLnBrk="0" hangingPunct="1">
        <a:defRPr sz="2325" kern="1200">
          <a:solidFill>
            <a:schemeClr val="tx1"/>
          </a:solidFill>
          <a:latin typeface="+mn-lt"/>
          <a:ea typeface="+mn-ea"/>
          <a:cs typeface="+mn-cs"/>
        </a:defRPr>
      </a:lvl8pPr>
      <a:lvl9pPr marL="4688875" algn="l" defTabSz="586109" rtl="0" eaLnBrk="1" latinLnBrk="0" hangingPunct="1">
        <a:defRPr sz="232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7.xml"/></Relationships>
</file>

<file path=ppt/slides/_rels/slide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7.xml"/></Relationships>
</file>

<file path=ppt/slides/_rels/slide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png"/><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xml"/><Relationship Id="rId1" Type="http://schemas.openxmlformats.org/officeDocument/2006/relationships/slideLayout" Target="../slideLayouts/slideLayout27.xml"/><Relationship Id="rId4" Type="http://schemas.openxmlformats.org/officeDocument/2006/relationships/image" Target="../media/image20.jpg"/></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23.gif"/><Relationship Id="rId2" Type="http://schemas.openxmlformats.org/officeDocument/2006/relationships/diagramData" Target="../diagrams/data1.xml"/><Relationship Id="rId1" Type="http://schemas.openxmlformats.org/officeDocument/2006/relationships/slideLayout" Target="../slideLayouts/slideLayout3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xml"/><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25.jpg"/><Relationship Id="rId1" Type="http://schemas.openxmlformats.org/officeDocument/2006/relationships/slideLayout" Target="../slideLayouts/slideLayout27.xml"/><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7.xml"/></Relationships>
</file>

<file path=ppt/slides/_rels/slide1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7.xml"/></Relationships>
</file>

<file path=ppt/slides/_rels/slide1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7.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7.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3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7.xml"/></Relationships>
</file>

<file path=ppt/slides/_rels/slide20.xml.rels><?xml version="1.0" encoding="UTF-8" standalone="yes"?>
<Relationships xmlns="http://schemas.openxmlformats.org/package/2006/relationships"><Relationship Id="rId3" Type="http://schemas.openxmlformats.org/officeDocument/2006/relationships/image" Target="../media/image40.gif"/><Relationship Id="rId2" Type="http://schemas.openxmlformats.org/officeDocument/2006/relationships/image" Target="../media/image39.png"/><Relationship Id="rId1" Type="http://schemas.openxmlformats.org/officeDocument/2006/relationships/slideLayout" Target="../slideLayouts/slideLayout27.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41.png"/><Relationship Id="rId2" Type="http://schemas.openxmlformats.org/officeDocument/2006/relationships/diagramData" Target="../diagrams/data4.xml"/><Relationship Id="rId1" Type="http://schemas.openxmlformats.org/officeDocument/2006/relationships/slideLayout" Target="../slideLayouts/slideLayout33.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7.xml"/></Relationships>
</file>

<file path=ppt/slides/_rels/slide2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7.xml"/></Relationships>
</file>

<file path=ppt/slides/_rels/slide2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2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7.xml"/></Relationships>
</file>

<file path=ppt/slides/_rels/slide27.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notesSlide" Target="../notesSlides/notesSlide6.xml"/><Relationship Id="rId1" Type="http://schemas.openxmlformats.org/officeDocument/2006/relationships/slideLayout" Target="../slideLayouts/slideLayout37.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7.xml"/></Relationships>
</file>

<file path=ppt/slides/_rels/slide30.xml.rels><?xml version="1.0" encoding="UTF-8" standalone="yes"?>
<Relationships xmlns="http://schemas.openxmlformats.org/package/2006/relationships"><Relationship Id="rId3" Type="http://schemas.openxmlformats.org/officeDocument/2006/relationships/hyperlink" Target="https://learn.microsoft.com/en-us/azure/machine-learning/component-reference/evaluate-model?view=azureml-api-2" TargetMode="External"/><Relationship Id="rId2" Type="http://schemas.openxmlformats.org/officeDocument/2006/relationships/image" Target="../media/image52.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5.xml"/><Relationship Id="rId5" Type="http://schemas.openxmlformats.org/officeDocument/2006/relationships/image" Target="../media/image57.png"/><Relationship Id="rId4" Type="http://schemas.openxmlformats.org/officeDocument/2006/relationships/image" Target="../media/image56.png"/></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33.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36.xml.rels><?xml version="1.0" encoding="UTF-8" standalone="yes"?>
<Relationships xmlns="http://schemas.openxmlformats.org/package/2006/relationships"><Relationship Id="rId8" Type="http://schemas.openxmlformats.org/officeDocument/2006/relationships/hyperlink" Target="https://learn.microsoft.com/en-us/azure/machine-learning/component-reference/evaluate-model?view=azureml-api-2" TargetMode="External"/><Relationship Id="rId3" Type="http://schemas.openxmlformats.org/officeDocument/2006/relationships/hyperlink" Target="https://www.kaggle.com/datasets/tongpython/cat-and-dog" TargetMode="External"/><Relationship Id="rId7" Type="http://schemas.openxmlformats.org/officeDocument/2006/relationships/hyperlink" Target="https://www.analyticsvidhya.com/blog/2021/08/beginners-guide-to-convolutional-neural-network-with-implementation-in-python/" TargetMode="External"/><Relationship Id="rId2" Type="http://schemas.openxmlformats.org/officeDocument/2006/relationships/hyperlink" Target="https://austingwalters.com/edge-detection-in-computer-vision" TargetMode="External"/><Relationship Id="rId1" Type="http://schemas.openxmlformats.org/officeDocument/2006/relationships/slideLayout" Target="../slideLayouts/slideLayout33.xml"/><Relationship Id="rId6" Type="http://schemas.openxmlformats.org/officeDocument/2006/relationships/hyperlink" Target="https://www.simplilearn.com/tutorials/deep-learning-tutorial/convolutional-neural-network" TargetMode="External"/><Relationship Id="rId5" Type="http://schemas.openxmlformats.org/officeDocument/2006/relationships/hyperlink" Target="https://www.semanticscholar.org/paper/Cats-and-dogs-Parkhi-Vedaldi/84b50ebe85f7a1721800125e7882fce8c45b5c5a" TargetMode="External"/><Relationship Id="rId4" Type="http://schemas.openxmlformats.org/officeDocument/2006/relationships/hyperlink" Target="https://gamma.app/#images" TargetMode="External"/><Relationship Id="rId9" Type="http://schemas.openxmlformats.org/officeDocument/2006/relationships/image" Target="../media/image64.png"/></Relationships>
</file>

<file path=ppt/slides/_rels/slide37.xml.rels><?xml version="1.0" encoding="UTF-8" standalone="yes"?>
<Relationships xmlns="http://schemas.openxmlformats.org/package/2006/relationships"><Relationship Id="rId2" Type="http://schemas.openxmlformats.org/officeDocument/2006/relationships/image" Target="../media/image65.jpg"/><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E5BC8-9232-E442-86CE-667C1E95B794}"/>
              </a:ext>
            </a:extLst>
          </p:cNvPr>
          <p:cNvSpPr>
            <a:spLocks noGrp="1"/>
          </p:cNvSpPr>
          <p:nvPr>
            <p:ph type="title"/>
          </p:nvPr>
        </p:nvSpPr>
        <p:spPr>
          <a:xfrm>
            <a:off x="411892" y="625701"/>
            <a:ext cx="10692881" cy="854420"/>
          </a:xfrm>
        </p:spPr>
        <p:txBody>
          <a:bodyPr anchor="t">
            <a:noAutofit/>
          </a:bodyPr>
          <a:lstStyle/>
          <a:p>
            <a:pPr>
              <a:lnSpc>
                <a:spcPts val="6416"/>
              </a:lnSpc>
            </a:pPr>
            <a:r>
              <a:rPr lang="en-US" b="1" kern="0" spc="-154" dirty="0">
                <a:solidFill>
                  <a:srgbClr val="000000"/>
                </a:solidFill>
                <a:latin typeface="Inter Bold" pitchFamily="34" charset="0"/>
                <a:ea typeface="Inter Bold" pitchFamily="34" charset="-122"/>
                <a:cs typeface="Inter Bold" pitchFamily="34" charset="-120"/>
              </a:rPr>
              <a:t>Convolutional Neural Networks (CNN) in </a:t>
            </a:r>
            <a:br>
              <a:rPr lang="en-US" b="1" kern="0" spc="-154" dirty="0">
                <a:solidFill>
                  <a:srgbClr val="000000"/>
                </a:solidFill>
                <a:latin typeface="Inter Bold" pitchFamily="34" charset="0"/>
                <a:ea typeface="Inter Bold" pitchFamily="34" charset="-122"/>
                <a:cs typeface="Inter Bold" pitchFamily="34" charset="-120"/>
              </a:rPr>
            </a:br>
            <a:r>
              <a:rPr lang="en-US" b="1" kern="0" spc="-154" dirty="0">
                <a:solidFill>
                  <a:srgbClr val="000000"/>
                </a:solidFill>
                <a:latin typeface="Inter Bold" pitchFamily="34" charset="0"/>
                <a:ea typeface="Inter Bold" pitchFamily="34" charset="-122"/>
                <a:cs typeface="Inter Bold" pitchFamily="34" charset="-120"/>
              </a:rPr>
              <a:t>Machine Vision</a:t>
            </a:r>
            <a:endParaRPr lang="en-US" dirty="0"/>
          </a:p>
        </p:txBody>
      </p:sp>
      <p:sp>
        <p:nvSpPr>
          <p:cNvPr id="6" name="Text 1">
            <a:extLst>
              <a:ext uri="{FF2B5EF4-FFF2-40B4-BE49-F238E27FC236}">
                <a16:creationId xmlns:a16="http://schemas.microsoft.com/office/drawing/2014/main" id="{F078A59E-DE78-3495-49D1-2FAB99E18F3C}"/>
              </a:ext>
            </a:extLst>
          </p:cNvPr>
          <p:cNvSpPr/>
          <p:nvPr/>
        </p:nvSpPr>
        <p:spPr>
          <a:xfrm>
            <a:off x="464561" y="2609341"/>
            <a:ext cx="6297018" cy="302419"/>
          </a:xfrm>
          <a:prstGeom prst="rect">
            <a:avLst/>
          </a:prstGeom>
          <a:noFill/>
          <a:ln/>
        </p:spPr>
        <p:txBody>
          <a:bodyPr wrap="none" lIns="0" tIns="0" rIns="0" bIns="0" rtlCol="0" anchor="t"/>
          <a:lstStyle/>
          <a:p>
            <a:pPr>
              <a:lnSpc>
                <a:spcPts val="2375"/>
              </a:lnSpc>
            </a:pPr>
            <a:r>
              <a:rPr lang="en-US" sz="1600" kern="0" spc="-30" dirty="0">
                <a:solidFill>
                  <a:srgbClr val="272525"/>
                </a:solidFill>
                <a:latin typeface="Inter" pitchFamily="34" charset="0"/>
                <a:ea typeface="Inter" pitchFamily="34" charset="-122"/>
                <a:cs typeface="Inter" pitchFamily="34" charset="-120"/>
              </a:rPr>
              <a:t>Transforming visual recognition through deep learning.</a:t>
            </a:r>
            <a:endParaRPr lang="en-US" sz="1600" dirty="0"/>
          </a:p>
        </p:txBody>
      </p:sp>
      <p:pic>
        <p:nvPicPr>
          <p:cNvPr id="7" name="Image 0" descr="preencoded.png">
            <a:extLst>
              <a:ext uri="{FF2B5EF4-FFF2-40B4-BE49-F238E27FC236}">
                <a16:creationId xmlns:a16="http://schemas.microsoft.com/office/drawing/2014/main" id="{29F5E8AC-AC9D-7CEB-3FA7-9D02AB72A947}"/>
              </a:ext>
            </a:extLst>
          </p:cNvPr>
          <p:cNvPicPr>
            <a:picLocks noChangeAspect="1"/>
          </p:cNvPicPr>
          <p:nvPr/>
        </p:nvPicPr>
        <p:blipFill>
          <a:blip r:embed="rId2"/>
          <a:stretch>
            <a:fillRect/>
          </a:stretch>
        </p:blipFill>
        <p:spPr>
          <a:xfrm>
            <a:off x="7620000" y="1"/>
            <a:ext cx="4572000" cy="6305872"/>
          </a:xfrm>
          <a:prstGeom prst="rect">
            <a:avLst/>
          </a:prstGeom>
        </p:spPr>
      </p:pic>
      <p:sp>
        <p:nvSpPr>
          <p:cNvPr id="11" name="Text 2">
            <a:extLst>
              <a:ext uri="{FF2B5EF4-FFF2-40B4-BE49-F238E27FC236}">
                <a16:creationId xmlns:a16="http://schemas.microsoft.com/office/drawing/2014/main" id="{F0CA489A-3E53-B6C6-229B-AA22BA87BD02}"/>
              </a:ext>
            </a:extLst>
          </p:cNvPr>
          <p:cNvSpPr/>
          <p:nvPr/>
        </p:nvSpPr>
        <p:spPr>
          <a:xfrm>
            <a:off x="661492" y="4645819"/>
            <a:ext cx="2565301" cy="295275"/>
          </a:xfrm>
          <a:prstGeom prst="rect">
            <a:avLst/>
          </a:prstGeom>
          <a:noFill/>
          <a:ln/>
        </p:spPr>
        <p:txBody>
          <a:bodyPr wrap="none" lIns="0" tIns="0" rIns="0" bIns="0" rtlCol="0" anchor="t"/>
          <a:lstStyle/>
          <a:p>
            <a:pPr>
              <a:lnSpc>
                <a:spcPts val="2292"/>
              </a:lnSpc>
            </a:pPr>
            <a:r>
              <a:rPr lang="en-US" sz="1833" kern="0" spc="-56" dirty="0">
                <a:solidFill>
                  <a:srgbClr val="000000"/>
                </a:solidFill>
                <a:latin typeface="Inter Bold" pitchFamily="34" charset="0"/>
                <a:ea typeface="Inter Bold" pitchFamily="34" charset="-122"/>
                <a:cs typeface="Inter Bold" pitchFamily="34" charset="-120"/>
              </a:rPr>
              <a:t>Instructor: Stephin Rachel Thomas</a:t>
            </a:r>
          </a:p>
          <a:p>
            <a:pPr>
              <a:lnSpc>
                <a:spcPts val="2292"/>
              </a:lnSpc>
            </a:pPr>
            <a:endParaRPr lang="en-US" sz="1833" kern="0" spc="-56" dirty="0">
              <a:solidFill>
                <a:srgbClr val="000000"/>
              </a:solidFill>
              <a:latin typeface="Inter Bold" pitchFamily="34" charset="0"/>
              <a:ea typeface="Inter Bold" pitchFamily="34" charset="-122"/>
            </a:endParaRPr>
          </a:p>
          <a:p>
            <a:pPr>
              <a:lnSpc>
                <a:spcPts val="2292"/>
              </a:lnSpc>
            </a:pPr>
            <a:r>
              <a:rPr lang="en-US" sz="1833" kern="0" spc="-56" dirty="0">
                <a:solidFill>
                  <a:srgbClr val="000000"/>
                </a:solidFill>
                <a:latin typeface="Inter Bold" pitchFamily="34" charset="0"/>
                <a:ea typeface="Inter Bold" pitchFamily="34" charset="-122"/>
              </a:rPr>
              <a:t>Feb 05, 2026</a:t>
            </a:r>
            <a:endParaRPr lang="en-US" sz="1833" dirty="0"/>
          </a:p>
        </p:txBody>
      </p:sp>
    </p:spTree>
    <p:extLst>
      <p:ext uri="{BB962C8B-B14F-4D97-AF65-F5344CB8AC3E}">
        <p14:creationId xmlns:p14="http://schemas.microsoft.com/office/powerpoint/2010/main" val="726964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45FD2-83EB-BC6A-D6E4-1F952BABD6A9}"/>
            </a:ext>
          </a:extLst>
        </p:cNvPr>
        <p:cNvGrpSpPr/>
        <p:nvPr/>
      </p:nvGrpSpPr>
      <p:grpSpPr>
        <a:xfrm>
          <a:off x="0" y="0"/>
          <a:ext cx="0" cy="0"/>
          <a:chOff x="0" y="0"/>
          <a:chExt cx="0" cy="0"/>
        </a:xfrm>
      </p:grpSpPr>
      <p:sp>
        <p:nvSpPr>
          <p:cNvPr id="8" name="Text 0">
            <a:extLst>
              <a:ext uri="{FF2B5EF4-FFF2-40B4-BE49-F238E27FC236}">
                <a16:creationId xmlns:a16="http://schemas.microsoft.com/office/drawing/2014/main" id="{51752BA1-9A53-923E-5DD9-569E7AA5DBEF}"/>
              </a:ext>
            </a:extLst>
          </p:cNvPr>
          <p:cNvSpPr/>
          <p:nvPr/>
        </p:nvSpPr>
        <p:spPr>
          <a:xfrm>
            <a:off x="1734181" y="2144258"/>
            <a:ext cx="7816156" cy="590649"/>
          </a:xfrm>
          <a:prstGeom prst="rect">
            <a:avLst/>
          </a:prstGeom>
          <a:noFill/>
          <a:ln/>
        </p:spPr>
        <p:txBody>
          <a:bodyPr wrap="none" lIns="0" tIns="0" rIns="0" bIns="0" rtlCol="0" anchor="t"/>
          <a:lstStyle/>
          <a:p>
            <a:pPr algn="ctr">
              <a:lnSpc>
                <a:spcPts val="4625"/>
              </a:lnSpc>
            </a:pPr>
            <a:r>
              <a:rPr lang="en-US" sz="3708" b="1" kern="0" spc="-112" dirty="0">
                <a:solidFill>
                  <a:srgbClr val="000000"/>
                </a:solidFill>
                <a:latin typeface="Inter Bold" pitchFamily="34" charset="0"/>
                <a:ea typeface="Inter Bold" pitchFamily="34" charset="-122"/>
              </a:rPr>
              <a:t>Today’s Topics</a:t>
            </a:r>
            <a:endParaRPr lang="en-US" sz="3708" dirty="0"/>
          </a:p>
        </p:txBody>
      </p:sp>
      <p:sp>
        <p:nvSpPr>
          <p:cNvPr id="9" name="TextBox 8">
            <a:extLst>
              <a:ext uri="{FF2B5EF4-FFF2-40B4-BE49-F238E27FC236}">
                <a16:creationId xmlns:a16="http://schemas.microsoft.com/office/drawing/2014/main" id="{D5E0F093-9167-B6D0-D429-8D113CBFF4EF}"/>
              </a:ext>
            </a:extLst>
          </p:cNvPr>
          <p:cNvSpPr txBox="1"/>
          <p:nvPr/>
        </p:nvSpPr>
        <p:spPr>
          <a:xfrm>
            <a:off x="567657" y="2869211"/>
            <a:ext cx="6096000" cy="5736314"/>
          </a:xfrm>
          <a:prstGeom prst="rect">
            <a:avLst/>
          </a:prstGeom>
          <a:noFill/>
        </p:spPr>
        <p:txBody>
          <a:bodyPr wrap="square">
            <a:spAutoFit/>
          </a:bodyPr>
          <a:lstStyle/>
          <a:p>
            <a:pPr marL="285739" indent="-285739">
              <a:buFont typeface="Arial" panose="020B0604020202020204" pitchFamily="34" charset="0"/>
              <a:buChar char="•"/>
            </a:pPr>
            <a:r>
              <a:rPr lang="en-US" sz="1667" b="1" kern="0" spc="-56" dirty="0">
                <a:solidFill>
                  <a:srgbClr val="000000"/>
                </a:solidFill>
                <a:latin typeface="Inter Bold" pitchFamily="34" charset="0"/>
                <a:ea typeface="Inter Bold" pitchFamily="34" charset="-122"/>
              </a:rPr>
              <a:t>Artificial Neural Networks</a:t>
            </a:r>
          </a:p>
          <a:p>
            <a:pPr marL="285739" indent="-285739">
              <a:buFont typeface="Arial" panose="020B0604020202020204" pitchFamily="34" charset="0"/>
              <a:buChar char="•"/>
            </a:pPr>
            <a:endParaRPr lang="en-US" sz="1667" b="1" kern="0" spc="-56" dirty="0">
              <a:solidFill>
                <a:srgbClr val="000000"/>
              </a:solidFill>
              <a:latin typeface="Inter Bold" pitchFamily="34" charset="0"/>
              <a:ea typeface="Inter Bold" pitchFamily="34" charset="-122"/>
            </a:endParaRPr>
          </a:p>
          <a:p>
            <a:pPr marL="285739" indent="-285739">
              <a:buFont typeface="Arial" panose="020B0604020202020204" pitchFamily="34" charset="0"/>
              <a:buChar char="•"/>
            </a:pPr>
            <a:r>
              <a:rPr lang="en-US" sz="1667" b="1" kern="0" spc="-56" dirty="0">
                <a:solidFill>
                  <a:srgbClr val="000000"/>
                </a:solidFill>
                <a:latin typeface="Inter Bold" pitchFamily="34" charset="0"/>
                <a:ea typeface="Inter Bold" pitchFamily="34" charset="-122"/>
              </a:rPr>
              <a:t>Disadvantages of simple ANN for Image classification</a:t>
            </a:r>
          </a:p>
          <a:p>
            <a:pPr marL="285739" indent="-285739">
              <a:buFont typeface="Arial" panose="020B0604020202020204" pitchFamily="34" charset="0"/>
              <a:buChar char="•"/>
            </a:pPr>
            <a:endParaRPr lang="en-US" sz="1600" b="1" kern="0" spc="-56" dirty="0">
              <a:solidFill>
                <a:srgbClr val="000000"/>
              </a:solidFill>
              <a:latin typeface="Inter Bold" pitchFamily="34" charset="0"/>
              <a:ea typeface="Inter Bold" pitchFamily="34" charset="-122"/>
            </a:endParaRPr>
          </a:p>
          <a:p>
            <a:pPr marL="285739" indent="-285739">
              <a:buFont typeface="Arial" panose="020B0604020202020204" pitchFamily="34" charset="0"/>
              <a:buChar char="•"/>
            </a:pPr>
            <a:r>
              <a:rPr lang="en-US" sz="1667" b="1" kern="0" spc="-56" dirty="0">
                <a:solidFill>
                  <a:srgbClr val="000000"/>
                </a:solidFill>
                <a:latin typeface="Inter Bold" pitchFamily="34" charset="0"/>
                <a:ea typeface="Inter Bold" pitchFamily="34" charset="-122"/>
              </a:rPr>
              <a:t>Introduction to CNN </a:t>
            </a:r>
          </a:p>
          <a:p>
            <a:pPr marL="285739" indent="-285739">
              <a:buFont typeface="Arial" panose="020B0604020202020204" pitchFamily="34" charset="0"/>
              <a:buChar char="•"/>
            </a:pPr>
            <a:endParaRPr lang="en-US" sz="1667" b="1" kern="0" spc="-56" dirty="0">
              <a:solidFill>
                <a:srgbClr val="000000"/>
              </a:solidFill>
              <a:latin typeface="Inter Bold" pitchFamily="34" charset="0"/>
              <a:ea typeface="Inter Bold" pitchFamily="34" charset="-122"/>
            </a:endParaRPr>
          </a:p>
          <a:p>
            <a:pPr marL="285739" indent="-285739">
              <a:buFont typeface="Arial" panose="020B0604020202020204" pitchFamily="34" charset="0"/>
              <a:buChar char="•"/>
            </a:pPr>
            <a:r>
              <a:rPr lang="en-US" sz="1667" b="1" kern="0" spc="-56" dirty="0">
                <a:solidFill>
                  <a:srgbClr val="000000"/>
                </a:solidFill>
                <a:latin typeface="Inter Bold" pitchFamily="34" charset="0"/>
                <a:ea typeface="Inter Bold" pitchFamily="34" charset="-122"/>
              </a:rPr>
              <a:t>CNN architecture</a:t>
            </a:r>
          </a:p>
          <a:p>
            <a:pPr marL="285739" indent="-285739">
              <a:buFont typeface="Arial" panose="020B0604020202020204" pitchFamily="34" charset="0"/>
              <a:buChar char="•"/>
            </a:pPr>
            <a:endParaRPr lang="en-US" sz="1667" b="1" kern="0" spc="-56" dirty="0">
              <a:solidFill>
                <a:srgbClr val="000000"/>
              </a:solidFill>
              <a:latin typeface="Inter Bold" pitchFamily="34" charset="0"/>
              <a:ea typeface="Inter Bold" pitchFamily="34" charset="-122"/>
            </a:endParaRPr>
          </a:p>
          <a:p>
            <a:pPr marL="285739" indent="-285739">
              <a:buFont typeface="Arial" panose="020B0604020202020204" pitchFamily="34" charset="0"/>
              <a:buChar char="•"/>
            </a:pPr>
            <a:r>
              <a:rPr lang="en-US" sz="1667" b="1" kern="0" spc="-56" dirty="0">
                <a:solidFill>
                  <a:srgbClr val="000000"/>
                </a:solidFill>
                <a:latin typeface="Inter Bold" pitchFamily="34" charset="0"/>
                <a:ea typeface="Inter Bold" pitchFamily="34" charset="-122"/>
              </a:rPr>
              <a:t>Deep dive into CNN layers</a:t>
            </a:r>
          </a:p>
          <a:p>
            <a:endParaRPr lang="en-US" sz="1667" b="1" kern="0" spc="-56" dirty="0">
              <a:solidFill>
                <a:srgbClr val="000000"/>
              </a:solidFill>
              <a:latin typeface="Inter Bold" pitchFamily="34" charset="0"/>
              <a:ea typeface="Inter Bold" pitchFamily="34" charset="-122"/>
            </a:endParaRPr>
          </a:p>
          <a:p>
            <a:pPr marL="285739" indent="-285739">
              <a:buFont typeface="Arial" panose="020B0604020202020204" pitchFamily="34" charset="0"/>
              <a:buChar char="•"/>
            </a:pPr>
            <a:r>
              <a:rPr lang="en-US" sz="1667" b="1" kern="0" spc="-56" dirty="0">
                <a:solidFill>
                  <a:srgbClr val="000000"/>
                </a:solidFill>
                <a:latin typeface="Inter Bold" pitchFamily="34" charset="0"/>
                <a:ea typeface="Inter Bold" pitchFamily="34" charset="-122"/>
              </a:rPr>
              <a:t>Application of CNN</a:t>
            </a:r>
          </a:p>
          <a:p>
            <a:endParaRPr lang="en-US" sz="1667" b="1" kern="0" spc="-56" dirty="0">
              <a:solidFill>
                <a:srgbClr val="000000"/>
              </a:solidFill>
              <a:latin typeface="Inter Bold" pitchFamily="34" charset="0"/>
              <a:ea typeface="Inter Bold" pitchFamily="34" charset="-122"/>
            </a:endParaRPr>
          </a:p>
          <a:p>
            <a:pPr marL="285739" indent="-285739">
              <a:buFont typeface="Arial" panose="020B0604020202020204" pitchFamily="34" charset="0"/>
              <a:buChar char="•"/>
            </a:pPr>
            <a:r>
              <a:rPr lang="en-US" sz="1667" b="1" kern="0" spc="-56" dirty="0">
                <a:solidFill>
                  <a:srgbClr val="000000"/>
                </a:solidFill>
                <a:latin typeface="Inter Bold" pitchFamily="34" charset="0"/>
                <a:ea typeface="Inter Bold" pitchFamily="34" charset="-122"/>
              </a:rPr>
              <a:t>Performance Evaluation Metrics</a:t>
            </a:r>
          </a:p>
          <a:p>
            <a:endParaRPr lang="en-US" sz="1667" b="1" kern="0" spc="-56" dirty="0">
              <a:solidFill>
                <a:srgbClr val="000000"/>
              </a:solidFill>
              <a:latin typeface="Inter Bold" pitchFamily="34" charset="0"/>
              <a:ea typeface="Inter Bold" pitchFamily="34" charset="-122"/>
            </a:endParaRPr>
          </a:p>
          <a:p>
            <a:endParaRPr lang="en-US" sz="1667" b="1" kern="0" spc="-56" dirty="0">
              <a:solidFill>
                <a:srgbClr val="000000"/>
              </a:solidFill>
              <a:latin typeface="Inter Bold" pitchFamily="34" charset="0"/>
              <a:ea typeface="Inter Bold" pitchFamily="34" charset="-122"/>
            </a:endParaRPr>
          </a:p>
          <a:p>
            <a:pPr marL="285739" indent="-285739">
              <a:buFont typeface="Arial" panose="020B0604020202020204" pitchFamily="34" charset="0"/>
              <a:buChar char="•"/>
            </a:pPr>
            <a:endParaRPr lang="en-US" sz="1667" b="1" kern="0" spc="-56" dirty="0">
              <a:solidFill>
                <a:srgbClr val="000000"/>
              </a:solidFill>
              <a:latin typeface="Inter Bold" pitchFamily="34" charset="0"/>
              <a:ea typeface="Inter Bold" pitchFamily="34" charset="-122"/>
            </a:endParaRPr>
          </a:p>
          <a:p>
            <a:pPr marL="285739" indent="-285739">
              <a:buFont typeface="Arial" panose="020B0604020202020204" pitchFamily="34" charset="0"/>
              <a:buChar char="•"/>
            </a:pPr>
            <a:endParaRPr lang="en-US" sz="1667" b="1" kern="0" spc="-56" dirty="0">
              <a:solidFill>
                <a:srgbClr val="000000"/>
              </a:solidFill>
              <a:latin typeface="Inter Bold" pitchFamily="34" charset="0"/>
              <a:ea typeface="Inter Bold" pitchFamily="34" charset="-122"/>
            </a:endParaRPr>
          </a:p>
          <a:p>
            <a:pPr marL="285739" indent="-285739">
              <a:buFont typeface="Arial" panose="020B0604020202020204" pitchFamily="34" charset="0"/>
              <a:buChar char="•"/>
            </a:pPr>
            <a:endParaRPr lang="en-US" sz="1667" b="1" kern="0" spc="-56" dirty="0">
              <a:solidFill>
                <a:srgbClr val="000000"/>
              </a:solidFill>
              <a:latin typeface="Inter Bold" pitchFamily="34" charset="0"/>
              <a:ea typeface="Inter Bold" pitchFamily="34" charset="-122"/>
            </a:endParaRPr>
          </a:p>
          <a:p>
            <a:pPr marL="285739" indent="-285739">
              <a:buFont typeface="Arial" panose="020B0604020202020204" pitchFamily="34" charset="0"/>
              <a:buChar char="•"/>
            </a:pPr>
            <a:endParaRPr lang="en-US" sz="1667" b="1" kern="0" spc="-56" dirty="0">
              <a:solidFill>
                <a:srgbClr val="000000"/>
              </a:solidFill>
              <a:latin typeface="Inter Bold" pitchFamily="34" charset="0"/>
              <a:ea typeface="Inter Bold" pitchFamily="34" charset="-122"/>
            </a:endParaRPr>
          </a:p>
          <a:p>
            <a:pPr marL="285739" indent="-285739">
              <a:buFont typeface="Arial" panose="020B0604020202020204" pitchFamily="34" charset="0"/>
              <a:buChar char="•"/>
            </a:pPr>
            <a:endParaRPr lang="en-US" sz="1667" b="1" kern="0" spc="-56" dirty="0">
              <a:solidFill>
                <a:srgbClr val="000000"/>
              </a:solidFill>
              <a:latin typeface="Inter Bold" pitchFamily="34" charset="0"/>
              <a:ea typeface="Inter Bold" pitchFamily="34" charset="-122"/>
            </a:endParaRPr>
          </a:p>
          <a:p>
            <a:endParaRPr lang="en-US" sz="1667" b="1" kern="0" spc="-56" dirty="0">
              <a:solidFill>
                <a:srgbClr val="000000"/>
              </a:solidFill>
              <a:latin typeface="Inter Bold" pitchFamily="34" charset="0"/>
              <a:ea typeface="Inter Bold" pitchFamily="34" charset="-122"/>
            </a:endParaRPr>
          </a:p>
          <a:p>
            <a:endParaRPr lang="en-US" sz="1667" dirty="0"/>
          </a:p>
        </p:txBody>
      </p:sp>
      <p:pic>
        <p:nvPicPr>
          <p:cNvPr id="2" name="Image 0" descr="preencoded.png">
            <a:extLst>
              <a:ext uri="{FF2B5EF4-FFF2-40B4-BE49-F238E27FC236}">
                <a16:creationId xmlns:a16="http://schemas.microsoft.com/office/drawing/2014/main" id="{D8ACBB06-0F09-5C64-9C58-CFC0E4F52CC6}"/>
              </a:ext>
            </a:extLst>
          </p:cNvPr>
          <p:cNvPicPr>
            <a:picLocks noChangeAspect="1"/>
          </p:cNvPicPr>
          <p:nvPr/>
        </p:nvPicPr>
        <p:blipFill>
          <a:blip r:embed="rId2"/>
          <a:stretch>
            <a:fillRect/>
          </a:stretch>
        </p:blipFill>
        <p:spPr>
          <a:xfrm>
            <a:off x="0" y="0"/>
            <a:ext cx="12192000" cy="1945707"/>
          </a:xfrm>
          <a:prstGeom prst="rect">
            <a:avLst/>
          </a:prstGeom>
        </p:spPr>
      </p:pic>
    </p:spTree>
    <p:extLst>
      <p:ext uri="{BB962C8B-B14F-4D97-AF65-F5344CB8AC3E}">
        <p14:creationId xmlns:p14="http://schemas.microsoft.com/office/powerpoint/2010/main" val="18839005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D0B2B-3CAE-AE6B-CC55-FF5B672C9C7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D374F44-574C-5B48-D37C-50505B65BD12}"/>
              </a:ext>
            </a:extLst>
          </p:cNvPr>
          <p:cNvSpPr/>
          <p:nvPr/>
        </p:nvSpPr>
        <p:spPr>
          <a:xfrm>
            <a:off x="661492" y="524186"/>
            <a:ext cx="6297018" cy="1181298"/>
          </a:xfrm>
          <a:prstGeom prst="rect">
            <a:avLst/>
          </a:prstGeom>
          <a:noFill/>
          <a:ln/>
        </p:spPr>
        <p:txBody>
          <a:bodyPr wrap="square" lIns="0" tIns="0" rIns="0" bIns="0" rtlCol="0" anchor="t"/>
          <a:lstStyle/>
          <a:p>
            <a:pPr>
              <a:lnSpc>
                <a:spcPts val="4625"/>
              </a:lnSpc>
            </a:pPr>
            <a:r>
              <a:rPr lang="en-US" sz="3708" b="1" kern="0" spc="-112" dirty="0">
                <a:solidFill>
                  <a:srgbClr val="000000"/>
                </a:solidFill>
                <a:latin typeface="Inter Bold" pitchFamily="34" charset="0"/>
                <a:ea typeface="Inter Bold" pitchFamily="34" charset="-122"/>
                <a:cs typeface="Inter Bold" pitchFamily="34" charset="-120"/>
              </a:rPr>
              <a:t>What are Artificial Neural Networks?</a:t>
            </a:r>
            <a:endParaRPr lang="en-US" sz="3708" dirty="0"/>
          </a:p>
        </p:txBody>
      </p:sp>
      <p:pic>
        <p:nvPicPr>
          <p:cNvPr id="4" name="Image 0" descr="preencoded.png">
            <a:extLst>
              <a:ext uri="{FF2B5EF4-FFF2-40B4-BE49-F238E27FC236}">
                <a16:creationId xmlns:a16="http://schemas.microsoft.com/office/drawing/2014/main" id="{F9DEEE28-393C-6934-2F77-6015FD220BC9}"/>
              </a:ext>
            </a:extLst>
          </p:cNvPr>
          <p:cNvPicPr>
            <a:picLocks noChangeAspect="1"/>
          </p:cNvPicPr>
          <p:nvPr/>
        </p:nvPicPr>
        <p:blipFill>
          <a:blip r:embed="rId2"/>
          <a:stretch>
            <a:fillRect/>
          </a:stretch>
        </p:blipFill>
        <p:spPr>
          <a:xfrm>
            <a:off x="7620000" y="0"/>
            <a:ext cx="4572000" cy="6252519"/>
          </a:xfrm>
          <a:prstGeom prst="rect">
            <a:avLst/>
          </a:prstGeom>
        </p:spPr>
      </p:pic>
      <p:sp>
        <p:nvSpPr>
          <p:cNvPr id="6" name="Text 3">
            <a:extLst>
              <a:ext uri="{FF2B5EF4-FFF2-40B4-BE49-F238E27FC236}">
                <a16:creationId xmlns:a16="http://schemas.microsoft.com/office/drawing/2014/main" id="{8503C531-8E9F-7D79-46E6-133C71C8B289}"/>
              </a:ext>
            </a:extLst>
          </p:cNvPr>
          <p:cNvSpPr/>
          <p:nvPr/>
        </p:nvSpPr>
        <p:spPr>
          <a:xfrm>
            <a:off x="1275755" y="2452093"/>
            <a:ext cx="2362696" cy="295275"/>
          </a:xfrm>
          <a:prstGeom prst="rect">
            <a:avLst/>
          </a:prstGeom>
          <a:noFill/>
          <a:ln/>
        </p:spPr>
        <p:txBody>
          <a:bodyPr wrap="none" lIns="0" tIns="0" rIns="0" bIns="0" rtlCol="0" anchor="t"/>
          <a:lstStyle/>
          <a:p>
            <a:pPr>
              <a:lnSpc>
                <a:spcPts val="2292"/>
              </a:lnSpc>
            </a:pPr>
            <a:r>
              <a:rPr lang="en-US" sz="1833" b="1" kern="0" spc="-56" dirty="0">
                <a:solidFill>
                  <a:srgbClr val="272525"/>
                </a:solidFill>
                <a:latin typeface="Inter Bold" pitchFamily="34" charset="0"/>
                <a:ea typeface="Inter Bold" pitchFamily="34" charset="-122"/>
                <a:cs typeface="Inter Bold" pitchFamily="34" charset="-120"/>
              </a:rPr>
              <a:t>Biological Inspiration</a:t>
            </a:r>
            <a:endParaRPr lang="en-US" sz="1833" dirty="0"/>
          </a:p>
        </p:txBody>
      </p:sp>
      <p:sp>
        <p:nvSpPr>
          <p:cNvPr id="7" name="Text 4">
            <a:extLst>
              <a:ext uri="{FF2B5EF4-FFF2-40B4-BE49-F238E27FC236}">
                <a16:creationId xmlns:a16="http://schemas.microsoft.com/office/drawing/2014/main" id="{517EEB54-CE8B-BABE-EF08-24DD38F54EF5}"/>
              </a:ext>
            </a:extLst>
          </p:cNvPr>
          <p:cNvSpPr/>
          <p:nvPr/>
        </p:nvSpPr>
        <p:spPr>
          <a:xfrm>
            <a:off x="1275756" y="2860775"/>
            <a:ext cx="2439789" cy="1512094"/>
          </a:xfrm>
          <a:prstGeom prst="rect">
            <a:avLst/>
          </a:prstGeom>
          <a:noFill/>
          <a:ln/>
        </p:spPr>
        <p:txBody>
          <a:bodyPr wrap="square" lIns="0" tIns="0" rIns="0" bIns="0" rtlCol="0" anchor="t"/>
          <a:lstStyle/>
          <a:p>
            <a:pPr>
              <a:lnSpc>
                <a:spcPts val="2375"/>
              </a:lnSpc>
            </a:pPr>
            <a:r>
              <a:rPr lang="en-US" sz="1458" kern="0" spc="-30" dirty="0">
                <a:solidFill>
                  <a:srgbClr val="272525"/>
                </a:solidFill>
                <a:latin typeface="Inter" pitchFamily="34" charset="0"/>
                <a:ea typeface="Inter" pitchFamily="34" charset="-122"/>
                <a:cs typeface="Inter" pitchFamily="34" charset="-120"/>
              </a:rPr>
              <a:t>ANNs are inspired by the structure and function of the </a:t>
            </a:r>
            <a:r>
              <a:rPr lang="en-US" sz="1458" kern="0" spc="-30" dirty="0">
                <a:solidFill>
                  <a:srgbClr val="0070C0"/>
                </a:solidFill>
                <a:latin typeface="Inter" pitchFamily="34" charset="0"/>
                <a:ea typeface="Inter" pitchFamily="34" charset="-122"/>
                <a:cs typeface="Inter" pitchFamily="34" charset="-120"/>
              </a:rPr>
              <a:t>human brain</a:t>
            </a:r>
            <a:r>
              <a:rPr lang="en-US" sz="1458" kern="0" spc="-30" dirty="0">
                <a:solidFill>
                  <a:srgbClr val="272525"/>
                </a:solidFill>
                <a:latin typeface="Inter" pitchFamily="34" charset="0"/>
                <a:ea typeface="Inter" pitchFamily="34" charset="-122"/>
                <a:cs typeface="Inter" pitchFamily="34" charset="-120"/>
              </a:rPr>
              <a:t>, composed of interconnected nodes called neurons.</a:t>
            </a:r>
            <a:endParaRPr lang="en-US" sz="1458" dirty="0"/>
          </a:p>
        </p:txBody>
      </p:sp>
      <p:sp>
        <p:nvSpPr>
          <p:cNvPr id="10" name="Shape 5">
            <a:extLst>
              <a:ext uri="{FF2B5EF4-FFF2-40B4-BE49-F238E27FC236}">
                <a16:creationId xmlns:a16="http://schemas.microsoft.com/office/drawing/2014/main" id="{395A579F-C83F-9908-D1B3-8DBE518F2DEE}"/>
              </a:ext>
            </a:extLst>
          </p:cNvPr>
          <p:cNvSpPr/>
          <p:nvPr/>
        </p:nvSpPr>
        <p:spPr>
          <a:xfrm>
            <a:off x="3904556" y="2452092"/>
            <a:ext cx="425252" cy="425252"/>
          </a:xfrm>
          <a:prstGeom prst="roundRect">
            <a:avLst>
              <a:gd name="adj" fmla="val 18669"/>
            </a:avLst>
          </a:prstGeom>
          <a:solidFill>
            <a:srgbClr val="DADBF1"/>
          </a:solidFill>
          <a:ln w="7620">
            <a:solidFill>
              <a:srgbClr val="C0C1D7"/>
            </a:solidFill>
            <a:prstDash val="solid"/>
          </a:ln>
        </p:spPr>
        <p:txBody>
          <a:bodyPr/>
          <a:lstStyle/>
          <a:p>
            <a:endParaRPr lang="en-US" sz="2583"/>
          </a:p>
        </p:txBody>
      </p:sp>
      <p:sp>
        <p:nvSpPr>
          <p:cNvPr id="11" name="Text 6">
            <a:extLst>
              <a:ext uri="{FF2B5EF4-FFF2-40B4-BE49-F238E27FC236}">
                <a16:creationId xmlns:a16="http://schemas.microsoft.com/office/drawing/2014/main" id="{FD02AA30-0221-C287-F7AB-50DB5DC2FB99}"/>
              </a:ext>
            </a:extLst>
          </p:cNvPr>
          <p:cNvSpPr/>
          <p:nvPr/>
        </p:nvSpPr>
        <p:spPr>
          <a:xfrm>
            <a:off x="4032151" y="2522934"/>
            <a:ext cx="170061" cy="283568"/>
          </a:xfrm>
          <a:prstGeom prst="rect">
            <a:avLst/>
          </a:prstGeom>
          <a:noFill/>
          <a:ln/>
        </p:spPr>
        <p:txBody>
          <a:bodyPr wrap="none" lIns="0" tIns="0" rIns="0" bIns="0" rtlCol="0" anchor="t"/>
          <a:lstStyle/>
          <a:p>
            <a:pPr algn="ctr">
              <a:lnSpc>
                <a:spcPts val="2208"/>
              </a:lnSpc>
            </a:pPr>
            <a:r>
              <a:rPr lang="en-US" sz="2208" b="1" kern="0" spc="-67" dirty="0">
                <a:solidFill>
                  <a:srgbClr val="272525"/>
                </a:solidFill>
                <a:latin typeface="Inter Bold" pitchFamily="34" charset="0"/>
                <a:ea typeface="Inter Bold" pitchFamily="34" charset="-122"/>
                <a:cs typeface="Inter Bold" pitchFamily="34" charset="-120"/>
              </a:rPr>
              <a:t>2</a:t>
            </a:r>
            <a:endParaRPr lang="en-US" sz="2208" dirty="0"/>
          </a:p>
        </p:txBody>
      </p:sp>
      <p:sp>
        <p:nvSpPr>
          <p:cNvPr id="12" name="Text 7">
            <a:extLst>
              <a:ext uri="{FF2B5EF4-FFF2-40B4-BE49-F238E27FC236}">
                <a16:creationId xmlns:a16="http://schemas.microsoft.com/office/drawing/2014/main" id="{8C977455-1684-19F0-160D-C99845167AB3}"/>
              </a:ext>
            </a:extLst>
          </p:cNvPr>
          <p:cNvSpPr/>
          <p:nvPr/>
        </p:nvSpPr>
        <p:spPr>
          <a:xfrm>
            <a:off x="4518820" y="2452093"/>
            <a:ext cx="2439789" cy="590550"/>
          </a:xfrm>
          <a:prstGeom prst="rect">
            <a:avLst/>
          </a:prstGeom>
          <a:noFill/>
          <a:ln/>
        </p:spPr>
        <p:txBody>
          <a:bodyPr wrap="square" lIns="0" tIns="0" rIns="0" bIns="0" rtlCol="0" anchor="t"/>
          <a:lstStyle/>
          <a:p>
            <a:pPr>
              <a:lnSpc>
                <a:spcPts val="2292"/>
              </a:lnSpc>
            </a:pPr>
            <a:r>
              <a:rPr lang="en-US" sz="1833" b="1" kern="0" spc="-56" dirty="0">
                <a:solidFill>
                  <a:srgbClr val="272525"/>
                </a:solidFill>
                <a:latin typeface="Inter Bold" pitchFamily="34" charset="0"/>
                <a:ea typeface="Inter Bold" pitchFamily="34" charset="-122"/>
                <a:cs typeface="Inter Bold" pitchFamily="34" charset="-120"/>
              </a:rPr>
              <a:t>Learning Through Data</a:t>
            </a:r>
            <a:endParaRPr lang="en-US" sz="1833" dirty="0"/>
          </a:p>
        </p:txBody>
      </p:sp>
      <p:sp>
        <p:nvSpPr>
          <p:cNvPr id="13" name="Text 8">
            <a:extLst>
              <a:ext uri="{FF2B5EF4-FFF2-40B4-BE49-F238E27FC236}">
                <a16:creationId xmlns:a16="http://schemas.microsoft.com/office/drawing/2014/main" id="{FA74CC6B-D2FC-BF3E-FEAE-08DDBB6C07FF}"/>
              </a:ext>
            </a:extLst>
          </p:cNvPr>
          <p:cNvSpPr/>
          <p:nvPr/>
        </p:nvSpPr>
        <p:spPr>
          <a:xfrm>
            <a:off x="4518820" y="2905695"/>
            <a:ext cx="2439789" cy="1512094"/>
          </a:xfrm>
          <a:prstGeom prst="rect">
            <a:avLst/>
          </a:prstGeom>
          <a:noFill/>
          <a:ln/>
        </p:spPr>
        <p:txBody>
          <a:bodyPr wrap="square" lIns="0" tIns="0" rIns="0" bIns="0" rtlCol="0" anchor="t"/>
          <a:lstStyle/>
          <a:p>
            <a:pPr>
              <a:lnSpc>
                <a:spcPts val="2375"/>
              </a:lnSpc>
            </a:pPr>
            <a:r>
              <a:rPr lang="en-US" sz="1458" kern="0" spc="-30" dirty="0">
                <a:solidFill>
                  <a:srgbClr val="272525"/>
                </a:solidFill>
                <a:latin typeface="Inter" pitchFamily="34" charset="0"/>
                <a:ea typeface="Inter" pitchFamily="34" charset="-122"/>
                <a:cs typeface="Inter" pitchFamily="34" charset="-120"/>
              </a:rPr>
              <a:t>These networks learn by analyzing large </a:t>
            </a:r>
            <a:r>
              <a:rPr lang="en-US" sz="1458" kern="0" spc="-30" dirty="0">
                <a:solidFill>
                  <a:srgbClr val="0070C0"/>
                </a:solidFill>
                <a:latin typeface="Inter" pitchFamily="34" charset="0"/>
                <a:ea typeface="Inter" pitchFamily="34" charset="-122"/>
                <a:cs typeface="Inter" pitchFamily="34" charset="-120"/>
              </a:rPr>
              <a:t>datasets</a:t>
            </a:r>
            <a:r>
              <a:rPr lang="en-US" sz="1458" kern="0" spc="-30" dirty="0">
                <a:solidFill>
                  <a:srgbClr val="272525"/>
                </a:solidFill>
                <a:latin typeface="Inter" pitchFamily="34" charset="0"/>
                <a:ea typeface="Inter" pitchFamily="34" charset="-122"/>
                <a:cs typeface="Inter" pitchFamily="34" charset="-120"/>
              </a:rPr>
              <a:t>, adjusting the connections between neurons to improve their performance.</a:t>
            </a:r>
            <a:endParaRPr lang="en-US" sz="1458" dirty="0"/>
          </a:p>
        </p:txBody>
      </p:sp>
      <p:sp>
        <p:nvSpPr>
          <p:cNvPr id="14" name="Text 10">
            <a:extLst>
              <a:ext uri="{FF2B5EF4-FFF2-40B4-BE49-F238E27FC236}">
                <a16:creationId xmlns:a16="http://schemas.microsoft.com/office/drawing/2014/main" id="{2908A77C-81C8-060B-9522-8DB24CF8324F}"/>
              </a:ext>
            </a:extLst>
          </p:cNvPr>
          <p:cNvSpPr/>
          <p:nvPr/>
        </p:nvSpPr>
        <p:spPr>
          <a:xfrm>
            <a:off x="786805" y="5140623"/>
            <a:ext cx="174526" cy="283568"/>
          </a:xfrm>
          <a:prstGeom prst="rect">
            <a:avLst/>
          </a:prstGeom>
          <a:noFill/>
          <a:ln/>
        </p:spPr>
        <p:txBody>
          <a:bodyPr wrap="none" lIns="0" tIns="0" rIns="0" bIns="0" rtlCol="0" anchor="t"/>
          <a:lstStyle/>
          <a:p>
            <a:pPr algn="ctr">
              <a:lnSpc>
                <a:spcPts val="2208"/>
              </a:lnSpc>
            </a:pPr>
            <a:endParaRPr lang="en-US" sz="2208" dirty="0"/>
          </a:p>
        </p:txBody>
      </p:sp>
      <p:sp>
        <p:nvSpPr>
          <p:cNvPr id="15" name="Text 11">
            <a:extLst>
              <a:ext uri="{FF2B5EF4-FFF2-40B4-BE49-F238E27FC236}">
                <a16:creationId xmlns:a16="http://schemas.microsoft.com/office/drawing/2014/main" id="{CBB87D5F-9CA8-2D84-B606-7123ED13B98A}"/>
              </a:ext>
            </a:extLst>
          </p:cNvPr>
          <p:cNvSpPr/>
          <p:nvPr/>
        </p:nvSpPr>
        <p:spPr>
          <a:xfrm>
            <a:off x="1275755" y="5069781"/>
            <a:ext cx="2362696" cy="295275"/>
          </a:xfrm>
          <a:prstGeom prst="rect">
            <a:avLst/>
          </a:prstGeom>
          <a:noFill/>
          <a:ln/>
        </p:spPr>
        <p:txBody>
          <a:bodyPr wrap="none" lIns="0" tIns="0" rIns="0" bIns="0" rtlCol="0" anchor="t"/>
          <a:lstStyle/>
          <a:p>
            <a:pPr>
              <a:lnSpc>
                <a:spcPts val="2292"/>
              </a:lnSpc>
            </a:pPr>
            <a:r>
              <a:rPr lang="en-US" sz="1833" b="1" kern="0" spc="-56" dirty="0">
                <a:solidFill>
                  <a:srgbClr val="272525"/>
                </a:solidFill>
                <a:latin typeface="Inter Bold" pitchFamily="34" charset="0"/>
                <a:ea typeface="Inter Bold" pitchFamily="34" charset="-122"/>
                <a:cs typeface="Inter Bold" pitchFamily="34" charset="-120"/>
              </a:rPr>
              <a:t>Pattern Recognition</a:t>
            </a:r>
            <a:endParaRPr lang="en-US" sz="1833" dirty="0"/>
          </a:p>
        </p:txBody>
      </p:sp>
      <p:sp>
        <p:nvSpPr>
          <p:cNvPr id="16" name="Text 12">
            <a:extLst>
              <a:ext uri="{FF2B5EF4-FFF2-40B4-BE49-F238E27FC236}">
                <a16:creationId xmlns:a16="http://schemas.microsoft.com/office/drawing/2014/main" id="{114E3710-8785-27F1-D962-6AC89FF0FD93}"/>
              </a:ext>
            </a:extLst>
          </p:cNvPr>
          <p:cNvSpPr/>
          <p:nvPr/>
        </p:nvSpPr>
        <p:spPr>
          <a:xfrm>
            <a:off x="1275756" y="5478463"/>
            <a:ext cx="5682754" cy="604838"/>
          </a:xfrm>
          <a:prstGeom prst="rect">
            <a:avLst/>
          </a:prstGeom>
          <a:noFill/>
          <a:ln/>
        </p:spPr>
        <p:txBody>
          <a:bodyPr wrap="square" lIns="0" tIns="0" rIns="0" bIns="0" rtlCol="0" anchor="t"/>
          <a:lstStyle/>
          <a:p>
            <a:pPr>
              <a:lnSpc>
                <a:spcPts val="2375"/>
              </a:lnSpc>
            </a:pPr>
            <a:r>
              <a:rPr lang="en-US" sz="1458" kern="0" spc="-30" dirty="0">
                <a:solidFill>
                  <a:srgbClr val="272525"/>
                </a:solidFill>
                <a:latin typeface="Inter" pitchFamily="34" charset="0"/>
                <a:ea typeface="Inter" pitchFamily="34" charset="-122"/>
                <a:cs typeface="Inter" pitchFamily="34" charset="-120"/>
              </a:rPr>
              <a:t>ANNs are particularly effective at recognizing complex patterns in data, making them ideal for image classification.</a:t>
            </a:r>
            <a:endParaRPr lang="en-US" sz="1458" dirty="0"/>
          </a:p>
        </p:txBody>
      </p:sp>
      <p:sp>
        <p:nvSpPr>
          <p:cNvPr id="19" name="Shape 1">
            <a:extLst>
              <a:ext uri="{FF2B5EF4-FFF2-40B4-BE49-F238E27FC236}">
                <a16:creationId xmlns:a16="http://schemas.microsoft.com/office/drawing/2014/main" id="{874980B8-58E9-EABB-01E2-8D2BF180FE1C}"/>
              </a:ext>
            </a:extLst>
          </p:cNvPr>
          <p:cNvSpPr/>
          <p:nvPr/>
        </p:nvSpPr>
        <p:spPr>
          <a:xfrm>
            <a:off x="661492" y="2452092"/>
            <a:ext cx="425252" cy="425252"/>
          </a:xfrm>
          <a:prstGeom prst="roundRect">
            <a:avLst>
              <a:gd name="adj" fmla="val 18669"/>
            </a:avLst>
          </a:prstGeom>
          <a:solidFill>
            <a:srgbClr val="DADBF1"/>
          </a:solidFill>
          <a:ln w="7620">
            <a:solidFill>
              <a:srgbClr val="C0C1D7"/>
            </a:solidFill>
            <a:prstDash val="solid"/>
          </a:ln>
        </p:spPr>
        <p:txBody>
          <a:bodyPr/>
          <a:lstStyle/>
          <a:p>
            <a:endParaRPr lang="en-US" sz="2583" dirty="0"/>
          </a:p>
        </p:txBody>
      </p:sp>
      <p:sp>
        <p:nvSpPr>
          <p:cNvPr id="20" name="Text 2">
            <a:extLst>
              <a:ext uri="{FF2B5EF4-FFF2-40B4-BE49-F238E27FC236}">
                <a16:creationId xmlns:a16="http://schemas.microsoft.com/office/drawing/2014/main" id="{8A69BD4B-7DC0-A053-A4B4-EAB992FFAF6B}"/>
              </a:ext>
            </a:extLst>
          </p:cNvPr>
          <p:cNvSpPr/>
          <p:nvPr/>
        </p:nvSpPr>
        <p:spPr>
          <a:xfrm>
            <a:off x="817166" y="2522934"/>
            <a:ext cx="113804" cy="283568"/>
          </a:xfrm>
          <a:prstGeom prst="rect">
            <a:avLst/>
          </a:prstGeom>
          <a:noFill/>
          <a:ln/>
        </p:spPr>
        <p:txBody>
          <a:bodyPr wrap="none" lIns="0" tIns="0" rIns="0" bIns="0" rtlCol="0" anchor="t"/>
          <a:lstStyle/>
          <a:p>
            <a:pPr algn="ctr">
              <a:lnSpc>
                <a:spcPts val="2208"/>
              </a:lnSpc>
            </a:pPr>
            <a:r>
              <a:rPr lang="en-US" sz="2208" b="1" kern="0" spc="-67" dirty="0">
                <a:solidFill>
                  <a:srgbClr val="272525"/>
                </a:solidFill>
                <a:latin typeface="Inter Bold" pitchFamily="34" charset="0"/>
                <a:ea typeface="Inter Bold" pitchFamily="34" charset="-122"/>
                <a:cs typeface="Inter Bold" pitchFamily="34" charset="-120"/>
              </a:rPr>
              <a:t>1</a:t>
            </a:r>
            <a:endParaRPr lang="en-US" sz="2208" dirty="0"/>
          </a:p>
        </p:txBody>
      </p:sp>
      <p:sp>
        <p:nvSpPr>
          <p:cNvPr id="21" name="Shape 9">
            <a:extLst>
              <a:ext uri="{FF2B5EF4-FFF2-40B4-BE49-F238E27FC236}">
                <a16:creationId xmlns:a16="http://schemas.microsoft.com/office/drawing/2014/main" id="{EF2796A2-CF08-1EAF-FC41-6923CDB5D33D}"/>
              </a:ext>
            </a:extLst>
          </p:cNvPr>
          <p:cNvSpPr/>
          <p:nvPr/>
        </p:nvSpPr>
        <p:spPr>
          <a:xfrm>
            <a:off x="690322" y="5073897"/>
            <a:ext cx="425252" cy="425252"/>
          </a:xfrm>
          <a:prstGeom prst="roundRect">
            <a:avLst>
              <a:gd name="adj" fmla="val 18669"/>
            </a:avLst>
          </a:prstGeom>
          <a:solidFill>
            <a:srgbClr val="DADBF1"/>
          </a:solidFill>
          <a:ln w="7620">
            <a:solidFill>
              <a:srgbClr val="C0C1D7"/>
            </a:solidFill>
            <a:prstDash val="solid"/>
          </a:ln>
        </p:spPr>
        <p:txBody>
          <a:bodyPr/>
          <a:lstStyle/>
          <a:p>
            <a:endParaRPr lang="en-US" sz="2583"/>
          </a:p>
        </p:txBody>
      </p:sp>
      <p:sp>
        <p:nvSpPr>
          <p:cNvPr id="22" name="Text 10">
            <a:extLst>
              <a:ext uri="{FF2B5EF4-FFF2-40B4-BE49-F238E27FC236}">
                <a16:creationId xmlns:a16="http://schemas.microsoft.com/office/drawing/2014/main" id="{15EDCB5A-2657-8443-D6F3-FEFC7F6F702E}"/>
              </a:ext>
            </a:extLst>
          </p:cNvPr>
          <p:cNvSpPr/>
          <p:nvPr/>
        </p:nvSpPr>
        <p:spPr>
          <a:xfrm>
            <a:off x="815635" y="5144739"/>
            <a:ext cx="174526" cy="283568"/>
          </a:xfrm>
          <a:prstGeom prst="rect">
            <a:avLst/>
          </a:prstGeom>
          <a:noFill/>
          <a:ln/>
        </p:spPr>
        <p:txBody>
          <a:bodyPr wrap="none" lIns="0" tIns="0" rIns="0" bIns="0" rtlCol="0" anchor="t"/>
          <a:lstStyle/>
          <a:p>
            <a:pPr algn="ctr">
              <a:lnSpc>
                <a:spcPts val="2208"/>
              </a:lnSpc>
            </a:pPr>
            <a:r>
              <a:rPr lang="en-US" sz="2208" b="1" kern="0" spc="-67" dirty="0">
                <a:solidFill>
                  <a:srgbClr val="272525"/>
                </a:solidFill>
                <a:latin typeface="Inter Bold" pitchFamily="34" charset="0"/>
                <a:ea typeface="Inter Bold" pitchFamily="34" charset="-122"/>
                <a:cs typeface="Inter Bold" pitchFamily="34" charset="-120"/>
              </a:rPr>
              <a:t>3</a:t>
            </a:r>
            <a:endParaRPr lang="en-US" sz="2208" dirty="0"/>
          </a:p>
        </p:txBody>
      </p:sp>
    </p:spTree>
    <p:extLst>
      <p:ext uri="{BB962C8B-B14F-4D97-AF65-F5344CB8AC3E}">
        <p14:creationId xmlns:p14="http://schemas.microsoft.com/office/powerpoint/2010/main" val="25231081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C9CDDD-346B-DE9C-E775-DEE8AEE149F8}"/>
            </a:ext>
          </a:extLst>
        </p:cNvPr>
        <p:cNvGrpSpPr/>
        <p:nvPr/>
      </p:nvGrpSpPr>
      <p:grpSpPr>
        <a:xfrm>
          <a:off x="0" y="0"/>
          <a:ext cx="0" cy="0"/>
          <a:chOff x="0" y="0"/>
          <a:chExt cx="0" cy="0"/>
        </a:xfrm>
      </p:grpSpPr>
      <p:sp>
        <p:nvSpPr>
          <p:cNvPr id="5" name="Text 0">
            <a:extLst>
              <a:ext uri="{FF2B5EF4-FFF2-40B4-BE49-F238E27FC236}">
                <a16:creationId xmlns:a16="http://schemas.microsoft.com/office/drawing/2014/main" id="{41002790-A285-2721-3364-1000CEF79E2F}"/>
              </a:ext>
            </a:extLst>
          </p:cNvPr>
          <p:cNvSpPr/>
          <p:nvPr/>
        </p:nvSpPr>
        <p:spPr>
          <a:xfrm>
            <a:off x="698561" y="548900"/>
            <a:ext cx="10682011" cy="1181298"/>
          </a:xfrm>
          <a:prstGeom prst="rect">
            <a:avLst/>
          </a:prstGeom>
          <a:noFill/>
          <a:ln/>
        </p:spPr>
        <p:txBody>
          <a:bodyPr wrap="square" lIns="0" tIns="0" rIns="0" bIns="0" rtlCol="0" anchor="t"/>
          <a:lstStyle/>
          <a:p>
            <a:pPr>
              <a:lnSpc>
                <a:spcPts val="3875"/>
              </a:lnSpc>
            </a:pPr>
            <a:r>
              <a:rPr lang="en-US" sz="4000" b="1" dirty="0"/>
              <a:t>Classification using Traditional Methods</a:t>
            </a:r>
          </a:p>
        </p:txBody>
      </p:sp>
      <p:pic>
        <p:nvPicPr>
          <p:cNvPr id="8" name="Picture 7">
            <a:extLst>
              <a:ext uri="{FF2B5EF4-FFF2-40B4-BE49-F238E27FC236}">
                <a16:creationId xmlns:a16="http://schemas.microsoft.com/office/drawing/2014/main" id="{E1A85227-D25B-A771-9AA0-2EA04D7645FE}"/>
              </a:ext>
            </a:extLst>
          </p:cNvPr>
          <p:cNvPicPr>
            <a:picLocks noChangeAspect="1"/>
          </p:cNvPicPr>
          <p:nvPr/>
        </p:nvPicPr>
        <p:blipFill>
          <a:blip r:embed="rId2"/>
          <a:stretch>
            <a:fillRect/>
          </a:stretch>
        </p:blipFill>
        <p:spPr>
          <a:xfrm>
            <a:off x="39631" y="1872560"/>
            <a:ext cx="5978033" cy="3454614"/>
          </a:xfrm>
          <a:prstGeom prst="rect">
            <a:avLst/>
          </a:prstGeom>
        </p:spPr>
      </p:pic>
      <p:pic>
        <p:nvPicPr>
          <p:cNvPr id="17" name="Picture 16">
            <a:extLst>
              <a:ext uri="{FF2B5EF4-FFF2-40B4-BE49-F238E27FC236}">
                <a16:creationId xmlns:a16="http://schemas.microsoft.com/office/drawing/2014/main" id="{1E61C221-553F-2DE5-C748-DF57A9738DEE}"/>
              </a:ext>
            </a:extLst>
          </p:cNvPr>
          <p:cNvPicPr>
            <a:picLocks noChangeAspect="1"/>
          </p:cNvPicPr>
          <p:nvPr/>
        </p:nvPicPr>
        <p:blipFill>
          <a:blip r:embed="rId3"/>
          <a:stretch>
            <a:fillRect/>
          </a:stretch>
        </p:blipFill>
        <p:spPr>
          <a:xfrm>
            <a:off x="6119368" y="1982439"/>
            <a:ext cx="5676233" cy="3132248"/>
          </a:xfrm>
          <a:prstGeom prst="rect">
            <a:avLst/>
          </a:prstGeom>
        </p:spPr>
      </p:pic>
      <p:sp>
        <p:nvSpPr>
          <p:cNvPr id="18" name="TextBox 17">
            <a:extLst>
              <a:ext uri="{FF2B5EF4-FFF2-40B4-BE49-F238E27FC236}">
                <a16:creationId xmlns:a16="http://schemas.microsoft.com/office/drawing/2014/main" id="{E5E8CC3D-9B56-7387-A57F-8A28B60EBE61}"/>
              </a:ext>
            </a:extLst>
          </p:cNvPr>
          <p:cNvSpPr txBox="1"/>
          <p:nvPr/>
        </p:nvSpPr>
        <p:spPr>
          <a:xfrm>
            <a:off x="8478601" y="5309825"/>
            <a:ext cx="3145466" cy="887294"/>
          </a:xfrm>
          <a:prstGeom prst="rect">
            <a:avLst/>
          </a:prstGeom>
          <a:noFill/>
        </p:spPr>
        <p:txBody>
          <a:bodyPr wrap="square" rtlCol="0">
            <a:spAutoFit/>
          </a:bodyPr>
          <a:lstStyle/>
          <a:p>
            <a:r>
              <a:rPr lang="en-US" sz="2583" dirty="0"/>
              <a:t>Decision-tree method</a:t>
            </a:r>
          </a:p>
        </p:txBody>
      </p:sp>
    </p:spTree>
    <p:extLst>
      <p:ext uri="{BB962C8B-B14F-4D97-AF65-F5344CB8AC3E}">
        <p14:creationId xmlns:p14="http://schemas.microsoft.com/office/powerpoint/2010/main" val="27474218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01FFB-9A99-FE5E-27E5-40A740B0E1C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FC013AD-7D70-BF2B-860B-36405A8FD498}"/>
              </a:ext>
            </a:extLst>
          </p:cNvPr>
          <p:cNvSpPr/>
          <p:nvPr/>
        </p:nvSpPr>
        <p:spPr>
          <a:xfrm>
            <a:off x="698561" y="226322"/>
            <a:ext cx="10682011" cy="1181298"/>
          </a:xfrm>
          <a:prstGeom prst="rect">
            <a:avLst/>
          </a:prstGeom>
          <a:noFill/>
          <a:ln/>
        </p:spPr>
        <p:txBody>
          <a:bodyPr wrap="square" lIns="0" tIns="0" rIns="0" bIns="0" rtlCol="0" anchor="t"/>
          <a:lstStyle/>
          <a:p>
            <a:pPr>
              <a:lnSpc>
                <a:spcPts val="3875"/>
              </a:lnSpc>
            </a:pPr>
            <a:r>
              <a:rPr lang="en-US" sz="3600" b="1" dirty="0"/>
              <a:t>ANN for Image Classification</a:t>
            </a:r>
          </a:p>
        </p:txBody>
      </p:sp>
      <p:pic>
        <p:nvPicPr>
          <p:cNvPr id="3" name="Picture 2">
            <a:extLst>
              <a:ext uri="{FF2B5EF4-FFF2-40B4-BE49-F238E27FC236}">
                <a16:creationId xmlns:a16="http://schemas.microsoft.com/office/drawing/2014/main" id="{2B3A4343-AEB3-8D06-60C9-613BCBF8050D}"/>
              </a:ext>
            </a:extLst>
          </p:cNvPr>
          <p:cNvPicPr>
            <a:picLocks noChangeAspect="1"/>
          </p:cNvPicPr>
          <p:nvPr/>
        </p:nvPicPr>
        <p:blipFill>
          <a:blip r:embed="rId2"/>
          <a:srcRect l="-1" r="-925" b="34858"/>
          <a:stretch/>
        </p:blipFill>
        <p:spPr>
          <a:xfrm>
            <a:off x="580108" y="995666"/>
            <a:ext cx="10800464" cy="2924876"/>
          </a:xfrm>
          <a:prstGeom prst="rect">
            <a:avLst/>
          </a:prstGeom>
        </p:spPr>
      </p:pic>
      <p:pic>
        <p:nvPicPr>
          <p:cNvPr id="4" name="Picture 3">
            <a:extLst>
              <a:ext uri="{FF2B5EF4-FFF2-40B4-BE49-F238E27FC236}">
                <a16:creationId xmlns:a16="http://schemas.microsoft.com/office/drawing/2014/main" id="{5EDBCEFF-A95B-5F02-717D-CF870715309C}"/>
              </a:ext>
            </a:extLst>
          </p:cNvPr>
          <p:cNvPicPr>
            <a:picLocks noChangeAspect="1"/>
          </p:cNvPicPr>
          <p:nvPr/>
        </p:nvPicPr>
        <p:blipFill>
          <a:blip r:embed="rId3"/>
          <a:stretch>
            <a:fillRect/>
          </a:stretch>
        </p:blipFill>
        <p:spPr>
          <a:xfrm>
            <a:off x="1866061" y="4371087"/>
            <a:ext cx="7354187" cy="1833563"/>
          </a:xfrm>
          <a:prstGeom prst="rect">
            <a:avLst/>
          </a:prstGeom>
        </p:spPr>
      </p:pic>
    </p:spTree>
    <p:extLst>
      <p:ext uri="{BB962C8B-B14F-4D97-AF65-F5344CB8AC3E}">
        <p14:creationId xmlns:p14="http://schemas.microsoft.com/office/powerpoint/2010/main" val="34903606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0D61F-858E-679F-B495-145DBE06AD09}"/>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383D50E8-C572-66AD-809C-0A6106EF6182}"/>
              </a:ext>
            </a:extLst>
          </p:cNvPr>
          <p:cNvSpPr/>
          <p:nvPr/>
        </p:nvSpPr>
        <p:spPr>
          <a:xfrm>
            <a:off x="698561" y="226322"/>
            <a:ext cx="10682011" cy="1181298"/>
          </a:xfrm>
          <a:prstGeom prst="rect">
            <a:avLst/>
          </a:prstGeom>
          <a:noFill/>
          <a:ln/>
        </p:spPr>
        <p:txBody>
          <a:bodyPr wrap="square" lIns="0" tIns="0" rIns="0" bIns="0" rtlCol="0" anchor="t"/>
          <a:lstStyle/>
          <a:p>
            <a:pPr>
              <a:lnSpc>
                <a:spcPts val="3875"/>
              </a:lnSpc>
            </a:pPr>
            <a:r>
              <a:rPr lang="en-US" sz="3600" b="1" dirty="0"/>
              <a:t>Limitation of ANN for Image Classification</a:t>
            </a:r>
          </a:p>
        </p:txBody>
      </p:sp>
      <p:sp>
        <p:nvSpPr>
          <p:cNvPr id="4" name="Shape 1">
            <a:extLst>
              <a:ext uri="{FF2B5EF4-FFF2-40B4-BE49-F238E27FC236}">
                <a16:creationId xmlns:a16="http://schemas.microsoft.com/office/drawing/2014/main" id="{116B397F-0E96-4549-6487-56CDB1CD5D79}"/>
              </a:ext>
            </a:extLst>
          </p:cNvPr>
          <p:cNvSpPr/>
          <p:nvPr/>
        </p:nvSpPr>
        <p:spPr>
          <a:xfrm>
            <a:off x="569373" y="4004865"/>
            <a:ext cx="10967045" cy="2640608"/>
          </a:xfrm>
          <a:prstGeom prst="roundRect">
            <a:avLst>
              <a:gd name="adj" fmla="val 2784"/>
            </a:avLst>
          </a:prstGeom>
          <a:noFill/>
          <a:ln w="7620">
            <a:solidFill>
              <a:srgbClr val="000000">
                <a:alpha val="8000"/>
              </a:srgbClr>
            </a:solidFill>
            <a:prstDash val="solid"/>
          </a:ln>
        </p:spPr>
        <p:txBody>
          <a:bodyPr/>
          <a:lstStyle/>
          <a:p>
            <a:endParaRPr lang="en-US" sz="2583"/>
          </a:p>
        </p:txBody>
      </p:sp>
      <p:sp>
        <p:nvSpPr>
          <p:cNvPr id="5" name="Shape 2">
            <a:extLst>
              <a:ext uri="{FF2B5EF4-FFF2-40B4-BE49-F238E27FC236}">
                <a16:creationId xmlns:a16="http://schemas.microsoft.com/office/drawing/2014/main" id="{C8C5C834-C03D-99A0-A609-3F137C778BF0}"/>
              </a:ext>
            </a:extLst>
          </p:cNvPr>
          <p:cNvSpPr/>
          <p:nvPr/>
        </p:nvSpPr>
        <p:spPr>
          <a:xfrm>
            <a:off x="793750" y="3847205"/>
            <a:ext cx="10954345" cy="782638"/>
          </a:xfrm>
          <a:prstGeom prst="rect">
            <a:avLst/>
          </a:prstGeom>
          <a:solidFill>
            <a:srgbClr val="FFFFFF">
              <a:alpha val="4000"/>
            </a:srgbClr>
          </a:solidFill>
          <a:ln/>
        </p:spPr>
        <p:txBody>
          <a:bodyPr/>
          <a:lstStyle/>
          <a:p>
            <a:endParaRPr lang="en-US" sz="2583"/>
          </a:p>
        </p:txBody>
      </p:sp>
      <p:pic>
        <p:nvPicPr>
          <p:cNvPr id="6" name="Picture 5">
            <a:extLst>
              <a:ext uri="{FF2B5EF4-FFF2-40B4-BE49-F238E27FC236}">
                <a16:creationId xmlns:a16="http://schemas.microsoft.com/office/drawing/2014/main" id="{EFE3D542-8FB8-25F9-F196-9DFF2FE8C059}"/>
              </a:ext>
            </a:extLst>
          </p:cNvPr>
          <p:cNvPicPr>
            <a:picLocks noChangeAspect="1"/>
          </p:cNvPicPr>
          <p:nvPr/>
        </p:nvPicPr>
        <p:blipFill>
          <a:blip r:embed="rId3"/>
          <a:stretch>
            <a:fillRect/>
          </a:stretch>
        </p:blipFill>
        <p:spPr>
          <a:xfrm>
            <a:off x="6270922" y="1397715"/>
            <a:ext cx="4320447" cy="3506821"/>
          </a:xfrm>
          <a:prstGeom prst="rect">
            <a:avLst/>
          </a:prstGeom>
        </p:spPr>
      </p:pic>
      <p:sp>
        <p:nvSpPr>
          <p:cNvPr id="7" name="TextBox 6">
            <a:extLst>
              <a:ext uri="{FF2B5EF4-FFF2-40B4-BE49-F238E27FC236}">
                <a16:creationId xmlns:a16="http://schemas.microsoft.com/office/drawing/2014/main" id="{18BC9954-25F6-8E03-AA78-B6136426C9FD}"/>
              </a:ext>
            </a:extLst>
          </p:cNvPr>
          <p:cNvSpPr txBox="1"/>
          <p:nvPr/>
        </p:nvSpPr>
        <p:spPr>
          <a:xfrm>
            <a:off x="1578430" y="5234866"/>
            <a:ext cx="2485571" cy="489814"/>
          </a:xfrm>
          <a:prstGeom prst="rect">
            <a:avLst/>
          </a:prstGeom>
          <a:noFill/>
        </p:spPr>
        <p:txBody>
          <a:bodyPr wrap="square" rtlCol="0">
            <a:spAutoFit/>
          </a:bodyPr>
          <a:lstStyle/>
          <a:p>
            <a:r>
              <a:rPr lang="en-US" sz="2583" dirty="0"/>
              <a:t>1000 * 1000px</a:t>
            </a:r>
          </a:p>
        </p:txBody>
      </p:sp>
      <p:pic>
        <p:nvPicPr>
          <p:cNvPr id="8" name="Picture 7">
            <a:extLst>
              <a:ext uri="{FF2B5EF4-FFF2-40B4-BE49-F238E27FC236}">
                <a16:creationId xmlns:a16="http://schemas.microsoft.com/office/drawing/2014/main" id="{3E02F82E-3FC8-0D17-11BF-606D3CB35257}"/>
              </a:ext>
            </a:extLst>
          </p:cNvPr>
          <p:cNvPicPr>
            <a:picLocks noChangeAspect="1"/>
          </p:cNvPicPr>
          <p:nvPr/>
        </p:nvPicPr>
        <p:blipFill>
          <a:blip r:embed="rId4"/>
          <a:stretch>
            <a:fillRect/>
          </a:stretch>
        </p:blipFill>
        <p:spPr>
          <a:xfrm>
            <a:off x="443905" y="1606339"/>
            <a:ext cx="4320447" cy="3240335"/>
          </a:xfrm>
          <a:prstGeom prst="rect">
            <a:avLst/>
          </a:prstGeom>
        </p:spPr>
      </p:pic>
      <p:sp>
        <p:nvSpPr>
          <p:cNvPr id="2" name="TextBox 1">
            <a:extLst>
              <a:ext uri="{FF2B5EF4-FFF2-40B4-BE49-F238E27FC236}">
                <a16:creationId xmlns:a16="http://schemas.microsoft.com/office/drawing/2014/main" id="{3B8B0B4A-DBCB-0219-CB41-36B27A31EB99}"/>
              </a:ext>
            </a:extLst>
          </p:cNvPr>
          <p:cNvSpPr txBox="1"/>
          <p:nvPr/>
        </p:nvSpPr>
        <p:spPr>
          <a:xfrm>
            <a:off x="6738532" y="5359506"/>
            <a:ext cx="3385226" cy="830997"/>
          </a:xfrm>
          <a:prstGeom prst="rect">
            <a:avLst/>
          </a:prstGeom>
          <a:noFill/>
        </p:spPr>
        <p:txBody>
          <a:bodyPr wrap="square" rtlCol="0">
            <a:spAutoFit/>
          </a:bodyPr>
          <a:lstStyle/>
          <a:p>
            <a:pPr marL="285750" indent="-285750">
              <a:buFont typeface="Arial" panose="020B0604020202020204" pitchFamily="34" charset="0"/>
              <a:buChar char="•"/>
            </a:pPr>
            <a:r>
              <a:rPr lang="en-CZ" sz="1600" dirty="0"/>
              <a:t>High compuational cost</a:t>
            </a:r>
          </a:p>
          <a:p>
            <a:pPr marL="285750" indent="-285750">
              <a:buFont typeface="Arial" panose="020B0604020202020204" pitchFamily="34" charset="0"/>
              <a:buChar char="•"/>
            </a:pPr>
            <a:r>
              <a:rPr lang="en-CZ" sz="1600" dirty="0"/>
              <a:t>Over-fitting problem </a:t>
            </a:r>
          </a:p>
          <a:p>
            <a:pPr marL="285750" indent="-285750">
              <a:buFont typeface="Arial" panose="020B0604020202020204" pitchFamily="34" charset="0"/>
              <a:buChar char="•"/>
            </a:pPr>
            <a:r>
              <a:rPr lang="en-CZ" sz="1600" dirty="0"/>
              <a:t>Longer training time</a:t>
            </a:r>
          </a:p>
        </p:txBody>
      </p:sp>
    </p:spTree>
    <p:extLst>
      <p:ext uri="{BB962C8B-B14F-4D97-AF65-F5344CB8AC3E}">
        <p14:creationId xmlns:p14="http://schemas.microsoft.com/office/powerpoint/2010/main" val="31789170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E186B-EA85-4499-2BF5-B4F8504C4303}"/>
            </a:ext>
          </a:extLst>
        </p:cNvPr>
        <p:cNvGrpSpPr/>
        <p:nvPr/>
      </p:nvGrpSpPr>
      <p:grpSpPr>
        <a:xfrm>
          <a:off x="0" y="0"/>
          <a:ext cx="0" cy="0"/>
          <a:chOff x="0" y="0"/>
          <a:chExt cx="0" cy="0"/>
        </a:xfrm>
      </p:grpSpPr>
      <p:sp>
        <p:nvSpPr>
          <p:cNvPr id="4" name="Shape 1">
            <a:extLst>
              <a:ext uri="{FF2B5EF4-FFF2-40B4-BE49-F238E27FC236}">
                <a16:creationId xmlns:a16="http://schemas.microsoft.com/office/drawing/2014/main" id="{3F501F2F-2B83-99BA-0C3B-A729DE0027C3}"/>
              </a:ext>
            </a:extLst>
          </p:cNvPr>
          <p:cNvSpPr/>
          <p:nvPr/>
        </p:nvSpPr>
        <p:spPr>
          <a:xfrm>
            <a:off x="569373" y="4004865"/>
            <a:ext cx="10967045" cy="2640608"/>
          </a:xfrm>
          <a:prstGeom prst="roundRect">
            <a:avLst>
              <a:gd name="adj" fmla="val 2784"/>
            </a:avLst>
          </a:prstGeom>
          <a:noFill/>
          <a:ln w="7620">
            <a:solidFill>
              <a:srgbClr val="000000">
                <a:alpha val="8000"/>
              </a:srgbClr>
            </a:solidFill>
            <a:prstDash val="solid"/>
          </a:ln>
        </p:spPr>
        <p:txBody>
          <a:bodyPr/>
          <a:lstStyle/>
          <a:p>
            <a:endParaRPr lang="en-US" sz="2583"/>
          </a:p>
        </p:txBody>
      </p:sp>
      <p:sp>
        <p:nvSpPr>
          <p:cNvPr id="5" name="Shape 2">
            <a:extLst>
              <a:ext uri="{FF2B5EF4-FFF2-40B4-BE49-F238E27FC236}">
                <a16:creationId xmlns:a16="http://schemas.microsoft.com/office/drawing/2014/main" id="{50A5CCFB-F90B-D7D4-4E82-6EB1164CA05C}"/>
              </a:ext>
            </a:extLst>
          </p:cNvPr>
          <p:cNvSpPr/>
          <p:nvPr/>
        </p:nvSpPr>
        <p:spPr>
          <a:xfrm>
            <a:off x="793750" y="3847205"/>
            <a:ext cx="10954345" cy="782638"/>
          </a:xfrm>
          <a:prstGeom prst="rect">
            <a:avLst/>
          </a:prstGeom>
          <a:solidFill>
            <a:srgbClr val="FFFFFF">
              <a:alpha val="4000"/>
            </a:srgbClr>
          </a:solidFill>
          <a:ln/>
        </p:spPr>
        <p:txBody>
          <a:bodyPr/>
          <a:lstStyle/>
          <a:p>
            <a:endParaRPr lang="en-US" sz="2583"/>
          </a:p>
        </p:txBody>
      </p:sp>
      <p:pic>
        <p:nvPicPr>
          <p:cNvPr id="2" name="Image 0" descr="preencoded.png">
            <a:extLst>
              <a:ext uri="{FF2B5EF4-FFF2-40B4-BE49-F238E27FC236}">
                <a16:creationId xmlns:a16="http://schemas.microsoft.com/office/drawing/2014/main" id="{981A9A1C-5E0F-1F3F-4B19-6AD09C5A2CA1}"/>
              </a:ext>
            </a:extLst>
          </p:cNvPr>
          <p:cNvPicPr>
            <a:picLocks noChangeAspect="1"/>
          </p:cNvPicPr>
          <p:nvPr/>
        </p:nvPicPr>
        <p:blipFill>
          <a:blip r:embed="rId3"/>
          <a:stretch>
            <a:fillRect/>
          </a:stretch>
        </p:blipFill>
        <p:spPr>
          <a:xfrm>
            <a:off x="0" y="-5649"/>
            <a:ext cx="4233102" cy="6277053"/>
          </a:xfrm>
          <a:prstGeom prst="rect">
            <a:avLst/>
          </a:prstGeom>
        </p:spPr>
      </p:pic>
      <p:sp>
        <p:nvSpPr>
          <p:cNvPr id="9" name="Text 0">
            <a:extLst>
              <a:ext uri="{FF2B5EF4-FFF2-40B4-BE49-F238E27FC236}">
                <a16:creationId xmlns:a16="http://schemas.microsoft.com/office/drawing/2014/main" id="{B6DB792E-EA16-6CB1-3E18-E3A2468D8077}"/>
              </a:ext>
            </a:extLst>
          </p:cNvPr>
          <p:cNvSpPr/>
          <p:nvPr/>
        </p:nvSpPr>
        <p:spPr>
          <a:xfrm>
            <a:off x="4848126" y="287574"/>
            <a:ext cx="6297018" cy="532039"/>
          </a:xfrm>
          <a:prstGeom prst="rect">
            <a:avLst/>
          </a:prstGeom>
          <a:noFill/>
          <a:ln/>
        </p:spPr>
        <p:txBody>
          <a:bodyPr wrap="square" lIns="0" tIns="0" rIns="0" bIns="0" rtlCol="0" anchor="t"/>
          <a:lstStyle/>
          <a:p>
            <a:pPr>
              <a:lnSpc>
                <a:spcPts val="4625"/>
              </a:lnSpc>
            </a:pPr>
            <a:r>
              <a:rPr lang="en-US" sz="3200" b="1" kern="0" spc="-112" dirty="0">
                <a:solidFill>
                  <a:srgbClr val="000000"/>
                </a:solidFill>
                <a:latin typeface="Inter Bold" pitchFamily="34" charset="0"/>
                <a:ea typeface="Inter Bold" pitchFamily="34" charset="-122"/>
              </a:rPr>
              <a:t>Convolutional Neural Network (CNN)</a:t>
            </a:r>
            <a:endParaRPr lang="en-US" sz="3200" dirty="0"/>
          </a:p>
        </p:txBody>
      </p:sp>
      <p:sp>
        <p:nvSpPr>
          <p:cNvPr id="10" name="Shape 1">
            <a:extLst>
              <a:ext uri="{FF2B5EF4-FFF2-40B4-BE49-F238E27FC236}">
                <a16:creationId xmlns:a16="http://schemas.microsoft.com/office/drawing/2014/main" id="{D9AEE0A2-1E50-1C4A-6F5C-A223F83B5BB9}"/>
              </a:ext>
            </a:extLst>
          </p:cNvPr>
          <p:cNvSpPr/>
          <p:nvPr/>
        </p:nvSpPr>
        <p:spPr>
          <a:xfrm>
            <a:off x="4887263" y="1402753"/>
            <a:ext cx="425252" cy="425252"/>
          </a:xfrm>
          <a:prstGeom prst="roundRect">
            <a:avLst>
              <a:gd name="adj" fmla="val 18669"/>
            </a:avLst>
          </a:prstGeom>
          <a:solidFill>
            <a:srgbClr val="DADBF1"/>
          </a:solidFill>
          <a:ln w="7620">
            <a:solidFill>
              <a:srgbClr val="C0C1D7"/>
            </a:solidFill>
            <a:prstDash val="solid"/>
          </a:ln>
        </p:spPr>
        <p:txBody>
          <a:bodyPr/>
          <a:lstStyle/>
          <a:p>
            <a:endParaRPr lang="en-US" sz="2583"/>
          </a:p>
        </p:txBody>
      </p:sp>
      <p:sp>
        <p:nvSpPr>
          <p:cNvPr id="11" name="Text 2">
            <a:extLst>
              <a:ext uri="{FF2B5EF4-FFF2-40B4-BE49-F238E27FC236}">
                <a16:creationId xmlns:a16="http://schemas.microsoft.com/office/drawing/2014/main" id="{B8873269-69B4-E139-4AB1-AA1973FA6D05}"/>
              </a:ext>
            </a:extLst>
          </p:cNvPr>
          <p:cNvSpPr/>
          <p:nvPr/>
        </p:nvSpPr>
        <p:spPr>
          <a:xfrm>
            <a:off x="5035954" y="1461480"/>
            <a:ext cx="113804" cy="283568"/>
          </a:xfrm>
          <a:prstGeom prst="rect">
            <a:avLst/>
          </a:prstGeom>
          <a:noFill/>
          <a:ln/>
        </p:spPr>
        <p:txBody>
          <a:bodyPr wrap="none" lIns="0" tIns="0" rIns="0" bIns="0" rtlCol="0" anchor="t"/>
          <a:lstStyle/>
          <a:p>
            <a:pPr algn="ctr">
              <a:lnSpc>
                <a:spcPts val="2208"/>
              </a:lnSpc>
            </a:pPr>
            <a:r>
              <a:rPr lang="en-US" sz="2208" b="1" kern="0" spc="-67" dirty="0">
                <a:solidFill>
                  <a:srgbClr val="272525"/>
                </a:solidFill>
                <a:latin typeface="Inter Bold" pitchFamily="34" charset="0"/>
                <a:ea typeface="Inter Bold" pitchFamily="34" charset="-122"/>
                <a:cs typeface="Inter Bold" pitchFamily="34" charset="-120"/>
              </a:rPr>
              <a:t>1</a:t>
            </a:r>
            <a:endParaRPr lang="en-US" sz="2208" dirty="0"/>
          </a:p>
        </p:txBody>
      </p:sp>
      <p:sp>
        <p:nvSpPr>
          <p:cNvPr id="12" name="Text 3">
            <a:extLst>
              <a:ext uri="{FF2B5EF4-FFF2-40B4-BE49-F238E27FC236}">
                <a16:creationId xmlns:a16="http://schemas.microsoft.com/office/drawing/2014/main" id="{CEDDCD9E-0381-3044-3B4A-F106F8020CCA}"/>
              </a:ext>
            </a:extLst>
          </p:cNvPr>
          <p:cNvSpPr/>
          <p:nvPr/>
        </p:nvSpPr>
        <p:spPr>
          <a:xfrm>
            <a:off x="5484999" y="1443919"/>
            <a:ext cx="2362696" cy="295275"/>
          </a:xfrm>
          <a:prstGeom prst="rect">
            <a:avLst/>
          </a:prstGeom>
          <a:noFill/>
          <a:ln/>
        </p:spPr>
        <p:txBody>
          <a:bodyPr wrap="none" lIns="0" tIns="0" rIns="0" bIns="0" rtlCol="0" anchor="t"/>
          <a:lstStyle/>
          <a:p>
            <a:pPr>
              <a:lnSpc>
                <a:spcPts val="2292"/>
              </a:lnSpc>
            </a:pPr>
            <a:r>
              <a:rPr lang="en-US" sz="1833" b="1" kern="0" spc="-56" dirty="0">
                <a:solidFill>
                  <a:srgbClr val="272525"/>
                </a:solidFill>
                <a:latin typeface="Inter Bold" pitchFamily="34" charset="0"/>
                <a:ea typeface="Inter Bold" pitchFamily="34" charset="-122"/>
                <a:cs typeface="Inter Bold" pitchFamily="34" charset="-120"/>
              </a:rPr>
              <a:t>Definition</a:t>
            </a:r>
            <a:endParaRPr lang="en-US" sz="1833" dirty="0"/>
          </a:p>
        </p:txBody>
      </p:sp>
      <p:sp>
        <p:nvSpPr>
          <p:cNvPr id="13" name="Text 4">
            <a:extLst>
              <a:ext uri="{FF2B5EF4-FFF2-40B4-BE49-F238E27FC236}">
                <a16:creationId xmlns:a16="http://schemas.microsoft.com/office/drawing/2014/main" id="{0065C3F6-B147-3ACF-2297-B7C79D86401C}"/>
              </a:ext>
            </a:extLst>
          </p:cNvPr>
          <p:cNvSpPr/>
          <p:nvPr/>
        </p:nvSpPr>
        <p:spPr>
          <a:xfrm>
            <a:off x="5501527" y="1732050"/>
            <a:ext cx="2470229" cy="604838"/>
          </a:xfrm>
          <a:prstGeom prst="rect">
            <a:avLst/>
          </a:prstGeom>
          <a:noFill/>
          <a:ln/>
        </p:spPr>
        <p:txBody>
          <a:bodyPr wrap="square" lIns="0" tIns="0" rIns="0" bIns="0" rtlCol="0" anchor="t"/>
          <a:lstStyle/>
          <a:p>
            <a:pPr>
              <a:lnSpc>
                <a:spcPts val="2375"/>
              </a:lnSpc>
            </a:pPr>
            <a:r>
              <a:rPr lang="en-US" sz="1458" kern="0" spc="-30" dirty="0">
                <a:solidFill>
                  <a:srgbClr val="272525"/>
                </a:solidFill>
                <a:latin typeface="Inter" pitchFamily="34" charset="0"/>
                <a:ea typeface="Inter" pitchFamily="34" charset="-122"/>
                <a:cs typeface="Inter" pitchFamily="34" charset="-120"/>
              </a:rPr>
              <a:t>A deep learning model designed for processing images to identify patterns and make decisions.</a:t>
            </a:r>
            <a:endParaRPr lang="en-US" sz="1458" dirty="0"/>
          </a:p>
        </p:txBody>
      </p:sp>
      <p:sp>
        <p:nvSpPr>
          <p:cNvPr id="14" name="Shape 5">
            <a:extLst>
              <a:ext uri="{FF2B5EF4-FFF2-40B4-BE49-F238E27FC236}">
                <a16:creationId xmlns:a16="http://schemas.microsoft.com/office/drawing/2014/main" id="{AE71BA8E-FCB9-26D5-CC57-A6E1860C92F4}"/>
              </a:ext>
            </a:extLst>
          </p:cNvPr>
          <p:cNvSpPr/>
          <p:nvPr/>
        </p:nvSpPr>
        <p:spPr>
          <a:xfrm>
            <a:off x="8690868" y="1429233"/>
            <a:ext cx="425252" cy="425252"/>
          </a:xfrm>
          <a:prstGeom prst="roundRect">
            <a:avLst>
              <a:gd name="adj" fmla="val 18669"/>
            </a:avLst>
          </a:prstGeom>
          <a:solidFill>
            <a:srgbClr val="DADBF1"/>
          </a:solidFill>
          <a:ln w="7620">
            <a:solidFill>
              <a:srgbClr val="C0C1D7"/>
            </a:solidFill>
            <a:prstDash val="solid"/>
          </a:ln>
        </p:spPr>
        <p:txBody>
          <a:bodyPr/>
          <a:lstStyle/>
          <a:p>
            <a:endParaRPr lang="en-US" sz="2583"/>
          </a:p>
        </p:txBody>
      </p:sp>
      <p:sp>
        <p:nvSpPr>
          <p:cNvPr id="15" name="Text 6">
            <a:extLst>
              <a:ext uri="{FF2B5EF4-FFF2-40B4-BE49-F238E27FC236}">
                <a16:creationId xmlns:a16="http://schemas.microsoft.com/office/drawing/2014/main" id="{9F6FC5FF-718C-689E-6C04-1D7CE1CC9BCF}"/>
              </a:ext>
            </a:extLst>
          </p:cNvPr>
          <p:cNvSpPr/>
          <p:nvPr/>
        </p:nvSpPr>
        <p:spPr>
          <a:xfrm>
            <a:off x="8818463" y="1500076"/>
            <a:ext cx="170061" cy="283568"/>
          </a:xfrm>
          <a:prstGeom prst="rect">
            <a:avLst/>
          </a:prstGeom>
          <a:noFill/>
          <a:ln/>
        </p:spPr>
        <p:txBody>
          <a:bodyPr wrap="none" lIns="0" tIns="0" rIns="0" bIns="0" rtlCol="0" anchor="t"/>
          <a:lstStyle/>
          <a:p>
            <a:pPr algn="ctr">
              <a:lnSpc>
                <a:spcPts val="2208"/>
              </a:lnSpc>
            </a:pPr>
            <a:r>
              <a:rPr lang="en-US" sz="2208" b="1" kern="0" spc="-67" dirty="0">
                <a:solidFill>
                  <a:srgbClr val="272525"/>
                </a:solidFill>
                <a:latin typeface="Inter Bold" pitchFamily="34" charset="0"/>
                <a:ea typeface="Inter Bold" pitchFamily="34" charset="-122"/>
                <a:cs typeface="Inter Bold" pitchFamily="34" charset="-120"/>
              </a:rPr>
              <a:t>2</a:t>
            </a:r>
            <a:endParaRPr lang="en-US" sz="2208" dirty="0"/>
          </a:p>
        </p:txBody>
      </p:sp>
      <p:sp>
        <p:nvSpPr>
          <p:cNvPr id="16" name="Text 7">
            <a:extLst>
              <a:ext uri="{FF2B5EF4-FFF2-40B4-BE49-F238E27FC236}">
                <a16:creationId xmlns:a16="http://schemas.microsoft.com/office/drawing/2014/main" id="{A36923D6-FBEA-7BB6-5BD1-4E72974BBED1}"/>
              </a:ext>
            </a:extLst>
          </p:cNvPr>
          <p:cNvSpPr/>
          <p:nvPr/>
        </p:nvSpPr>
        <p:spPr>
          <a:xfrm>
            <a:off x="9289912" y="1426066"/>
            <a:ext cx="2362696" cy="295275"/>
          </a:xfrm>
          <a:prstGeom prst="rect">
            <a:avLst/>
          </a:prstGeom>
          <a:noFill/>
          <a:ln/>
        </p:spPr>
        <p:txBody>
          <a:bodyPr wrap="none" lIns="0" tIns="0" rIns="0" bIns="0" rtlCol="0" anchor="t"/>
          <a:lstStyle/>
          <a:p>
            <a:pPr>
              <a:lnSpc>
                <a:spcPts val="2292"/>
              </a:lnSpc>
            </a:pPr>
            <a:r>
              <a:rPr lang="en-US" sz="1833" b="1" kern="0" spc="-56" dirty="0">
                <a:solidFill>
                  <a:srgbClr val="272525"/>
                </a:solidFill>
                <a:latin typeface="Inter Bold" pitchFamily="34" charset="0"/>
                <a:ea typeface="Inter Bold" pitchFamily="34" charset="-122"/>
                <a:cs typeface="Inter Bold" pitchFamily="34" charset="-120"/>
              </a:rPr>
              <a:t>Objective</a:t>
            </a:r>
            <a:endParaRPr lang="en-US" sz="1833" dirty="0"/>
          </a:p>
        </p:txBody>
      </p:sp>
      <p:sp>
        <p:nvSpPr>
          <p:cNvPr id="17" name="Text 8">
            <a:extLst>
              <a:ext uri="{FF2B5EF4-FFF2-40B4-BE49-F238E27FC236}">
                <a16:creationId xmlns:a16="http://schemas.microsoft.com/office/drawing/2014/main" id="{61A3F3E0-513A-784E-ABF3-E6F2DE9C049C}"/>
              </a:ext>
            </a:extLst>
          </p:cNvPr>
          <p:cNvSpPr/>
          <p:nvPr/>
        </p:nvSpPr>
        <p:spPr>
          <a:xfrm>
            <a:off x="9320352" y="1762254"/>
            <a:ext cx="2514224" cy="604838"/>
          </a:xfrm>
          <a:prstGeom prst="rect">
            <a:avLst/>
          </a:prstGeom>
          <a:noFill/>
          <a:ln/>
        </p:spPr>
        <p:txBody>
          <a:bodyPr wrap="square" lIns="0" tIns="0" rIns="0" bIns="0" rtlCol="0" anchor="t"/>
          <a:lstStyle/>
          <a:p>
            <a:pPr>
              <a:lnSpc>
                <a:spcPts val="2375"/>
              </a:lnSpc>
            </a:pPr>
            <a:r>
              <a:rPr lang="en-US" sz="1458" kern="0" spc="-30" dirty="0">
                <a:solidFill>
                  <a:srgbClr val="272525"/>
                </a:solidFill>
                <a:latin typeface="Inter" pitchFamily="34" charset="0"/>
                <a:ea typeface="Inter" pitchFamily="34" charset="-122"/>
                <a:cs typeface="Inter" pitchFamily="34" charset="-120"/>
              </a:rPr>
              <a:t>Solve complex visual tasks with deep learning.</a:t>
            </a:r>
            <a:endParaRPr lang="en-US" sz="1458" dirty="0"/>
          </a:p>
        </p:txBody>
      </p:sp>
      <p:sp>
        <p:nvSpPr>
          <p:cNvPr id="18" name="Shape 9">
            <a:extLst>
              <a:ext uri="{FF2B5EF4-FFF2-40B4-BE49-F238E27FC236}">
                <a16:creationId xmlns:a16="http://schemas.microsoft.com/office/drawing/2014/main" id="{91DDEC42-8676-3A2C-ABAA-77DF0F4E84D8}"/>
              </a:ext>
            </a:extLst>
          </p:cNvPr>
          <p:cNvSpPr/>
          <p:nvPr/>
        </p:nvSpPr>
        <p:spPr>
          <a:xfrm>
            <a:off x="4698252" y="3486942"/>
            <a:ext cx="425252" cy="425252"/>
          </a:xfrm>
          <a:prstGeom prst="roundRect">
            <a:avLst>
              <a:gd name="adj" fmla="val 18669"/>
            </a:avLst>
          </a:prstGeom>
          <a:solidFill>
            <a:srgbClr val="DADBF1"/>
          </a:solidFill>
          <a:ln w="7620">
            <a:solidFill>
              <a:srgbClr val="C0C1D7"/>
            </a:solidFill>
            <a:prstDash val="solid"/>
          </a:ln>
        </p:spPr>
        <p:txBody>
          <a:bodyPr/>
          <a:lstStyle/>
          <a:p>
            <a:endParaRPr lang="en-US" sz="2583"/>
          </a:p>
        </p:txBody>
      </p:sp>
      <p:sp>
        <p:nvSpPr>
          <p:cNvPr id="19" name="Text 10">
            <a:extLst>
              <a:ext uri="{FF2B5EF4-FFF2-40B4-BE49-F238E27FC236}">
                <a16:creationId xmlns:a16="http://schemas.microsoft.com/office/drawing/2014/main" id="{41E8EA62-AE55-91EB-2154-C158A55F14DB}"/>
              </a:ext>
            </a:extLst>
          </p:cNvPr>
          <p:cNvSpPr/>
          <p:nvPr/>
        </p:nvSpPr>
        <p:spPr>
          <a:xfrm>
            <a:off x="4837567" y="3598513"/>
            <a:ext cx="174526" cy="283568"/>
          </a:xfrm>
          <a:prstGeom prst="rect">
            <a:avLst/>
          </a:prstGeom>
          <a:noFill/>
          <a:ln/>
        </p:spPr>
        <p:txBody>
          <a:bodyPr wrap="none" lIns="0" tIns="0" rIns="0" bIns="0" rtlCol="0" anchor="t"/>
          <a:lstStyle/>
          <a:p>
            <a:pPr algn="ctr">
              <a:lnSpc>
                <a:spcPts val="2208"/>
              </a:lnSpc>
            </a:pPr>
            <a:r>
              <a:rPr lang="en-US" sz="2208" b="1" kern="0" spc="-67" dirty="0">
                <a:solidFill>
                  <a:srgbClr val="272525"/>
                </a:solidFill>
                <a:latin typeface="Inter Bold" pitchFamily="34" charset="0"/>
                <a:ea typeface="Inter Bold" pitchFamily="34" charset="-122"/>
                <a:cs typeface="Inter Bold" pitchFamily="34" charset="-120"/>
              </a:rPr>
              <a:t>3</a:t>
            </a:r>
            <a:endParaRPr lang="en-US" sz="2208" dirty="0"/>
          </a:p>
        </p:txBody>
      </p:sp>
      <p:sp>
        <p:nvSpPr>
          <p:cNvPr id="20" name="Text 11">
            <a:extLst>
              <a:ext uri="{FF2B5EF4-FFF2-40B4-BE49-F238E27FC236}">
                <a16:creationId xmlns:a16="http://schemas.microsoft.com/office/drawing/2014/main" id="{DA3E6BA4-3294-014A-D0A7-F2B952EB9725}"/>
              </a:ext>
            </a:extLst>
          </p:cNvPr>
          <p:cNvSpPr/>
          <p:nvPr/>
        </p:nvSpPr>
        <p:spPr>
          <a:xfrm>
            <a:off x="5312515" y="3551930"/>
            <a:ext cx="2362696" cy="295275"/>
          </a:xfrm>
          <a:prstGeom prst="rect">
            <a:avLst/>
          </a:prstGeom>
          <a:noFill/>
          <a:ln/>
        </p:spPr>
        <p:txBody>
          <a:bodyPr wrap="none" lIns="0" tIns="0" rIns="0" bIns="0" rtlCol="0" anchor="t"/>
          <a:lstStyle/>
          <a:p>
            <a:pPr>
              <a:lnSpc>
                <a:spcPts val="2292"/>
              </a:lnSpc>
            </a:pPr>
            <a:r>
              <a:rPr lang="en-US" sz="1833" b="1" kern="0" spc="-56" dirty="0">
                <a:solidFill>
                  <a:srgbClr val="272525"/>
                </a:solidFill>
                <a:latin typeface="Inter Bold" pitchFamily="34" charset="0"/>
                <a:ea typeface="Inter Bold" pitchFamily="34" charset="-122"/>
                <a:cs typeface="Inter Bold" pitchFamily="34" charset="-120"/>
              </a:rPr>
              <a:t>Benefits</a:t>
            </a:r>
            <a:endParaRPr lang="en-US" sz="1833" dirty="0"/>
          </a:p>
        </p:txBody>
      </p:sp>
      <p:sp>
        <p:nvSpPr>
          <p:cNvPr id="21" name="Text 12">
            <a:extLst>
              <a:ext uri="{FF2B5EF4-FFF2-40B4-BE49-F238E27FC236}">
                <a16:creationId xmlns:a16="http://schemas.microsoft.com/office/drawing/2014/main" id="{521F5EA2-26AC-93F4-25F3-65D3691D4950}"/>
              </a:ext>
            </a:extLst>
          </p:cNvPr>
          <p:cNvSpPr/>
          <p:nvPr/>
        </p:nvSpPr>
        <p:spPr>
          <a:xfrm>
            <a:off x="5313159" y="3912194"/>
            <a:ext cx="5682754" cy="1016108"/>
          </a:xfrm>
          <a:prstGeom prst="rect">
            <a:avLst/>
          </a:prstGeom>
          <a:noFill/>
          <a:ln/>
        </p:spPr>
        <p:txBody>
          <a:bodyPr wrap="none" lIns="0" tIns="0" rIns="0" bIns="0" rtlCol="0" anchor="t"/>
          <a:lstStyle/>
          <a:p>
            <a:pPr marL="238115" indent="-238115">
              <a:lnSpc>
                <a:spcPts val="2375"/>
              </a:lnSpc>
              <a:buFont typeface="Arial" panose="020B0604020202020204" pitchFamily="34" charset="0"/>
              <a:buChar char="•"/>
            </a:pPr>
            <a:r>
              <a:rPr lang="en-US" sz="1458" dirty="0"/>
              <a:t>Handles high-dimensional, structured data like images, videos and audio.</a:t>
            </a:r>
          </a:p>
          <a:p>
            <a:pPr marL="238115" indent="-238115">
              <a:lnSpc>
                <a:spcPts val="2375"/>
              </a:lnSpc>
              <a:buFont typeface="Arial" panose="020B0604020202020204" pitchFamily="34" charset="0"/>
              <a:buChar char="•"/>
            </a:pPr>
            <a:r>
              <a:rPr lang="en-US" sz="1458" dirty="0"/>
              <a:t>Hierarchical feature learning.</a:t>
            </a:r>
          </a:p>
          <a:p>
            <a:pPr marL="238115" indent="-238115">
              <a:lnSpc>
                <a:spcPts val="2375"/>
              </a:lnSpc>
              <a:buFont typeface="Arial" panose="020B0604020202020204" pitchFamily="34" charset="0"/>
              <a:buChar char="•"/>
            </a:pPr>
            <a:r>
              <a:rPr lang="en-US" sz="1458" dirty="0"/>
              <a:t>Robust to translation of object.</a:t>
            </a:r>
          </a:p>
        </p:txBody>
      </p:sp>
    </p:spTree>
    <p:extLst>
      <p:ext uri="{BB962C8B-B14F-4D97-AF65-F5344CB8AC3E}">
        <p14:creationId xmlns:p14="http://schemas.microsoft.com/office/powerpoint/2010/main" val="31640056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D741642-BE53-06E8-6639-ED0E3C8504B2}"/>
              </a:ext>
            </a:extLst>
          </p:cNvPr>
          <p:cNvSpPr>
            <a:spLocks noGrp="1"/>
          </p:cNvSpPr>
          <p:nvPr>
            <p:ph type="body" sz="quarter" idx="15"/>
          </p:nvPr>
        </p:nvSpPr>
        <p:spPr>
          <a:xfrm>
            <a:off x="6096000" y="704192"/>
            <a:ext cx="5915043" cy="5002925"/>
          </a:xfrm>
        </p:spPr>
        <p:txBody>
          <a:bodyPr>
            <a:normAutofit/>
          </a:bodyPr>
          <a:lstStyle/>
          <a:p>
            <a:pPr>
              <a:lnSpc>
                <a:spcPct val="100000"/>
              </a:lnSpc>
            </a:pPr>
            <a:r>
              <a:rPr lang="en-US" dirty="0"/>
              <a:t>CNNs typically consist of an </a:t>
            </a:r>
            <a:r>
              <a:rPr lang="en-US" dirty="0">
                <a:solidFill>
                  <a:srgbClr val="0070C0"/>
                </a:solidFill>
              </a:rPr>
              <a:t>input layer, multiple hidden layers, </a:t>
            </a:r>
            <a:r>
              <a:rPr lang="en-US" dirty="0">
                <a:solidFill>
                  <a:srgbClr val="002060"/>
                </a:solidFill>
              </a:rPr>
              <a:t>and</a:t>
            </a:r>
            <a:r>
              <a:rPr lang="en-US" dirty="0">
                <a:solidFill>
                  <a:srgbClr val="0070C0"/>
                </a:solidFill>
              </a:rPr>
              <a:t> an output layer</a:t>
            </a:r>
            <a:r>
              <a:rPr lang="en-US" dirty="0"/>
              <a:t>.</a:t>
            </a:r>
          </a:p>
          <a:p>
            <a:pPr>
              <a:lnSpc>
                <a:spcPct val="100000"/>
              </a:lnSpc>
            </a:pPr>
            <a:r>
              <a:rPr lang="en-US" dirty="0"/>
              <a:t> </a:t>
            </a:r>
          </a:p>
          <a:p>
            <a:pPr>
              <a:lnSpc>
                <a:spcPct val="100000"/>
              </a:lnSpc>
            </a:pPr>
            <a:r>
              <a:rPr lang="en-US" dirty="0"/>
              <a:t>The hidden layers include a series of </a:t>
            </a:r>
            <a:r>
              <a:rPr lang="en-US" dirty="0">
                <a:solidFill>
                  <a:srgbClr val="0070C0"/>
                </a:solidFill>
              </a:rPr>
              <a:t>convolutional layers, pooling layers </a:t>
            </a:r>
            <a:r>
              <a:rPr lang="en-US" dirty="0">
                <a:solidFill>
                  <a:srgbClr val="002060"/>
                </a:solidFill>
              </a:rPr>
              <a:t>and </a:t>
            </a:r>
            <a:r>
              <a:rPr lang="en-US" dirty="0">
                <a:solidFill>
                  <a:srgbClr val="0070C0"/>
                </a:solidFill>
              </a:rPr>
              <a:t>fully connected layers</a:t>
            </a:r>
            <a:r>
              <a:rPr lang="en-US" dirty="0"/>
              <a:t>. </a:t>
            </a:r>
          </a:p>
          <a:p>
            <a:pPr>
              <a:lnSpc>
                <a:spcPct val="100000"/>
              </a:lnSpc>
            </a:pPr>
            <a:endParaRPr lang="en-US" dirty="0"/>
          </a:p>
          <a:p>
            <a:pPr>
              <a:lnSpc>
                <a:spcPct val="100000"/>
              </a:lnSpc>
            </a:pPr>
            <a:r>
              <a:rPr lang="en-US" dirty="0"/>
              <a:t>Each layer performs distinct operations: </a:t>
            </a:r>
            <a:r>
              <a:rPr lang="en-US" dirty="0">
                <a:solidFill>
                  <a:srgbClr val="00B0F0"/>
                </a:solidFill>
              </a:rPr>
              <a:t>Convolutional</a:t>
            </a:r>
            <a:r>
              <a:rPr lang="en-US" dirty="0"/>
              <a:t> layers apply a convolution operation, </a:t>
            </a:r>
            <a:r>
              <a:rPr lang="en-US" dirty="0">
                <a:solidFill>
                  <a:srgbClr val="00B0F0"/>
                </a:solidFill>
              </a:rPr>
              <a:t>Pooling</a:t>
            </a:r>
            <a:r>
              <a:rPr lang="en-US" dirty="0"/>
              <a:t> layers perform down-sampling, </a:t>
            </a:r>
            <a:r>
              <a:rPr lang="en-US" dirty="0">
                <a:solidFill>
                  <a:srgbClr val="00B0F0"/>
                </a:solidFill>
              </a:rPr>
              <a:t>Fully connected </a:t>
            </a:r>
            <a:r>
              <a:rPr lang="en-US" dirty="0"/>
              <a:t>layers compute the class scores.</a:t>
            </a:r>
            <a:endParaRPr lang="en-CA" dirty="0"/>
          </a:p>
        </p:txBody>
      </p:sp>
      <p:sp>
        <p:nvSpPr>
          <p:cNvPr id="2" name="Title 1">
            <a:extLst>
              <a:ext uri="{FF2B5EF4-FFF2-40B4-BE49-F238E27FC236}">
                <a16:creationId xmlns:a16="http://schemas.microsoft.com/office/drawing/2014/main" id="{061D3FD3-DC6C-B532-DE38-9258D3D7BBBF}"/>
              </a:ext>
            </a:extLst>
          </p:cNvPr>
          <p:cNvSpPr>
            <a:spLocks noGrp="1"/>
          </p:cNvSpPr>
          <p:nvPr>
            <p:ph type="title"/>
          </p:nvPr>
        </p:nvSpPr>
        <p:spPr>
          <a:xfrm>
            <a:off x="381114" y="343361"/>
            <a:ext cx="5612588" cy="1001980"/>
          </a:xfrm>
        </p:spPr>
        <p:txBody>
          <a:bodyPr anchor="t">
            <a:normAutofit/>
          </a:bodyPr>
          <a:lstStyle/>
          <a:p>
            <a:r>
              <a:rPr lang="en-CA" dirty="0"/>
              <a:t>CNN Architecture</a:t>
            </a:r>
          </a:p>
        </p:txBody>
      </p:sp>
      <p:pic>
        <p:nvPicPr>
          <p:cNvPr id="4" name="Picture 3">
            <a:extLst>
              <a:ext uri="{FF2B5EF4-FFF2-40B4-BE49-F238E27FC236}">
                <a16:creationId xmlns:a16="http://schemas.microsoft.com/office/drawing/2014/main" id="{5034D90D-3BE2-382F-5744-75C896343A79}"/>
              </a:ext>
            </a:extLst>
          </p:cNvPr>
          <p:cNvPicPr>
            <a:picLocks noChangeAspect="1"/>
          </p:cNvPicPr>
          <p:nvPr/>
        </p:nvPicPr>
        <p:blipFill>
          <a:blip r:embed="rId2"/>
          <a:stretch>
            <a:fillRect/>
          </a:stretch>
        </p:blipFill>
        <p:spPr>
          <a:xfrm>
            <a:off x="78658" y="1578253"/>
            <a:ext cx="5915043" cy="3098849"/>
          </a:xfrm>
          <a:prstGeom prst="rect">
            <a:avLst/>
          </a:prstGeom>
        </p:spPr>
      </p:pic>
    </p:spTree>
    <p:extLst>
      <p:ext uri="{BB962C8B-B14F-4D97-AF65-F5344CB8AC3E}">
        <p14:creationId xmlns:p14="http://schemas.microsoft.com/office/powerpoint/2010/main" val="38736359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14580-3563-030E-88BB-29D48EE9F33A}"/>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6CEAA75E-C1D0-06E0-CE5B-5102704CC18F}"/>
              </a:ext>
            </a:extLst>
          </p:cNvPr>
          <p:cNvPicPr>
            <a:picLocks noChangeAspect="1"/>
          </p:cNvPicPr>
          <p:nvPr/>
        </p:nvPicPr>
        <p:blipFill>
          <a:blip r:embed="rId2"/>
          <a:stretch>
            <a:fillRect/>
          </a:stretch>
        </p:blipFill>
        <p:spPr>
          <a:xfrm>
            <a:off x="-12945" y="21116"/>
            <a:ext cx="12192000" cy="2137172"/>
          </a:xfrm>
          <a:prstGeom prst="rect">
            <a:avLst/>
          </a:prstGeom>
        </p:spPr>
      </p:pic>
      <p:sp>
        <p:nvSpPr>
          <p:cNvPr id="3" name="Text 0">
            <a:extLst>
              <a:ext uri="{FF2B5EF4-FFF2-40B4-BE49-F238E27FC236}">
                <a16:creationId xmlns:a16="http://schemas.microsoft.com/office/drawing/2014/main" id="{6B26AEA1-BDC5-C2D8-5C35-0AA487A16E8B}"/>
              </a:ext>
            </a:extLst>
          </p:cNvPr>
          <p:cNvSpPr/>
          <p:nvPr/>
        </p:nvSpPr>
        <p:spPr>
          <a:xfrm>
            <a:off x="-2806963" y="2427568"/>
            <a:ext cx="10491994" cy="534293"/>
          </a:xfrm>
          <a:prstGeom prst="rect">
            <a:avLst/>
          </a:prstGeom>
          <a:noFill/>
          <a:ln/>
        </p:spPr>
        <p:txBody>
          <a:bodyPr wrap="none" lIns="0" tIns="0" rIns="0" bIns="0" rtlCol="0" anchor="t"/>
          <a:lstStyle/>
          <a:p>
            <a:pPr algn="ctr">
              <a:lnSpc>
                <a:spcPts val="4167"/>
              </a:lnSpc>
            </a:pPr>
            <a:r>
              <a:rPr lang="en-US" sz="3333" b="1" kern="0" spc="-101" dirty="0">
                <a:solidFill>
                  <a:srgbClr val="000000"/>
                </a:solidFill>
                <a:latin typeface="Inter Bold" pitchFamily="34" charset="0"/>
                <a:ea typeface="Inter Bold" pitchFamily="34" charset="-122"/>
                <a:cs typeface="Inter Bold" pitchFamily="34" charset="-120"/>
              </a:rPr>
              <a:t>Key Components of CNN</a:t>
            </a:r>
            <a:endParaRPr lang="en-US" sz="3333" dirty="0"/>
          </a:p>
        </p:txBody>
      </p:sp>
      <p:sp>
        <p:nvSpPr>
          <p:cNvPr id="4" name="Shape 1">
            <a:extLst>
              <a:ext uri="{FF2B5EF4-FFF2-40B4-BE49-F238E27FC236}">
                <a16:creationId xmlns:a16="http://schemas.microsoft.com/office/drawing/2014/main" id="{AE8EE9CA-FB9F-6FCE-29EB-885320767A8C}"/>
              </a:ext>
            </a:extLst>
          </p:cNvPr>
          <p:cNvSpPr/>
          <p:nvPr/>
        </p:nvSpPr>
        <p:spPr>
          <a:xfrm>
            <a:off x="6083055" y="3157810"/>
            <a:ext cx="45719" cy="2834690"/>
          </a:xfrm>
          <a:prstGeom prst="roundRect">
            <a:avLst>
              <a:gd name="adj" fmla="val 376954"/>
            </a:avLst>
          </a:prstGeom>
          <a:solidFill>
            <a:srgbClr val="C0C1D7"/>
          </a:solidFill>
          <a:ln/>
        </p:spPr>
        <p:txBody>
          <a:bodyPr/>
          <a:lstStyle/>
          <a:p>
            <a:endParaRPr lang="en-US" sz="2583"/>
          </a:p>
        </p:txBody>
      </p:sp>
      <p:sp>
        <p:nvSpPr>
          <p:cNvPr id="5" name="Shape 2">
            <a:extLst>
              <a:ext uri="{FF2B5EF4-FFF2-40B4-BE49-F238E27FC236}">
                <a16:creationId xmlns:a16="http://schemas.microsoft.com/office/drawing/2014/main" id="{2CC11050-9C7D-45F1-609D-BBAEF7A5C7F1}"/>
              </a:ext>
            </a:extLst>
          </p:cNvPr>
          <p:cNvSpPr/>
          <p:nvPr/>
        </p:nvSpPr>
        <p:spPr>
          <a:xfrm>
            <a:off x="5324326" y="3657382"/>
            <a:ext cx="598388" cy="19050"/>
          </a:xfrm>
          <a:prstGeom prst="roundRect">
            <a:avLst>
              <a:gd name="adj" fmla="val 376954"/>
            </a:avLst>
          </a:prstGeom>
          <a:solidFill>
            <a:srgbClr val="C0C1D7"/>
          </a:solidFill>
          <a:ln/>
        </p:spPr>
        <p:txBody>
          <a:bodyPr/>
          <a:lstStyle/>
          <a:p>
            <a:endParaRPr lang="en-US" sz="2583"/>
          </a:p>
        </p:txBody>
      </p:sp>
      <p:sp>
        <p:nvSpPr>
          <p:cNvPr id="6" name="Shape 3">
            <a:extLst>
              <a:ext uri="{FF2B5EF4-FFF2-40B4-BE49-F238E27FC236}">
                <a16:creationId xmlns:a16="http://schemas.microsoft.com/office/drawing/2014/main" id="{5072BE97-09A4-A0E6-C0E1-1A02F14AB88A}"/>
              </a:ext>
            </a:extLst>
          </p:cNvPr>
          <p:cNvSpPr/>
          <p:nvPr/>
        </p:nvSpPr>
        <p:spPr>
          <a:xfrm>
            <a:off x="5931777" y="3376655"/>
            <a:ext cx="384671" cy="446223"/>
          </a:xfrm>
          <a:prstGeom prst="roundRect">
            <a:avLst>
              <a:gd name="adj" fmla="val 18668"/>
            </a:avLst>
          </a:prstGeom>
          <a:solidFill>
            <a:srgbClr val="DADBF1"/>
          </a:solidFill>
          <a:ln w="7620">
            <a:solidFill>
              <a:srgbClr val="C0C1D7"/>
            </a:solidFill>
            <a:prstDash val="solid"/>
          </a:ln>
        </p:spPr>
        <p:txBody>
          <a:bodyPr/>
          <a:lstStyle/>
          <a:p>
            <a:endParaRPr lang="en-US" sz="2583"/>
          </a:p>
        </p:txBody>
      </p:sp>
      <p:sp>
        <p:nvSpPr>
          <p:cNvPr id="7" name="Text 4">
            <a:extLst>
              <a:ext uri="{FF2B5EF4-FFF2-40B4-BE49-F238E27FC236}">
                <a16:creationId xmlns:a16="http://schemas.microsoft.com/office/drawing/2014/main" id="{A1088C7F-E93C-5927-BA66-83F11E76EEE9}"/>
              </a:ext>
            </a:extLst>
          </p:cNvPr>
          <p:cNvSpPr/>
          <p:nvPr/>
        </p:nvSpPr>
        <p:spPr>
          <a:xfrm>
            <a:off x="6044555" y="3538716"/>
            <a:ext cx="102890" cy="256481"/>
          </a:xfrm>
          <a:prstGeom prst="rect">
            <a:avLst/>
          </a:prstGeom>
          <a:noFill/>
          <a:ln/>
        </p:spPr>
        <p:txBody>
          <a:bodyPr wrap="none" lIns="0" tIns="0" rIns="0" bIns="0" rtlCol="0" anchor="t"/>
          <a:lstStyle/>
          <a:p>
            <a:pPr algn="ctr">
              <a:lnSpc>
                <a:spcPts val="2000"/>
              </a:lnSpc>
            </a:pPr>
            <a:r>
              <a:rPr lang="en-US" sz="2000" b="1" kern="0" spc="-61" dirty="0">
                <a:solidFill>
                  <a:srgbClr val="272525"/>
                </a:solidFill>
                <a:latin typeface="Inter Bold" pitchFamily="34" charset="0"/>
                <a:ea typeface="Inter Bold" pitchFamily="34" charset="-122"/>
                <a:cs typeface="Inter Bold" pitchFamily="34" charset="-120"/>
              </a:rPr>
              <a:t>1</a:t>
            </a:r>
            <a:endParaRPr lang="en-US" sz="2000" dirty="0"/>
          </a:p>
        </p:txBody>
      </p:sp>
      <p:sp>
        <p:nvSpPr>
          <p:cNvPr id="8" name="Text 5">
            <a:extLst>
              <a:ext uri="{FF2B5EF4-FFF2-40B4-BE49-F238E27FC236}">
                <a16:creationId xmlns:a16="http://schemas.microsoft.com/office/drawing/2014/main" id="{70E98158-146C-8693-2448-07EDA07D861B}"/>
              </a:ext>
            </a:extLst>
          </p:cNvPr>
          <p:cNvSpPr/>
          <p:nvPr/>
        </p:nvSpPr>
        <p:spPr>
          <a:xfrm>
            <a:off x="3018532" y="3453288"/>
            <a:ext cx="2137172" cy="267097"/>
          </a:xfrm>
          <a:prstGeom prst="rect">
            <a:avLst/>
          </a:prstGeom>
          <a:noFill/>
          <a:ln/>
        </p:spPr>
        <p:txBody>
          <a:bodyPr wrap="none" lIns="0" tIns="0" rIns="0" bIns="0" rtlCol="0" anchor="t"/>
          <a:lstStyle/>
          <a:p>
            <a:pPr algn="r">
              <a:lnSpc>
                <a:spcPts val="2083"/>
              </a:lnSpc>
            </a:pPr>
            <a:r>
              <a:rPr lang="en-US" sz="1667" b="1" kern="0" spc="-51" dirty="0">
                <a:solidFill>
                  <a:srgbClr val="272525"/>
                </a:solidFill>
                <a:latin typeface="Inter Bold" pitchFamily="34" charset="0"/>
                <a:ea typeface="Inter Bold" pitchFamily="34" charset="-122"/>
                <a:cs typeface="Inter Bold" pitchFamily="34" charset="-120"/>
              </a:rPr>
              <a:t>Convolutional Layers</a:t>
            </a:r>
            <a:endParaRPr lang="en-US" sz="1667" dirty="0"/>
          </a:p>
        </p:txBody>
      </p:sp>
      <p:sp>
        <p:nvSpPr>
          <p:cNvPr id="9" name="Text 6">
            <a:extLst>
              <a:ext uri="{FF2B5EF4-FFF2-40B4-BE49-F238E27FC236}">
                <a16:creationId xmlns:a16="http://schemas.microsoft.com/office/drawing/2014/main" id="{2C47E52A-8F20-40F6-0129-976999036003}"/>
              </a:ext>
            </a:extLst>
          </p:cNvPr>
          <p:cNvSpPr/>
          <p:nvPr/>
        </p:nvSpPr>
        <p:spPr>
          <a:xfrm>
            <a:off x="598389" y="3822878"/>
            <a:ext cx="4557316" cy="273447"/>
          </a:xfrm>
          <a:prstGeom prst="rect">
            <a:avLst/>
          </a:prstGeom>
          <a:noFill/>
          <a:ln/>
        </p:spPr>
        <p:txBody>
          <a:bodyPr wrap="none" lIns="0" tIns="0" rIns="0" bIns="0" rtlCol="0" anchor="t"/>
          <a:lstStyle/>
          <a:p>
            <a:pPr algn="r">
              <a:lnSpc>
                <a:spcPts val="2125"/>
              </a:lnSpc>
            </a:pPr>
            <a:r>
              <a:rPr lang="en-US" sz="1333" kern="0" spc="-27" dirty="0">
                <a:solidFill>
                  <a:srgbClr val="272525"/>
                </a:solidFill>
                <a:latin typeface="Inter" pitchFamily="34" charset="0"/>
                <a:ea typeface="Inter" pitchFamily="34" charset="-122"/>
                <a:cs typeface="Inter" pitchFamily="34" charset="-120"/>
              </a:rPr>
              <a:t>Extract spatial features from input images.</a:t>
            </a:r>
            <a:endParaRPr lang="en-US" sz="1333" dirty="0"/>
          </a:p>
        </p:txBody>
      </p:sp>
      <p:sp>
        <p:nvSpPr>
          <p:cNvPr id="10" name="Shape 7">
            <a:extLst>
              <a:ext uri="{FF2B5EF4-FFF2-40B4-BE49-F238E27FC236}">
                <a16:creationId xmlns:a16="http://schemas.microsoft.com/office/drawing/2014/main" id="{DEDA7A9A-C2F6-E580-112B-74EB63456833}"/>
              </a:ext>
            </a:extLst>
          </p:cNvPr>
          <p:cNvSpPr/>
          <p:nvPr/>
        </p:nvSpPr>
        <p:spPr>
          <a:xfrm>
            <a:off x="6269286" y="4512151"/>
            <a:ext cx="598388" cy="19050"/>
          </a:xfrm>
          <a:prstGeom prst="roundRect">
            <a:avLst>
              <a:gd name="adj" fmla="val 376954"/>
            </a:avLst>
          </a:prstGeom>
          <a:solidFill>
            <a:srgbClr val="C0C1D7"/>
          </a:solidFill>
          <a:ln/>
        </p:spPr>
        <p:txBody>
          <a:bodyPr/>
          <a:lstStyle/>
          <a:p>
            <a:endParaRPr lang="en-US" sz="2583"/>
          </a:p>
        </p:txBody>
      </p:sp>
      <p:sp>
        <p:nvSpPr>
          <p:cNvPr id="11" name="Shape 8">
            <a:extLst>
              <a:ext uri="{FF2B5EF4-FFF2-40B4-BE49-F238E27FC236}">
                <a16:creationId xmlns:a16="http://schemas.microsoft.com/office/drawing/2014/main" id="{F6D9C232-8F5A-3A89-D979-29346F25616F}"/>
              </a:ext>
            </a:extLst>
          </p:cNvPr>
          <p:cNvSpPr/>
          <p:nvPr/>
        </p:nvSpPr>
        <p:spPr>
          <a:xfrm>
            <a:off x="5903665" y="4329390"/>
            <a:ext cx="384671" cy="384671"/>
          </a:xfrm>
          <a:prstGeom prst="roundRect">
            <a:avLst>
              <a:gd name="adj" fmla="val 18668"/>
            </a:avLst>
          </a:prstGeom>
          <a:solidFill>
            <a:srgbClr val="DADBF1"/>
          </a:solidFill>
          <a:ln w="7620">
            <a:solidFill>
              <a:srgbClr val="C0C1D7"/>
            </a:solidFill>
            <a:prstDash val="solid"/>
          </a:ln>
        </p:spPr>
        <p:txBody>
          <a:bodyPr/>
          <a:lstStyle/>
          <a:p>
            <a:endParaRPr lang="en-US" sz="2583"/>
          </a:p>
        </p:txBody>
      </p:sp>
      <p:sp>
        <p:nvSpPr>
          <p:cNvPr id="12" name="Text 9">
            <a:extLst>
              <a:ext uri="{FF2B5EF4-FFF2-40B4-BE49-F238E27FC236}">
                <a16:creationId xmlns:a16="http://schemas.microsoft.com/office/drawing/2014/main" id="{5332FF19-DC81-5A81-AC0D-3909A9DCA92A}"/>
              </a:ext>
            </a:extLst>
          </p:cNvPr>
          <p:cNvSpPr/>
          <p:nvPr/>
        </p:nvSpPr>
        <p:spPr>
          <a:xfrm>
            <a:off x="6019056" y="4393485"/>
            <a:ext cx="153888" cy="256481"/>
          </a:xfrm>
          <a:prstGeom prst="rect">
            <a:avLst/>
          </a:prstGeom>
          <a:noFill/>
          <a:ln/>
        </p:spPr>
        <p:txBody>
          <a:bodyPr wrap="none" lIns="0" tIns="0" rIns="0" bIns="0" rtlCol="0" anchor="t"/>
          <a:lstStyle/>
          <a:p>
            <a:pPr algn="ctr">
              <a:lnSpc>
                <a:spcPts val="2000"/>
              </a:lnSpc>
            </a:pPr>
            <a:r>
              <a:rPr lang="en-US" sz="2000" b="1" kern="0" spc="-61" dirty="0">
                <a:solidFill>
                  <a:srgbClr val="272525"/>
                </a:solidFill>
                <a:latin typeface="Inter Bold" pitchFamily="34" charset="0"/>
                <a:ea typeface="Inter Bold" pitchFamily="34" charset="-122"/>
                <a:cs typeface="Inter Bold" pitchFamily="34" charset="-120"/>
              </a:rPr>
              <a:t>2</a:t>
            </a:r>
            <a:endParaRPr lang="en-US" sz="2000" dirty="0"/>
          </a:p>
        </p:txBody>
      </p:sp>
      <p:sp>
        <p:nvSpPr>
          <p:cNvPr id="13" name="Text 10">
            <a:extLst>
              <a:ext uri="{FF2B5EF4-FFF2-40B4-BE49-F238E27FC236}">
                <a16:creationId xmlns:a16="http://schemas.microsoft.com/office/drawing/2014/main" id="{EF7B9C33-FF4E-DC13-B1AC-113A7D912994}"/>
              </a:ext>
            </a:extLst>
          </p:cNvPr>
          <p:cNvSpPr/>
          <p:nvPr/>
        </p:nvSpPr>
        <p:spPr>
          <a:xfrm>
            <a:off x="7036296" y="4308058"/>
            <a:ext cx="2137172" cy="267097"/>
          </a:xfrm>
          <a:prstGeom prst="rect">
            <a:avLst/>
          </a:prstGeom>
          <a:noFill/>
          <a:ln/>
        </p:spPr>
        <p:txBody>
          <a:bodyPr wrap="none" lIns="0" tIns="0" rIns="0" bIns="0" rtlCol="0" anchor="t"/>
          <a:lstStyle/>
          <a:p>
            <a:pPr>
              <a:lnSpc>
                <a:spcPts val="2083"/>
              </a:lnSpc>
            </a:pPr>
            <a:r>
              <a:rPr lang="en-US" sz="1667" b="1" kern="0" spc="-51" dirty="0">
                <a:solidFill>
                  <a:srgbClr val="272525"/>
                </a:solidFill>
                <a:latin typeface="Inter Bold" pitchFamily="34" charset="0"/>
                <a:ea typeface="Inter Bold" pitchFamily="34" charset="-122"/>
                <a:cs typeface="Inter Bold" pitchFamily="34" charset="-120"/>
              </a:rPr>
              <a:t>Pooling Layers</a:t>
            </a:r>
            <a:endParaRPr lang="en-US" sz="1667" dirty="0"/>
          </a:p>
        </p:txBody>
      </p:sp>
      <p:sp>
        <p:nvSpPr>
          <p:cNvPr id="14" name="Text 11">
            <a:extLst>
              <a:ext uri="{FF2B5EF4-FFF2-40B4-BE49-F238E27FC236}">
                <a16:creationId xmlns:a16="http://schemas.microsoft.com/office/drawing/2014/main" id="{BACEA5A1-F861-107D-4736-63393EB6CD1F}"/>
              </a:ext>
            </a:extLst>
          </p:cNvPr>
          <p:cNvSpPr/>
          <p:nvPr/>
        </p:nvSpPr>
        <p:spPr>
          <a:xfrm>
            <a:off x="7036296" y="4677647"/>
            <a:ext cx="4557316" cy="273447"/>
          </a:xfrm>
          <a:prstGeom prst="rect">
            <a:avLst/>
          </a:prstGeom>
          <a:noFill/>
          <a:ln/>
        </p:spPr>
        <p:txBody>
          <a:bodyPr wrap="none" lIns="0" tIns="0" rIns="0" bIns="0" rtlCol="0" anchor="t"/>
          <a:lstStyle/>
          <a:p>
            <a:pPr>
              <a:lnSpc>
                <a:spcPts val="2125"/>
              </a:lnSpc>
            </a:pPr>
            <a:r>
              <a:rPr lang="en-US" sz="1333" kern="0" spc="-27" dirty="0">
                <a:solidFill>
                  <a:srgbClr val="272525"/>
                </a:solidFill>
                <a:latin typeface="Inter" pitchFamily="34" charset="0"/>
                <a:ea typeface="Inter" pitchFamily="34" charset="-122"/>
                <a:cs typeface="Inter" pitchFamily="34" charset="-120"/>
              </a:rPr>
              <a:t>Reduce spatial dimensions, simplify computation.</a:t>
            </a:r>
            <a:endParaRPr lang="en-US" sz="1333" dirty="0"/>
          </a:p>
        </p:txBody>
      </p:sp>
      <p:sp>
        <p:nvSpPr>
          <p:cNvPr id="15" name="Shape 12">
            <a:extLst>
              <a:ext uri="{FF2B5EF4-FFF2-40B4-BE49-F238E27FC236}">
                <a16:creationId xmlns:a16="http://schemas.microsoft.com/office/drawing/2014/main" id="{F477E84D-C41C-D560-B32E-0C9E0FF8A7FD}"/>
              </a:ext>
            </a:extLst>
          </p:cNvPr>
          <p:cNvSpPr/>
          <p:nvPr/>
        </p:nvSpPr>
        <p:spPr>
          <a:xfrm>
            <a:off x="5324326" y="5281493"/>
            <a:ext cx="598388" cy="19050"/>
          </a:xfrm>
          <a:prstGeom prst="roundRect">
            <a:avLst>
              <a:gd name="adj" fmla="val 376954"/>
            </a:avLst>
          </a:prstGeom>
          <a:solidFill>
            <a:srgbClr val="C0C1D7"/>
          </a:solidFill>
          <a:ln/>
        </p:spPr>
        <p:txBody>
          <a:bodyPr/>
          <a:lstStyle/>
          <a:p>
            <a:endParaRPr lang="en-US" sz="2583"/>
          </a:p>
        </p:txBody>
      </p:sp>
      <p:sp>
        <p:nvSpPr>
          <p:cNvPr id="16" name="Shape 13">
            <a:extLst>
              <a:ext uri="{FF2B5EF4-FFF2-40B4-BE49-F238E27FC236}">
                <a16:creationId xmlns:a16="http://schemas.microsoft.com/office/drawing/2014/main" id="{E804D7C1-73B2-7E86-C095-88EF1C81A7E3}"/>
              </a:ext>
            </a:extLst>
          </p:cNvPr>
          <p:cNvSpPr/>
          <p:nvPr/>
        </p:nvSpPr>
        <p:spPr>
          <a:xfrm>
            <a:off x="5903665" y="5098733"/>
            <a:ext cx="384671" cy="384671"/>
          </a:xfrm>
          <a:prstGeom prst="roundRect">
            <a:avLst>
              <a:gd name="adj" fmla="val 18668"/>
            </a:avLst>
          </a:prstGeom>
          <a:solidFill>
            <a:srgbClr val="DADBF1"/>
          </a:solidFill>
          <a:ln w="7620">
            <a:solidFill>
              <a:srgbClr val="C0C1D7"/>
            </a:solidFill>
            <a:prstDash val="solid"/>
          </a:ln>
        </p:spPr>
        <p:txBody>
          <a:bodyPr/>
          <a:lstStyle/>
          <a:p>
            <a:endParaRPr lang="en-US" sz="2583"/>
          </a:p>
        </p:txBody>
      </p:sp>
      <p:sp>
        <p:nvSpPr>
          <p:cNvPr id="17" name="Text 14">
            <a:extLst>
              <a:ext uri="{FF2B5EF4-FFF2-40B4-BE49-F238E27FC236}">
                <a16:creationId xmlns:a16="http://schemas.microsoft.com/office/drawing/2014/main" id="{73316EC5-975B-A28C-EFBE-EF6AD8D3C83D}"/>
              </a:ext>
            </a:extLst>
          </p:cNvPr>
          <p:cNvSpPr/>
          <p:nvPr/>
        </p:nvSpPr>
        <p:spPr>
          <a:xfrm>
            <a:off x="6017072" y="5162828"/>
            <a:ext cx="157857" cy="256481"/>
          </a:xfrm>
          <a:prstGeom prst="rect">
            <a:avLst/>
          </a:prstGeom>
          <a:noFill/>
          <a:ln/>
        </p:spPr>
        <p:txBody>
          <a:bodyPr wrap="none" lIns="0" tIns="0" rIns="0" bIns="0" rtlCol="0" anchor="t"/>
          <a:lstStyle/>
          <a:p>
            <a:pPr algn="ctr">
              <a:lnSpc>
                <a:spcPts val="2000"/>
              </a:lnSpc>
            </a:pPr>
            <a:r>
              <a:rPr lang="en-US" sz="2000" b="1" kern="0" spc="-61" dirty="0">
                <a:solidFill>
                  <a:srgbClr val="272525"/>
                </a:solidFill>
                <a:latin typeface="Inter Bold" pitchFamily="34" charset="0"/>
                <a:ea typeface="Inter Bold" pitchFamily="34" charset="-122"/>
                <a:cs typeface="Inter Bold" pitchFamily="34" charset="-120"/>
              </a:rPr>
              <a:t>3</a:t>
            </a:r>
            <a:endParaRPr lang="en-US" sz="2000" dirty="0"/>
          </a:p>
        </p:txBody>
      </p:sp>
      <p:sp>
        <p:nvSpPr>
          <p:cNvPr id="18" name="Text 15">
            <a:extLst>
              <a:ext uri="{FF2B5EF4-FFF2-40B4-BE49-F238E27FC236}">
                <a16:creationId xmlns:a16="http://schemas.microsoft.com/office/drawing/2014/main" id="{8DCEE810-058B-6099-7AD1-772E8178FCF7}"/>
              </a:ext>
            </a:extLst>
          </p:cNvPr>
          <p:cNvSpPr/>
          <p:nvPr/>
        </p:nvSpPr>
        <p:spPr>
          <a:xfrm>
            <a:off x="2852044" y="5077400"/>
            <a:ext cx="2303661" cy="267097"/>
          </a:xfrm>
          <a:prstGeom prst="rect">
            <a:avLst/>
          </a:prstGeom>
          <a:noFill/>
          <a:ln/>
        </p:spPr>
        <p:txBody>
          <a:bodyPr wrap="none" lIns="0" tIns="0" rIns="0" bIns="0" rtlCol="0" anchor="t"/>
          <a:lstStyle/>
          <a:p>
            <a:pPr algn="r">
              <a:lnSpc>
                <a:spcPts val="2083"/>
              </a:lnSpc>
            </a:pPr>
            <a:r>
              <a:rPr lang="en-US" sz="1667" b="1" kern="0" spc="-51" dirty="0">
                <a:solidFill>
                  <a:srgbClr val="272525"/>
                </a:solidFill>
                <a:latin typeface="Inter Bold" pitchFamily="34" charset="0"/>
                <a:ea typeface="Inter Bold" pitchFamily="34" charset="-122"/>
                <a:cs typeface="Inter Bold" pitchFamily="34" charset="-120"/>
              </a:rPr>
              <a:t>Fully Connected Layers</a:t>
            </a:r>
            <a:endParaRPr lang="en-US" sz="1667" dirty="0"/>
          </a:p>
        </p:txBody>
      </p:sp>
      <p:sp>
        <p:nvSpPr>
          <p:cNvPr id="19" name="Text 16">
            <a:extLst>
              <a:ext uri="{FF2B5EF4-FFF2-40B4-BE49-F238E27FC236}">
                <a16:creationId xmlns:a16="http://schemas.microsoft.com/office/drawing/2014/main" id="{76E51F25-A3DF-DE6A-6209-FBFB5FF83174}"/>
              </a:ext>
            </a:extLst>
          </p:cNvPr>
          <p:cNvSpPr/>
          <p:nvPr/>
        </p:nvSpPr>
        <p:spPr>
          <a:xfrm>
            <a:off x="598389" y="5446990"/>
            <a:ext cx="4557316" cy="273447"/>
          </a:xfrm>
          <a:prstGeom prst="rect">
            <a:avLst/>
          </a:prstGeom>
          <a:noFill/>
          <a:ln/>
        </p:spPr>
        <p:txBody>
          <a:bodyPr wrap="none" lIns="0" tIns="0" rIns="0" bIns="0" rtlCol="0" anchor="t"/>
          <a:lstStyle/>
          <a:p>
            <a:pPr algn="r">
              <a:lnSpc>
                <a:spcPts val="2125"/>
              </a:lnSpc>
            </a:pPr>
            <a:r>
              <a:rPr lang="en-US" sz="1333" kern="0" spc="-27" dirty="0">
                <a:solidFill>
                  <a:srgbClr val="272525"/>
                </a:solidFill>
                <a:latin typeface="Inter" pitchFamily="34" charset="0"/>
                <a:ea typeface="Inter" pitchFamily="34" charset="-122"/>
                <a:cs typeface="Inter" pitchFamily="34" charset="-120"/>
              </a:rPr>
              <a:t>Integrate features for final classification.</a:t>
            </a:r>
            <a:endParaRPr lang="en-US" sz="1333" dirty="0"/>
          </a:p>
        </p:txBody>
      </p:sp>
    </p:spTree>
    <p:extLst>
      <p:ext uri="{BB962C8B-B14F-4D97-AF65-F5344CB8AC3E}">
        <p14:creationId xmlns:p14="http://schemas.microsoft.com/office/powerpoint/2010/main" val="10131328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4543-8867-A502-CDAE-3986870373F4}"/>
              </a:ext>
            </a:extLst>
          </p:cNvPr>
          <p:cNvSpPr>
            <a:spLocks noGrp="1"/>
          </p:cNvSpPr>
          <p:nvPr>
            <p:ph type="title"/>
          </p:nvPr>
        </p:nvSpPr>
        <p:spPr>
          <a:xfrm>
            <a:off x="609601" y="565764"/>
            <a:ext cx="9953296" cy="1001980"/>
          </a:xfrm>
        </p:spPr>
        <p:txBody>
          <a:bodyPr anchor="t">
            <a:normAutofit/>
          </a:bodyPr>
          <a:lstStyle/>
          <a:p>
            <a:r>
              <a:rPr lang="en-US" dirty="0"/>
              <a:t>Deep Dive into Convolutional Layers</a:t>
            </a:r>
            <a:endParaRPr lang="en-CA" dirty="0"/>
          </a:p>
        </p:txBody>
      </p:sp>
      <p:graphicFrame>
        <p:nvGraphicFramePr>
          <p:cNvPr id="5" name="Text Placeholder 2">
            <a:extLst>
              <a:ext uri="{FF2B5EF4-FFF2-40B4-BE49-F238E27FC236}">
                <a16:creationId xmlns:a16="http://schemas.microsoft.com/office/drawing/2014/main" id="{28FD290F-2D6E-6172-22C0-87393D63E326}"/>
              </a:ext>
            </a:extLst>
          </p:cNvPr>
          <p:cNvGraphicFramePr/>
          <p:nvPr>
            <p:extLst>
              <p:ext uri="{D42A27DB-BD31-4B8C-83A1-F6EECF244321}">
                <p14:modId xmlns:p14="http://schemas.microsoft.com/office/powerpoint/2010/main" val="2727480715"/>
              </p:ext>
            </p:extLst>
          </p:nvPr>
        </p:nvGraphicFramePr>
        <p:xfrm>
          <a:off x="451885" y="1578254"/>
          <a:ext cx="7106147" cy="38409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2" descr="Intuitive understanding of 1D, 2D, and 3D convolutions in convolutional  neural networks. | dl-question-bank – Weights &amp; Biases">
            <a:extLst>
              <a:ext uri="{FF2B5EF4-FFF2-40B4-BE49-F238E27FC236}">
                <a16:creationId xmlns:a16="http://schemas.microsoft.com/office/drawing/2014/main" id="{54E5F642-7439-2DF4-D2F4-7A4EC89582B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35784" y="1837882"/>
            <a:ext cx="4120147" cy="3321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11050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180A0-46B1-8D38-7AAF-6779909976F3}"/>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CACC350D-5059-B0F2-F4C7-BC263F149596}"/>
              </a:ext>
            </a:extLst>
          </p:cNvPr>
          <p:cNvSpPr/>
          <p:nvPr/>
        </p:nvSpPr>
        <p:spPr>
          <a:xfrm>
            <a:off x="738065" y="182063"/>
            <a:ext cx="10417056" cy="488901"/>
          </a:xfrm>
          <a:prstGeom prst="rect">
            <a:avLst/>
          </a:prstGeom>
          <a:noFill/>
          <a:ln/>
        </p:spPr>
        <p:txBody>
          <a:bodyPr wrap="square" lIns="0" tIns="0" rIns="0" bIns="0" rtlCol="0" anchor="t"/>
          <a:lstStyle/>
          <a:p>
            <a:pPr>
              <a:lnSpc>
                <a:spcPts val="4625"/>
              </a:lnSpc>
            </a:pPr>
            <a:r>
              <a:rPr lang="en-US" sz="4400" b="1" kern="0" spc="-112" dirty="0">
                <a:solidFill>
                  <a:srgbClr val="000000"/>
                </a:solidFill>
                <a:latin typeface="Inter Bold" pitchFamily="34" charset="0"/>
                <a:ea typeface="Inter Bold" pitchFamily="34" charset="-122"/>
                <a:cs typeface="Inter Bold" pitchFamily="34" charset="-120"/>
              </a:rPr>
              <a:t>CNN Fundamentals</a:t>
            </a:r>
            <a:endParaRPr lang="en-US" sz="4400" dirty="0"/>
          </a:p>
        </p:txBody>
      </p:sp>
      <p:sp>
        <p:nvSpPr>
          <p:cNvPr id="5" name="Text 2">
            <a:extLst>
              <a:ext uri="{FF2B5EF4-FFF2-40B4-BE49-F238E27FC236}">
                <a16:creationId xmlns:a16="http://schemas.microsoft.com/office/drawing/2014/main" id="{51E4CDC2-C71E-D024-F09B-07BB7EBC7177}"/>
              </a:ext>
            </a:extLst>
          </p:cNvPr>
          <p:cNvSpPr/>
          <p:nvPr/>
        </p:nvSpPr>
        <p:spPr>
          <a:xfrm>
            <a:off x="5775304" y="1179681"/>
            <a:ext cx="113804" cy="260576"/>
          </a:xfrm>
          <a:prstGeom prst="rect">
            <a:avLst/>
          </a:prstGeom>
          <a:noFill/>
          <a:ln/>
        </p:spPr>
        <p:txBody>
          <a:bodyPr wrap="none" lIns="0" tIns="0" rIns="0" bIns="0" rtlCol="0" anchor="t"/>
          <a:lstStyle/>
          <a:p>
            <a:pPr algn="ctr">
              <a:lnSpc>
                <a:spcPts val="2208"/>
              </a:lnSpc>
            </a:pPr>
            <a:endParaRPr lang="en-US" sz="2208" dirty="0"/>
          </a:p>
        </p:txBody>
      </p:sp>
      <p:sp>
        <p:nvSpPr>
          <p:cNvPr id="7" name="Text 4">
            <a:extLst>
              <a:ext uri="{FF2B5EF4-FFF2-40B4-BE49-F238E27FC236}">
                <a16:creationId xmlns:a16="http://schemas.microsoft.com/office/drawing/2014/main" id="{3D14B36C-525D-2D78-1C90-703733962E51}"/>
              </a:ext>
            </a:extLst>
          </p:cNvPr>
          <p:cNvSpPr/>
          <p:nvPr/>
        </p:nvSpPr>
        <p:spPr>
          <a:xfrm>
            <a:off x="5946593" y="1573811"/>
            <a:ext cx="2470229" cy="555797"/>
          </a:xfrm>
          <a:prstGeom prst="rect">
            <a:avLst/>
          </a:prstGeom>
          <a:noFill/>
          <a:ln/>
        </p:spPr>
        <p:txBody>
          <a:bodyPr wrap="square" lIns="0" tIns="0" rIns="0" bIns="0" rtlCol="0" anchor="t"/>
          <a:lstStyle/>
          <a:p>
            <a:pPr>
              <a:lnSpc>
                <a:spcPts val="2375"/>
              </a:lnSpc>
            </a:pPr>
            <a:endParaRPr lang="en-US" sz="1458" dirty="0"/>
          </a:p>
        </p:txBody>
      </p:sp>
      <p:sp>
        <p:nvSpPr>
          <p:cNvPr id="11" name="Text 8">
            <a:extLst>
              <a:ext uri="{FF2B5EF4-FFF2-40B4-BE49-F238E27FC236}">
                <a16:creationId xmlns:a16="http://schemas.microsoft.com/office/drawing/2014/main" id="{6835F3C9-5E94-BC83-6849-06410ECD927C}"/>
              </a:ext>
            </a:extLst>
          </p:cNvPr>
          <p:cNvSpPr/>
          <p:nvPr/>
        </p:nvSpPr>
        <p:spPr>
          <a:xfrm>
            <a:off x="9441383" y="1628482"/>
            <a:ext cx="2514224" cy="555797"/>
          </a:xfrm>
          <a:prstGeom prst="rect">
            <a:avLst/>
          </a:prstGeom>
          <a:noFill/>
          <a:ln/>
        </p:spPr>
        <p:txBody>
          <a:bodyPr wrap="square" lIns="0" tIns="0" rIns="0" bIns="0" rtlCol="0" anchor="t"/>
          <a:lstStyle/>
          <a:p>
            <a:pPr>
              <a:lnSpc>
                <a:spcPts val="2375"/>
              </a:lnSpc>
            </a:pPr>
            <a:endParaRPr lang="en-US" sz="1458" dirty="0"/>
          </a:p>
        </p:txBody>
      </p:sp>
      <p:sp>
        <p:nvSpPr>
          <p:cNvPr id="15" name="Text 12">
            <a:extLst>
              <a:ext uri="{FF2B5EF4-FFF2-40B4-BE49-F238E27FC236}">
                <a16:creationId xmlns:a16="http://schemas.microsoft.com/office/drawing/2014/main" id="{D30C2928-F837-DA3B-E271-778B3D15B710}"/>
              </a:ext>
            </a:extLst>
          </p:cNvPr>
          <p:cNvSpPr/>
          <p:nvPr/>
        </p:nvSpPr>
        <p:spPr>
          <a:xfrm>
            <a:off x="6703970" y="3935301"/>
            <a:ext cx="5682754" cy="933721"/>
          </a:xfrm>
          <a:prstGeom prst="rect">
            <a:avLst/>
          </a:prstGeom>
          <a:noFill/>
          <a:ln/>
        </p:spPr>
        <p:txBody>
          <a:bodyPr wrap="none" lIns="0" tIns="0" rIns="0" bIns="0" rtlCol="0" anchor="t"/>
          <a:lstStyle/>
          <a:p>
            <a:pPr marL="238115" indent="-238115">
              <a:lnSpc>
                <a:spcPts val="2375"/>
              </a:lnSpc>
              <a:buFont typeface="Arial" panose="020B0604020202020204" pitchFamily="34" charset="0"/>
              <a:buChar char="•"/>
            </a:pPr>
            <a:endParaRPr lang="en-US" sz="1458" dirty="0"/>
          </a:p>
        </p:txBody>
      </p:sp>
      <p:pic>
        <p:nvPicPr>
          <p:cNvPr id="17" name="Picture 2" descr="The world through the eyes of CNN. | by Shiv Vignesh | Analytics Vidhya |  Medium">
            <a:extLst>
              <a:ext uri="{FF2B5EF4-FFF2-40B4-BE49-F238E27FC236}">
                <a16:creationId xmlns:a16="http://schemas.microsoft.com/office/drawing/2014/main" id="{F1D419F1-6DE7-A758-9F86-ECE87E93FF92}"/>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105521" y="1189108"/>
            <a:ext cx="4969262" cy="2806423"/>
          </a:xfrm>
          <a:prstGeom prst="rect">
            <a:avLst/>
          </a:prstGeom>
          <a:solidFill>
            <a:srgbClr val="FFFFFF"/>
          </a:solidFill>
        </p:spPr>
      </p:pic>
      <p:sp>
        <p:nvSpPr>
          <p:cNvPr id="20" name="TextBox 19">
            <a:extLst>
              <a:ext uri="{FF2B5EF4-FFF2-40B4-BE49-F238E27FC236}">
                <a16:creationId xmlns:a16="http://schemas.microsoft.com/office/drawing/2014/main" id="{313942AE-E29E-05F6-1900-3519AFFA8BE4}"/>
              </a:ext>
            </a:extLst>
          </p:cNvPr>
          <p:cNvSpPr txBox="1"/>
          <p:nvPr/>
        </p:nvSpPr>
        <p:spPr>
          <a:xfrm>
            <a:off x="2898593" y="4516789"/>
            <a:ext cx="6096000" cy="1077218"/>
          </a:xfrm>
          <a:prstGeom prst="rect">
            <a:avLst/>
          </a:prstGeom>
          <a:noFill/>
        </p:spPr>
        <p:txBody>
          <a:bodyPr wrap="square">
            <a:spAutoFit/>
          </a:bodyPr>
          <a:lstStyle/>
          <a:p>
            <a:r>
              <a:rPr lang="en-GB" sz="1600" b="0" i="1" dirty="0">
                <a:solidFill>
                  <a:srgbClr val="273239"/>
                </a:solidFill>
                <a:effectLst/>
                <a:latin typeface="Nunito" pitchFamily="2" charset="77"/>
              </a:rPr>
              <a:t>The basic principle of a Convolutional Neural Network (CNN) is to automatically learn and extract hierarchical features from input data, typically images, through the use of convolutional layers.</a:t>
            </a:r>
            <a:endParaRPr lang="en-CZ" sz="1600" dirty="0"/>
          </a:p>
        </p:txBody>
      </p:sp>
    </p:spTree>
    <p:extLst>
      <p:ext uri="{BB962C8B-B14F-4D97-AF65-F5344CB8AC3E}">
        <p14:creationId xmlns:p14="http://schemas.microsoft.com/office/powerpoint/2010/main" val="28185689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CA65D-CC17-F356-4ECB-1F15844DC88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609238C-416B-F331-AF7F-0EB594B8B0A4}"/>
              </a:ext>
            </a:extLst>
          </p:cNvPr>
          <p:cNvSpPr/>
          <p:nvPr/>
        </p:nvSpPr>
        <p:spPr>
          <a:xfrm>
            <a:off x="958263" y="558222"/>
            <a:ext cx="6124674" cy="545207"/>
          </a:xfrm>
          <a:prstGeom prst="rect">
            <a:avLst/>
          </a:prstGeom>
          <a:noFill/>
          <a:ln/>
        </p:spPr>
        <p:txBody>
          <a:bodyPr wrap="none" lIns="0" tIns="0" rIns="0" bIns="0" rtlCol="0" anchor="t"/>
          <a:lstStyle/>
          <a:p>
            <a:pPr>
              <a:lnSpc>
                <a:spcPts val="4291"/>
              </a:lnSpc>
            </a:pPr>
            <a:r>
              <a:rPr lang="en-US" sz="3417" b="1" kern="0" spc="-103" dirty="0">
                <a:solidFill>
                  <a:srgbClr val="000000"/>
                </a:solidFill>
                <a:latin typeface="Inter"/>
                <a:ea typeface="Inter Bold"/>
              </a:rPr>
              <a:t>Convolutional Layers</a:t>
            </a:r>
            <a:endParaRPr lang="en-US" sz="3417" dirty="0">
              <a:latin typeface="Inter"/>
              <a:ea typeface="Inter Bold"/>
            </a:endParaRPr>
          </a:p>
        </p:txBody>
      </p:sp>
      <p:pic>
        <p:nvPicPr>
          <p:cNvPr id="3" name="Picture 2">
            <a:extLst>
              <a:ext uri="{FF2B5EF4-FFF2-40B4-BE49-F238E27FC236}">
                <a16:creationId xmlns:a16="http://schemas.microsoft.com/office/drawing/2014/main" id="{8018CD83-D528-A0FA-D527-21E8ED359E25}"/>
              </a:ext>
            </a:extLst>
          </p:cNvPr>
          <p:cNvPicPr>
            <a:picLocks noChangeAspect="1"/>
          </p:cNvPicPr>
          <p:nvPr/>
        </p:nvPicPr>
        <p:blipFill>
          <a:blip r:embed="rId2"/>
          <a:stretch>
            <a:fillRect/>
          </a:stretch>
        </p:blipFill>
        <p:spPr>
          <a:xfrm>
            <a:off x="487400" y="1597522"/>
            <a:ext cx="3267361" cy="2666927"/>
          </a:xfrm>
          <a:prstGeom prst="rect">
            <a:avLst/>
          </a:prstGeom>
        </p:spPr>
      </p:pic>
      <p:pic>
        <p:nvPicPr>
          <p:cNvPr id="4" name="Picture 3">
            <a:extLst>
              <a:ext uri="{FF2B5EF4-FFF2-40B4-BE49-F238E27FC236}">
                <a16:creationId xmlns:a16="http://schemas.microsoft.com/office/drawing/2014/main" id="{BCDE32BE-F765-F8F6-627D-83ACC1702D63}"/>
              </a:ext>
            </a:extLst>
          </p:cNvPr>
          <p:cNvPicPr>
            <a:picLocks noChangeAspect="1"/>
          </p:cNvPicPr>
          <p:nvPr/>
        </p:nvPicPr>
        <p:blipFill>
          <a:blip r:embed="rId3"/>
          <a:stretch>
            <a:fillRect/>
          </a:stretch>
        </p:blipFill>
        <p:spPr>
          <a:xfrm>
            <a:off x="4038600" y="1458131"/>
            <a:ext cx="3070303" cy="2889953"/>
          </a:xfrm>
          <a:prstGeom prst="rect">
            <a:avLst/>
          </a:prstGeom>
        </p:spPr>
      </p:pic>
      <p:pic>
        <p:nvPicPr>
          <p:cNvPr id="5" name="Picture 4">
            <a:extLst>
              <a:ext uri="{FF2B5EF4-FFF2-40B4-BE49-F238E27FC236}">
                <a16:creationId xmlns:a16="http://schemas.microsoft.com/office/drawing/2014/main" id="{56D499EA-3AF6-1CFA-2BFB-427A6DE18570}"/>
              </a:ext>
            </a:extLst>
          </p:cNvPr>
          <p:cNvPicPr>
            <a:picLocks noChangeAspect="1"/>
          </p:cNvPicPr>
          <p:nvPr/>
        </p:nvPicPr>
        <p:blipFill>
          <a:blip r:embed="rId4"/>
          <a:stretch>
            <a:fillRect/>
          </a:stretch>
        </p:blipFill>
        <p:spPr>
          <a:xfrm>
            <a:off x="7392743" y="1439546"/>
            <a:ext cx="3470808" cy="2564709"/>
          </a:xfrm>
          <a:prstGeom prst="rect">
            <a:avLst/>
          </a:prstGeom>
        </p:spPr>
      </p:pic>
      <p:sp>
        <p:nvSpPr>
          <p:cNvPr id="6" name="TextBox 5">
            <a:extLst>
              <a:ext uri="{FF2B5EF4-FFF2-40B4-BE49-F238E27FC236}">
                <a16:creationId xmlns:a16="http://schemas.microsoft.com/office/drawing/2014/main" id="{DD4DBDF4-1544-AC18-5DCA-D9AED205C4CE}"/>
              </a:ext>
            </a:extLst>
          </p:cNvPr>
          <p:cNvSpPr txBox="1"/>
          <p:nvPr/>
        </p:nvSpPr>
        <p:spPr>
          <a:xfrm>
            <a:off x="7931583" y="4256050"/>
            <a:ext cx="3470808" cy="369332"/>
          </a:xfrm>
          <a:prstGeom prst="rect">
            <a:avLst/>
          </a:prstGeom>
          <a:noFill/>
        </p:spPr>
        <p:txBody>
          <a:bodyPr wrap="square" rtlCol="0">
            <a:spAutoFit/>
          </a:bodyPr>
          <a:lstStyle/>
          <a:p>
            <a:r>
              <a:rPr lang="en-US" sz="1800" dirty="0"/>
              <a:t>Feature Maps</a:t>
            </a:r>
          </a:p>
        </p:txBody>
      </p:sp>
      <p:sp>
        <p:nvSpPr>
          <p:cNvPr id="7" name="TextBox 6">
            <a:extLst>
              <a:ext uri="{FF2B5EF4-FFF2-40B4-BE49-F238E27FC236}">
                <a16:creationId xmlns:a16="http://schemas.microsoft.com/office/drawing/2014/main" id="{6824C128-4F2C-ADD6-055D-ADB7A457A265}"/>
              </a:ext>
            </a:extLst>
          </p:cNvPr>
          <p:cNvSpPr txBox="1"/>
          <p:nvPr/>
        </p:nvSpPr>
        <p:spPr>
          <a:xfrm>
            <a:off x="682641" y="4633049"/>
            <a:ext cx="10826717" cy="1323439"/>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Aptos" panose="020B0004020202020204" pitchFamily="34" charset="0"/>
                <a:ea typeface="Aptos" panose="020B0004020202020204" pitchFamily="34" charset="0"/>
                <a:cs typeface="Times New Roman" panose="02020603050405020304" pitchFamily="18" charset="0"/>
              </a:rPr>
              <a:t>C</a:t>
            </a:r>
            <a:r>
              <a:rPr lang="en-US" sz="1600" dirty="0">
                <a:effectLst/>
                <a:latin typeface="Aptos" panose="020B0004020202020204" pitchFamily="34" charset="0"/>
                <a:ea typeface="Aptos" panose="020B0004020202020204" pitchFamily="34" charset="0"/>
                <a:cs typeface="Times New Roman" panose="02020603050405020304" pitchFamily="18" charset="0"/>
              </a:rPr>
              <a:t>onvolutional layers help the network focus on only the most important features</a:t>
            </a:r>
          </a:p>
          <a:p>
            <a:pPr marL="285750" indent="-285750">
              <a:buFont typeface="Arial" panose="020B0604020202020204" pitchFamily="34" charset="0"/>
              <a:buChar char="•"/>
            </a:pPr>
            <a:endParaRPr lang="en-US" sz="1600" dirty="0">
              <a:latin typeface="Aptos" panose="020B0004020202020204" pitchFamily="34" charset="0"/>
              <a:ea typeface="Aptos" panose="020B0004020202020204" pitchFamily="34" charset="0"/>
              <a:cs typeface="Times New Roman" panose="02020603050405020304" pitchFamily="18" charset="0"/>
            </a:endParaRPr>
          </a:p>
          <a:p>
            <a:pPr marL="285750" indent="-285750">
              <a:buFont typeface="Arial" panose="020B0604020202020204" pitchFamily="34" charset="0"/>
              <a:buChar char="•"/>
            </a:pPr>
            <a:r>
              <a:rPr lang="en-US" sz="1600" dirty="0">
                <a:effectLst/>
                <a:latin typeface="Aptos" panose="020B0004020202020204" pitchFamily="34" charset="0"/>
                <a:ea typeface="Aptos" panose="020B0004020202020204" pitchFamily="34" charset="0"/>
                <a:cs typeface="Times New Roman" panose="02020603050405020304" pitchFamily="18" charset="0"/>
              </a:rPr>
              <a:t>Not all the pixel information in the image is relevant for training the model</a:t>
            </a:r>
          </a:p>
          <a:p>
            <a:pPr marL="285750" indent="-285750">
              <a:buFont typeface="Arial" panose="020B0604020202020204" pitchFamily="34" charset="0"/>
              <a:buChar char="•"/>
            </a:pPr>
            <a:endParaRPr lang="en-US" sz="1600" dirty="0">
              <a:latin typeface="Aptos" panose="020B0004020202020204" pitchFamily="34" charset="0"/>
              <a:cs typeface="Times New Roman" panose="02020603050405020304" pitchFamily="18" charset="0"/>
            </a:endParaRPr>
          </a:p>
          <a:p>
            <a:pPr marL="285750" indent="-285750">
              <a:buFont typeface="Arial" panose="020B0604020202020204" pitchFamily="34" charset="0"/>
              <a:buChar char="•"/>
            </a:pPr>
            <a:r>
              <a:rPr lang="en-US" sz="1600" dirty="0">
                <a:latin typeface="Aptos" panose="020B0004020202020204" pitchFamily="34" charset="0"/>
                <a:cs typeface="Times New Roman" panose="02020603050405020304" pitchFamily="18" charset="0"/>
              </a:rPr>
              <a:t>Improves performance and accuracy</a:t>
            </a:r>
            <a:endParaRPr lang="en-US" sz="1600" dirty="0"/>
          </a:p>
        </p:txBody>
      </p:sp>
    </p:spTree>
    <p:extLst>
      <p:ext uri="{BB962C8B-B14F-4D97-AF65-F5344CB8AC3E}">
        <p14:creationId xmlns:p14="http://schemas.microsoft.com/office/powerpoint/2010/main" val="36761615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471AB-6C4B-1DF9-31A9-32E26F0512D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243BEE4-30CA-CA1D-39B1-B736500F306C}"/>
              </a:ext>
            </a:extLst>
          </p:cNvPr>
          <p:cNvSpPr/>
          <p:nvPr/>
        </p:nvSpPr>
        <p:spPr>
          <a:xfrm>
            <a:off x="958263" y="558222"/>
            <a:ext cx="6124674" cy="545207"/>
          </a:xfrm>
          <a:prstGeom prst="rect">
            <a:avLst/>
          </a:prstGeom>
          <a:noFill/>
          <a:ln/>
        </p:spPr>
        <p:txBody>
          <a:bodyPr wrap="none" lIns="0" tIns="0" rIns="0" bIns="0" rtlCol="0" anchor="t"/>
          <a:lstStyle/>
          <a:p>
            <a:pPr>
              <a:lnSpc>
                <a:spcPts val="4291"/>
              </a:lnSpc>
            </a:pPr>
            <a:r>
              <a:rPr lang="en-US" sz="3417" b="1" kern="0" spc="-103" dirty="0">
                <a:solidFill>
                  <a:srgbClr val="000000"/>
                </a:solidFill>
                <a:latin typeface="Inter Bold" pitchFamily="34" charset="0"/>
                <a:ea typeface="Inter Bold" pitchFamily="34" charset="-122"/>
              </a:rPr>
              <a:t>Convolution Operation</a:t>
            </a:r>
            <a:endParaRPr lang="en-US" sz="3417" dirty="0"/>
          </a:p>
        </p:txBody>
      </p:sp>
      <p:pic>
        <p:nvPicPr>
          <p:cNvPr id="3" name="Picture 2">
            <a:extLst>
              <a:ext uri="{FF2B5EF4-FFF2-40B4-BE49-F238E27FC236}">
                <a16:creationId xmlns:a16="http://schemas.microsoft.com/office/drawing/2014/main" id="{BFA163C9-7A45-3BD3-CE8B-A0EF5E66E9CC}"/>
              </a:ext>
            </a:extLst>
          </p:cNvPr>
          <p:cNvPicPr>
            <a:picLocks noChangeAspect="1"/>
          </p:cNvPicPr>
          <p:nvPr/>
        </p:nvPicPr>
        <p:blipFill>
          <a:blip r:embed="rId2"/>
          <a:stretch>
            <a:fillRect/>
          </a:stretch>
        </p:blipFill>
        <p:spPr>
          <a:xfrm>
            <a:off x="2675862" y="1457738"/>
            <a:ext cx="6452527" cy="3243155"/>
          </a:xfrm>
          <a:prstGeom prst="rect">
            <a:avLst/>
          </a:prstGeom>
        </p:spPr>
      </p:pic>
      <p:sp>
        <p:nvSpPr>
          <p:cNvPr id="4" name="TextBox 3">
            <a:extLst>
              <a:ext uri="{FF2B5EF4-FFF2-40B4-BE49-F238E27FC236}">
                <a16:creationId xmlns:a16="http://schemas.microsoft.com/office/drawing/2014/main" id="{E90C0867-C608-3888-E393-154FD7A3269F}"/>
              </a:ext>
            </a:extLst>
          </p:cNvPr>
          <p:cNvSpPr txBox="1"/>
          <p:nvPr/>
        </p:nvSpPr>
        <p:spPr>
          <a:xfrm>
            <a:off x="5519289" y="3165429"/>
            <a:ext cx="948069" cy="369332"/>
          </a:xfrm>
          <a:prstGeom prst="rect">
            <a:avLst/>
          </a:prstGeom>
          <a:noFill/>
        </p:spPr>
        <p:txBody>
          <a:bodyPr wrap="square" rtlCol="0">
            <a:spAutoFit/>
          </a:bodyPr>
          <a:lstStyle/>
          <a:p>
            <a:r>
              <a:rPr lang="en-US" sz="1800" dirty="0"/>
              <a:t>Filter</a:t>
            </a:r>
          </a:p>
        </p:txBody>
      </p:sp>
      <p:sp>
        <p:nvSpPr>
          <p:cNvPr id="5" name="TextBox 4">
            <a:extLst>
              <a:ext uri="{FF2B5EF4-FFF2-40B4-BE49-F238E27FC236}">
                <a16:creationId xmlns:a16="http://schemas.microsoft.com/office/drawing/2014/main" id="{A668494E-B5C1-0E78-70AB-ABC75BAD0495}"/>
              </a:ext>
            </a:extLst>
          </p:cNvPr>
          <p:cNvSpPr txBox="1"/>
          <p:nvPr/>
        </p:nvSpPr>
        <p:spPr>
          <a:xfrm>
            <a:off x="3721398" y="5185694"/>
            <a:ext cx="3101163" cy="887294"/>
          </a:xfrm>
          <a:prstGeom prst="rect">
            <a:avLst/>
          </a:prstGeom>
          <a:noFill/>
        </p:spPr>
        <p:txBody>
          <a:bodyPr wrap="square" rtlCol="0">
            <a:spAutoFit/>
          </a:bodyPr>
          <a:lstStyle/>
          <a:p>
            <a:r>
              <a:rPr lang="en-US" sz="2583" dirty="0">
                <a:solidFill>
                  <a:srgbClr val="00B0F0"/>
                </a:solidFill>
              </a:rPr>
              <a:t>Convolution operator</a:t>
            </a:r>
          </a:p>
        </p:txBody>
      </p:sp>
      <p:cxnSp>
        <p:nvCxnSpPr>
          <p:cNvPr id="6" name="Straight Arrow Connector 5">
            <a:extLst>
              <a:ext uri="{FF2B5EF4-FFF2-40B4-BE49-F238E27FC236}">
                <a16:creationId xmlns:a16="http://schemas.microsoft.com/office/drawing/2014/main" id="{24DF91AD-9AD1-673A-845A-B3FACC23DD67}"/>
              </a:ext>
            </a:extLst>
          </p:cNvPr>
          <p:cNvCxnSpPr>
            <a:cxnSpLocks/>
          </p:cNvCxnSpPr>
          <p:nvPr/>
        </p:nvCxnSpPr>
        <p:spPr>
          <a:xfrm flipV="1">
            <a:off x="4926418" y="2927674"/>
            <a:ext cx="0" cy="2115259"/>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sp>
        <p:nvSpPr>
          <p:cNvPr id="7" name="TextBox 6">
            <a:extLst>
              <a:ext uri="{FF2B5EF4-FFF2-40B4-BE49-F238E27FC236}">
                <a16:creationId xmlns:a16="http://schemas.microsoft.com/office/drawing/2014/main" id="{BBAF3887-CEB8-2415-60BD-6F978E38A36A}"/>
              </a:ext>
            </a:extLst>
          </p:cNvPr>
          <p:cNvSpPr txBox="1"/>
          <p:nvPr/>
        </p:nvSpPr>
        <p:spPr>
          <a:xfrm>
            <a:off x="2866386" y="3675413"/>
            <a:ext cx="1779216" cy="369332"/>
          </a:xfrm>
          <a:prstGeom prst="rect">
            <a:avLst/>
          </a:prstGeom>
          <a:noFill/>
        </p:spPr>
        <p:txBody>
          <a:bodyPr wrap="square" rtlCol="0">
            <a:spAutoFit/>
          </a:bodyPr>
          <a:lstStyle/>
          <a:p>
            <a:r>
              <a:rPr lang="en-US" sz="1800" dirty="0"/>
              <a:t>Input image</a:t>
            </a:r>
          </a:p>
        </p:txBody>
      </p:sp>
      <p:sp>
        <p:nvSpPr>
          <p:cNvPr id="8" name="TextBox 7">
            <a:extLst>
              <a:ext uri="{FF2B5EF4-FFF2-40B4-BE49-F238E27FC236}">
                <a16:creationId xmlns:a16="http://schemas.microsoft.com/office/drawing/2014/main" id="{CB4060D6-7223-6729-B954-01175918609F}"/>
              </a:ext>
            </a:extLst>
          </p:cNvPr>
          <p:cNvSpPr txBox="1"/>
          <p:nvPr/>
        </p:nvSpPr>
        <p:spPr>
          <a:xfrm>
            <a:off x="7444197" y="3684146"/>
            <a:ext cx="2887472" cy="369332"/>
          </a:xfrm>
          <a:prstGeom prst="rect">
            <a:avLst/>
          </a:prstGeom>
          <a:noFill/>
        </p:spPr>
        <p:txBody>
          <a:bodyPr wrap="square" rtlCol="0">
            <a:spAutoFit/>
          </a:bodyPr>
          <a:lstStyle/>
          <a:p>
            <a:r>
              <a:rPr lang="en-US" sz="1800" dirty="0"/>
              <a:t>Output Image</a:t>
            </a:r>
          </a:p>
        </p:txBody>
      </p:sp>
    </p:spTree>
    <p:extLst>
      <p:ext uri="{BB962C8B-B14F-4D97-AF65-F5344CB8AC3E}">
        <p14:creationId xmlns:p14="http://schemas.microsoft.com/office/powerpoint/2010/main" val="35867205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FD93F-E9D2-9EE7-67F7-98B8C3C44E1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628BC7E-3498-F0C8-5B4A-024CCB486BE2}"/>
              </a:ext>
            </a:extLst>
          </p:cNvPr>
          <p:cNvSpPr/>
          <p:nvPr/>
        </p:nvSpPr>
        <p:spPr>
          <a:xfrm>
            <a:off x="958263" y="558222"/>
            <a:ext cx="6124674" cy="545207"/>
          </a:xfrm>
          <a:prstGeom prst="rect">
            <a:avLst/>
          </a:prstGeom>
          <a:noFill/>
          <a:ln/>
        </p:spPr>
        <p:txBody>
          <a:bodyPr wrap="none" lIns="0" tIns="0" rIns="0" bIns="0" rtlCol="0" anchor="t"/>
          <a:lstStyle/>
          <a:p>
            <a:pPr>
              <a:lnSpc>
                <a:spcPts val="4291"/>
              </a:lnSpc>
            </a:pPr>
            <a:r>
              <a:rPr lang="en-US" sz="3417" b="1" kern="0" spc="-103" dirty="0">
                <a:solidFill>
                  <a:srgbClr val="000000"/>
                </a:solidFill>
                <a:latin typeface="Inter Bold" pitchFamily="34" charset="0"/>
                <a:ea typeface="Inter Bold" pitchFamily="34" charset="-122"/>
              </a:rPr>
              <a:t>Convolution Operation</a:t>
            </a:r>
            <a:endParaRPr lang="en-US" sz="3417" dirty="0"/>
          </a:p>
        </p:txBody>
      </p:sp>
      <p:pic>
        <p:nvPicPr>
          <p:cNvPr id="3" name="Picture 2">
            <a:extLst>
              <a:ext uri="{FF2B5EF4-FFF2-40B4-BE49-F238E27FC236}">
                <a16:creationId xmlns:a16="http://schemas.microsoft.com/office/drawing/2014/main" id="{03546642-D096-8055-7B3F-FE1C99404CB4}"/>
              </a:ext>
            </a:extLst>
          </p:cNvPr>
          <p:cNvPicPr>
            <a:picLocks noChangeAspect="1"/>
          </p:cNvPicPr>
          <p:nvPr/>
        </p:nvPicPr>
        <p:blipFill>
          <a:blip r:embed="rId2"/>
          <a:stretch>
            <a:fillRect/>
          </a:stretch>
        </p:blipFill>
        <p:spPr>
          <a:xfrm>
            <a:off x="1958970" y="1645176"/>
            <a:ext cx="7016865" cy="3567647"/>
          </a:xfrm>
          <a:prstGeom prst="rect">
            <a:avLst/>
          </a:prstGeom>
        </p:spPr>
      </p:pic>
    </p:spTree>
    <p:extLst>
      <p:ext uri="{BB962C8B-B14F-4D97-AF65-F5344CB8AC3E}">
        <p14:creationId xmlns:p14="http://schemas.microsoft.com/office/powerpoint/2010/main" val="38588946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86D8B-9202-03F6-1332-AC209DEC1F6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214374D-8B02-123B-D8D1-770109D32E0C}"/>
              </a:ext>
            </a:extLst>
          </p:cNvPr>
          <p:cNvSpPr/>
          <p:nvPr/>
        </p:nvSpPr>
        <p:spPr>
          <a:xfrm>
            <a:off x="1073877" y="526691"/>
            <a:ext cx="6124674" cy="545207"/>
          </a:xfrm>
          <a:prstGeom prst="rect">
            <a:avLst/>
          </a:prstGeom>
          <a:noFill/>
          <a:ln/>
        </p:spPr>
        <p:txBody>
          <a:bodyPr wrap="none" lIns="0" tIns="0" rIns="0" bIns="0" rtlCol="0" anchor="t"/>
          <a:lstStyle/>
          <a:p>
            <a:pPr>
              <a:lnSpc>
                <a:spcPts val="4291"/>
              </a:lnSpc>
            </a:pPr>
            <a:r>
              <a:rPr lang="en-US" sz="3417" b="1" kern="0" spc="-103" dirty="0">
                <a:solidFill>
                  <a:srgbClr val="000000"/>
                </a:solidFill>
                <a:latin typeface="Inter Bold" pitchFamily="34" charset="0"/>
                <a:ea typeface="Inter Bold" pitchFamily="34" charset="-122"/>
              </a:rPr>
              <a:t>Convolution Operation</a:t>
            </a:r>
            <a:endParaRPr lang="en-US" sz="3417" dirty="0"/>
          </a:p>
        </p:txBody>
      </p:sp>
      <p:pic>
        <p:nvPicPr>
          <p:cNvPr id="3" name="Picture 2">
            <a:extLst>
              <a:ext uri="{FF2B5EF4-FFF2-40B4-BE49-F238E27FC236}">
                <a16:creationId xmlns:a16="http://schemas.microsoft.com/office/drawing/2014/main" id="{D9D12110-A4A7-D0CF-A942-04F26342631B}"/>
              </a:ext>
            </a:extLst>
          </p:cNvPr>
          <p:cNvPicPr>
            <a:picLocks noChangeAspect="1"/>
          </p:cNvPicPr>
          <p:nvPr/>
        </p:nvPicPr>
        <p:blipFill>
          <a:blip r:embed="rId2"/>
          <a:stretch>
            <a:fillRect/>
          </a:stretch>
        </p:blipFill>
        <p:spPr>
          <a:xfrm>
            <a:off x="2157542" y="2006361"/>
            <a:ext cx="6755230" cy="2718039"/>
          </a:xfrm>
          <a:prstGeom prst="rect">
            <a:avLst/>
          </a:prstGeom>
        </p:spPr>
      </p:pic>
    </p:spTree>
    <p:extLst>
      <p:ext uri="{BB962C8B-B14F-4D97-AF65-F5344CB8AC3E}">
        <p14:creationId xmlns:p14="http://schemas.microsoft.com/office/powerpoint/2010/main" val="42668338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0CDD2-B8AF-C16D-E1A4-D84044EB285C}"/>
              </a:ext>
            </a:extLst>
          </p:cNvPr>
          <p:cNvSpPr>
            <a:spLocks noGrp="1"/>
          </p:cNvSpPr>
          <p:nvPr>
            <p:ph type="title"/>
          </p:nvPr>
        </p:nvSpPr>
        <p:spPr>
          <a:xfrm>
            <a:off x="609601" y="576274"/>
            <a:ext cx="9858702" cy="1001980"/>
          </a:xfrm>
        </p:spPr>
        <p:txBody>
          <a:bodyPr anchor="t">
            <a:normAutofit/>
          </a:bodyPr>
          <a:lstStyle/>
          <a:p>
            <a:r>
              <a:rPr lang="en-US" dirty="0"/>
              <a:t>Convolutional Layers</a:t>
            </a:r>
            <a:endParaRPr lang="en-CA" dirty="0"/>
          </a:p>
        </p:txBody>
      </p:sp>
      <p:graphicFrame>
        <p:nvGraphicFramePr>
          <p:cNvPr id="5" name="Text Placeholder 2">
            <a:extLst>
              <a:ext uri="{FF2B5EF4-FFF2-40B4-BE49-F238E27FC236}">
                <a16:creationId xmlns:a16="http://schemas.microsoft.com/office/drawing/2014/main" id="{44443E3A-1D87-16CD-CCAA-4A5E69ED4940}"/>
              </a:ext>
            </a:extLst>
          </p:cNvPr>
          <p:cNvGraphicFramePr/>
          <p:nvPr>
            <p:extLst>
              <p:ext uri="{D42A27DB-BD31-4B8C-83A1-F6EECF244321}">
                <p14:modId xmlns:p14="http://schemas.microsoft.com/office/powerpoint/2010/main" val="1443415147"/>
              </p:ext>
            </p:extLst>
          </p:nvPr>
        </p:nvGraphicFramePr>
        <p:xfrm>
          <a:off x="609540" y="1803798"/>
          <a:ext cx="9459370" cy="38409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953377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78DCD-3260-24F6-20F2-5DDBB06DEDFF}"/>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197B06F1-3F84-6577-9EAA-E9968DFCB1EB}"/>
              </a:ext>
            </a:extLst>
          </p:cNvPr>
          <p:cNvPicPr>
            <a:picLocks noChangeAspect="1"/>
          </p:cNvPicPr>
          <p:nvPr/>
        </p:nvPicPr>
        <p:blipFill>
          <a:blip r:embed="rId2"/>
          <a:stretch>
            <a:fillRect/>
          </a:stretch>
        </p:blipFill>
        <p:spPr>
          <a:xfrm>
            <a:off x="578068" y="1358462"/>
            <a:ext cx="10210867" cy="4141075"/>
          </a:xfrm>
          <a:prstGeom prst="rect">
            <a:avLst/>
          </a:prstGeom>
        </p:spPr>
      </p:pic>
      <p:sp>
        <p:nvSpPr>
          <p:cNvPr id="4" name="Text 0">
            <a:extLst>
              <a:ext uri="{FF2B5EF4-FFF2-40B4-BE49-F238E27FC236}">
                <a16:creationId xmlns:a16="http://schemas.microsoft.com/office/drawing/2014/main" id="{7B94DCCF-F092-1174-E6B4-3B537570E286}"/>
              </a:ext>
            </a:extLst>
          </p:cNvPr>
          <p:cNvSpPr/>
          <p:nvPr/>
        </p:nvSpPr>
        <p:spPr>
          <a:xfrm>
            <a:off x="905710" y="570717"/>
            <a:ext cx="6124674" cy="545207"/>
          </a:xfrm>
          <a:prstGeom prst="rect">
            <a:avLst/>
          </a:prstGeom>
          <a:noFill/>
          <a:ln/>
        </p:spPr>
        <p:txBody>
          <a:bodyPr wrap="none" lIns="0" tIns="0" rIns="0" bIns="0" rtlCol="0" anchor="t"/>
          <a:lstStyle/>
          <a:p>
            <a:pPr>
              <a:lnSpc>
                <a:spcPts val="4291"/>
              </a:lnSpc>
            </a:pPr>
            <a:r>
              <a:rPr lang="en-US" sz="3417" b="1" kern="0" spc="-103" dirty="0">
                <a:solidFill>
                  <a:schemeClr val="accent1"/>
                </a:solidFill>
                <a:latin typeface="Inter Bold" pitchFamily="34" charset="0"/>
                <a:ea typeface="Inter Bold" pitchFamily="34" charset="-122"/>
              </a:rPr>
              <a:t>Convolutional Layer – Output  Image Size</a:t>
            </a:r>
            <a:endParaRPr lang="en-US" sz="3417" dirty="0">
              <a:solidFill>
                <a:schemeClr val="accent1"/>
              </a:solidFill>
            </a:endParaRPr>
          </a:p>
        </p:txBody>
      </p:sp>
    </p:spTree>
    <p:extLst>
      <p:ext uri="{BB962C8B-B14F-4D97-AF65-F5344CB8AC3E}">
        <p14:creationId xmlns:p14="http://schemas.microsoft.com/office/powerpoint/2010/main" val="19383057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4543-8867-A502-CDAE-3986870373F4}"/>
              </a:ext>
            </a:extLst>
          </p:cNvPr>
          <p:cNvSpPr>
            <a:spLocks noGrp="1"/>
          </p:cNvSpPr>
          <p:nvPr>
            <p:ph type="title"/>
          </p:nvPr>
        </p:nvSpPr>
        <p:spPr>
          <a:xfrm>
            <a:off x="609601" y="576274"/>
            <a:ext cx="7106241" cy="1001980"/>
          </a:xfrm>
        </p:spPr>
        <p:txBody>
          <a:bodyPr anchor="t">
            <a:normAutofit/>
          </a:bodyPr>
          <a:lstStyle/>
          <a:p>
            <a:r>
              <a:rPr lang="en-CA" dirty="0"/>
              <a:t>Pooling Layers</a:t>
            </a:r>
          </a:p>
        </p:txBody>
      </p:sp>
      <p:graphicFrame>
        <p:nvGraphicFramePr>
          <p:cNvPr id="5" name="Text Placeholder 2">
            <a:extLst>
              <a:ext uri="{FF2B5EF4-FFF2-40B4-BE49-F238E27FC236}">
                <a16:creationId xmlns:a16="http://schemas.microsoft.com/office/drawing/2014/main" id="{28FD290F-2D6E-6172-22C0-87393D63E326}"/>
              </a:ext>
            </a:extLst>
          </p:cNvPr>
          <p:cNvGraphicFramePr/>
          <p:nvPr>
            <p:extLst>
              <p:ext uri="{D42A27DB-BD31-4B8C-83A1-F6EECF244321}">
                <p14:modId xmlns:p14="http://schemas.microsoft.com/office/powerpoint/2010/main" val="457320611"/>
              </p:ext>
            </p:extLst>
          </p:nvPr>
        </p:nvGraphicFramePr>
        <p:xfrm>
          <a:off x="609540" y="1755225"/>
          <a:ext cx="9396308" cy="36688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798886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C057D-FE91-27FE-BF85-FB995B9FB9C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2CF09F8-AD7D-960D-5A41-F93E8DDC7CF1}"/>
              </a:ext>
            </a:extLst>
          </p:cNvPr>
          <p:cNvSpPr/>
          <p:nvPr/>
        </p:nvSpPr>
        <p:spPr>
          <a:xfrm>
            <a:off x="998609" y="400566"/>
            <a:ext cx="6124674" cy="545207"/>
          </a:xfrm>
          <a:prstGeom prst="rect">
            <a:avLst/>
          </a:prstGeom>
          <a:noFill/>
          <a:ln/>
        </p:spPr>
        <p:txBody>
          <a:bodyPr wrap="none" lIns="0" tIns="0" rIns="0" bIns="0" rtlCol="0" anchor="t"/>
          <a:lstStyle/>
          <a:p>
            <a:pPr>
              <a:lnSpc>
                <a:spcPts val="4291"/>
              </a:lnSpc>
            </a:pPr>
            <a:r>
              <a:rPr lang="en-US" sz="3417" b="1" kern="0" spc="-103" dirty="0">
                <a:solidFill>
                  <a:schemeClr val="accent1"/>
                </a:solidFill>
                <a:latin typeface="Inter Bold" pitchFamily="34" charset="0"/>
                <a:ea typeface="Inter Bold" pitchFamily="34" charset="-122"/>
              </a:rPr>
              <a:t>Pooling Layers</a:t>
            </a:r>
            <a:endParaRPr lang="en-US" sz="3417" dirty="0">
              <a:solidFill>
                <a:schemeClr val="accent1"/>
              </a:solidFill>
            </a:endParaRPr>
          </a:p>
        </p:txBody>
      </p:sp>
      <p:pic>
        <p:nvPicPr>
          <p:cNvPr id="3" name="Picture 2">
            <a:extLst>
              <a:ext uri="{FF2B5EF4-FFF2-40B4-BE49-F238E27FC236}">
                <a16:creationId xmlns:a16="http://schemas.microsoft.com/office/drawing/2014/main" id="{4D217C10-99C1-B68F-36C4-8B19B9DCF877}"/>
              </a:ext>
            </a:extLst>
          </p:cNvPr>
          <p:cNvPicPr>
            <a:picLocks noChangeAspect="1"/>
          </p:cNvPicPr>
          <p:nvPr/>
        </p:nvPicPr>
        <p:blipFill>
          <a:blip r:embed="rId2"/>
          <a:stretch>
            <a:fillRect/>
          </a:stretch>
        </p:blipFill>
        <p:spPr>
          <a:xfrm>
            <a:off x="2452371" y="1518954"/>
            <a:ext cx="6217781" cy="4549596"/>
          </a:xfrm>
          <a:prstGeom prst="rect">
            <a:avLst/>
          </a:prstGeom>
        </p:spPr>
      </p:pic>
      <p:sp>
        <p:nvSpPr>
          <p:cNvPr id="4" name="TextBox 3">
            <a:extLst>
              <a:ext uri="{FF2B5EF4-FFF2-40B4-BE49-F238E27FC236}">
                <a16:creationId xmlns:a16="http://schemas.microsoft.com/office/drawing/2014/main" id="{B916AFCB-AD71-3453-7806-4AA17E4A2FD9}"/>
              </a:ext>
            </a:extLst>
          </p:cNvPr>
          <p:cNvSpPr txBox="1"/>
          <p:nvPr/>
        </p:nvSpPr>
        <p:spPr>
          <a:xfrm>
            <a:off x="998609" y="1226750"/>
            <a:ext cx="10194782" cy="338554"/>
          </a:xfrm>
          <a:prstGeom prst="rect">
            <a:avLst/>
          </a:prstGeom>
          <a:noFill/>
        </p:spPr>
        <p:txBody>
          <a:bodyPr wrap="square" rtlCol="0">
            <a:spAutoFit/>
          </a:bodyPr>
          <a:lstStyle/>
          <a:p>
            <a:r>
              <a:rPr lang="en-US" sz="1600" dirty="0"/>
              <a:t>The pooling layer reduces the spatial dimensionality of the input feature map.</a:t>
            </a:r>
          </a:p>
        </p:txBody>
      </p:sp>
    </p:spTree>
    <p:extLst>
      <p:ext uri="{BB962C8B-B14F-4D97-AF65-F5344CB8AC3E}">
        <p14:creationId xmlns:p14="http://schemas.microsoft.com/office/powerpoint/2010/main" val="23505413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57E39-FE0E-0A15-F6C7-B4C40528AB3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B41057F-B2FD-731E-E8B8-37C507AC6608}"/>
              </a:ext>
            </a:extLst>
          </p:cNvPr>
          <p:cNvSpPr/>
          <p:nvPr/>
        </p:nvSpPr>
        <p:spPr>
          <a:xfrm>
            <a:off x="948650" y="495160"/>
            <a:ext cx="6124674" cy="545207"/>
          </a:xfrm>
          <a:prstGeom prst="rect">
            <a:avLst/>
          </a:prstGeom>
          <a:noFill/>
          <a:ln/>
        </p:spPr>
        <p:txBody>
          <a:bodyPr wrap="none" lIns="0" tIns="0" rIns="0" bIns="0" rtlCol="0" anchor="t"/>
          <a:lstStyle/>
          <a:p>
            <a:pPr>
              <a:lnSpc>
                <a:spcPts val="4291"/>
              </a:lnSpc>
            </a:pPr>
            <a:r>
              <a:rPr lang="en-US" sz="3417" b="1" kern="0" spc="-103" dirty="0">
                <a:solidFill>
                  <a:schemeClr val="accent1"/>
                </a:solidFill>
                <a:latin typeface="Inter Bold" pitchFamily="34" charset="0"/>
                <a:ea typeface="Inter Bold" pitchFamily="34" charset="-122"/>
              </a:rPr>
              <a:t>Pooling Operation</a:t>
            </a:r>
            <a:endParaRPr lang="en-US" sz="3417" dirty="0">
              <a:solidFill>
                <a:schemeClr val="accent1"/>
              </a:solidFill>
            </a:endParaRPr>
          </a:p>
        </p:txBody>
      </p:sp>
      <p:pic>
        <p:nvPicPr>
          <p:cNvPr id="3" name="Picture 2">
            <a:extLst>
              <a:ext uri="{FF2B5EF4-FFF2-40B4-BE49-F238E27FC236}">
                <a16:creationId xmlns:a16="http://schemas.microsoft.com/office/drawing/2014/main" id="{924DF767-AC33-64A0-D6FD-D7A87B9C0A4E}"/>
              </a:ext>
            </a:extLst>
          </p:cNvPr>
          <p:cNvPicPr>
            <a:picLocks noChangeAspect="1"/>
          </p:cNvPicPr>
          <p:nvPr/>
        </p:nvPicPr>
        <p:blipFill>
          <a:blip r:embed="rId2"/>
          <a:stretch>
            <a:fillRect/>
          </a:stretch>
        </p:blipFill>
        <p:spPr>
          <a:xfrm>
            <a:off x="221580" y="1480170"/>
            <a:ext cx="7578815" cy="3750560"/>
          </a:xfrm>
          <a:prstGeom prst="rect">
            <a:avLst/>
          </a:prstGeom>
        </p:spPr>
      </p:pic>
      <p:pic>
        <p:nvPicPr>
          <p:cNvPr id="4" name="Picture 2" descr="Do we really need the Pooling layer in our CNN architecture?">
            <a:extLst>
              <a:ext uri="{FF2B5EF4-FFF2-40B4-BE49-F238E27FC236}">
                <a16:creationId xmlns:a16="http://schemas.microsoft.com/office/drawing/2014/main" id="{E47D1A2F-A958-6F6C-FF04-B70D634DB2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06783" y="2017611"/>
            <a:ext cx="3729038" cy="1847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39605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4543-8867-A502-CDAE-3986870373F4}"/>
              </a:ext>
            </a:extLst>
          </p:cNvPr>
          <p:cNvSpPr>
            <a:spLocks noGrp="1"/>
          </p:cNvSpPr>
          <p:nvPr>
            <p:ph type="title"/>
          </p:nvPr>
        </p:nvSpPr>
        <p:spPr>
          <a:xfrm>
            <a:off x="609601" y="576274"/>
            <a:ext cx="7106241" cy="1001980"/>
          </a:xfrm>
        </p:spPr>
        <p:txBody>
          <a:bodyPr anchor="t">
            <a:normAutofit/>
          </a:bodyPr>
          <a:lstStyle/>
          <a:p>
            <a:r>
              <a:rPr lang="en-CA" dirty="0"/>
              <a:t>Fully Connected Layers</a:t>
            </a:r>
          </a:p>
        </p:txBody>
      </p:sp>
      <p:graphicFrame>
        <p:nvGraphicFramePr>
          <p:cNvPr id="5" name="Text Placeholder 2">
            <a:extLst>
              <a:ext uri="{FF2B5EF4-FFF2-40B4-BE49-F238E27FC236}">
                <a16:creationId xmlns:a16="http://schemas.microsoft.com/office/drawing/2014/main" id="{28FD290F-2D6E-6172-22C0-87393D63E326}"/>
              </a:ext>
            </a:extLst>
          </p:cNvPr>
          <p:cNvGraphicFramePr/>
          <p:nvPr>
            <p:extLst>
              <p:ext uri="{D42A27DB-BD31-4B8C-83A1-F6EECF244321}">
                <p14:modId xmlns:p14="http://schemas.microsoft.com/office/powerpoint/2010/main" val="2197694374"/>
              </p:ext>
            </p:extLst>
          </p:nvPr>
        </p:nvGraphicFramePr>
        <p:xfrm>
          <a:off x="609541" y="1803798"/>
          <a:ext cx="6425742" cy="34337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100" name="Picture 4" descr="Classification with Flatten and Fully-Connected layers | Download  Scientific Diagram">
            <a:extLst>
              <a:ext uri="{FF2B5EF4-FFF2-40B4-BE49-F238E27FC236}">
                <a16:creationId xmlns:a16="http://schemas.microsoft.com/office/drawing/2014/main" id="{3E0C07A9-DAA0-D49D-12A7-FC7266A8CF8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290319" y="2085993"/>
            <a:ext cx="4645284" cy="23663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5064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BF92F-3C34-3040-DD36-188F487BF49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D3B167C-5416-2DAC-6CEA-447A99F3DCBA}"/>
              </a:ext>
            </a:extLst>
          </p:cNvPr>
          <p:cNvSpPr txBox="1"/>
          <p:nvPr/>
        </p:nvSpPr>
        <p:spPr>
          <a:xfrm>
            <a:off x="546538" y="304800"/>
            <a:ext cx="2082621" cy="569387"/>
          </a:xfrm>
          <a:prstGeom prst="rect">
            <a:avLst/>
          </a:prstGeom>
          <a:noFill/>
        </p:spPr>
        <p:txBody>
          <a:bodyPr wrap="none" rtlCol="0">
            <a:spAutoFit/>
          </a:bodyPr>
          <a:lstStyle/>
          <a:p>
            <a:r>
              <a:rPr lang="en-CZ" b="1" dirty="0">
                <a:solidFill>
                  <a:schemeClr val="accent1"/>
                </a:solidFill>
              </a:rPr>
              <a:t>Flattening</a:t>
            </a:r>
          </a:p>
        </p:txBody>
      </p:sp>
      <p:pic>
        <p:nvPicPr>
          <p:cNvPr id="3" name="Picture 2">
            <a:extLst>
              <a:ext uri="{FF2B5EF4-FFF2-40B4-BE49-F238E27FC236}">
                <a16:creationId xmlns:a16="http://schemas.microsoft.com/office/drawing/2014/main" id="{543CDFD1-0984-FBD8-14FE-6C517CC5C71C}"/>
              </a:ext>
            </a:extLst>
          </p:cNvPr>
          <p:cNvPicPr>
            <a:picLocks noChangeAspect="1"/>
          </p:cNvPicPr>
          <p:nvPr/>
        </p:nvPicPr>
        <p:blipFill>
          <a:blip r:embed="rId2"/>
          <a:stretch>
            <a:fillRect/>
          </a:stretch>
        </p:blipFill>
        <p:spPr>
          <a:xfrm>
            <a:off x="6348248" y="304800"/>
            <a:ext cx="5843752" cy="4525464"/>
          </a:xfrm>
          <a:prstGeom prst="rect">
            <a:avLst/>
          </a:prstGeom>
        </p:spPr>
      </p:pic>
      <p:sp>
        <p:nvSpPr>
          <p:cNvPr id="4" name="TextBox 3">
            <a:extLst>
              <a:ext uri="{FF2B5EF4-FFF2-40B4-BE49-F238E27FC236}">
                <a16:creationId xmlns:a16="http://schemas.microsoft.com/office/drawing/2014/main" id="{E5DEE9DE-33DE-A7BD-E448-87CA775B5278}"/>
              </a:ext>
            </a:extLst>
          </p:cNvPr>
          <p:cNvSpPr txBox="1"/>
          <p:nvPr/>
        </p:nvSpPr>
        <p:spPr>
          <a:xfrm>
            <a:off x="337088" y="1611806"/>
            <a:ext cx="5971507" cy="2308324"/>
          </a:xfrm>
          <a:prstGeom prst="rect">
            <a:avLst/>
          </a:prstGeom>
          <a:noFill/>
        </p:spPr>
        <p:txBody>
          <a:bodyPr wrap="none" rtlCol="0">
            <a:spAutoFit/>
          </a:bodyPr>
          <a:lstStyle/>
          <a:p>
            <a:pPr marL="285750" indent="-285750">
              <a:buFont typeface="Arial" panose="020B0604020202020204" pitchFamily="34" charset="0"/>
              <a:buChar char="•"/>
            </a:pPr>
            <a:r>
              <a:rPr lang="en-CZ" sz="1600" dirty="0"/>
              <a:t>Convolutional and pooling layers produce feature maps</a:t>
            </a:r>
          </a:p>
          <a:p>
            <a:endParaRPr lang="en-CZ" sz="1600" dirty="0"/>
          </a:p>
          <a:p>
            <a:pPr marL="285750" indent="-285750">
              <a:buFont typeface="Arial" panose="020B0604020202020204" pitchFamily="34" charset="0"/>
              <a:buChar char="•"/>
            </a:pPr>
            <a:r>
              <a:rPr lang="en-CZ" sz="1600" dirty="0"/>
              <a:t>Feature maps are multi-dimensional arrays </a:t>
            </a:r>
          </a:p>
          <a:p>
            <a:pPr marL="285750" indent="-285750">
              <a:buFont typeface="Arial" panose="020B0604020202020204" pitchFamily="34" charset="0"/>
              <a:buChar char="•"/>
            </a:pPr>
            <a:endParaRPr lang="en-CZ" sz="1600" dirty="0"/>
          </a:p>
          <a:p>
            <a:pPr marL="285750" indent="-285750">
              <a:buFont typeface="Arial" panose="020B0604020202020204" pitchFamily="34" charset="0"/>
              <a:buChar char="•"/>
            </a:pPr>
            <a:r>
              <a:rPr lang="en-CZ" sz="1600" dirty="0"/>
              <a:t>Flattening converts feature maps to one-dimensional vector</a:t>
            </a:r>
          </a:p>
          <a:p>
            <a:pPr marL="285750" indent="-285750">
              <a:buFont typeface="Arial" panose="020B0604020202020204" pitchFamily="34" charset="0"/>
              <a:buChar char="•"/>
            </a:pPr>
            <a:endParaRPr lang="en-CZ" sz="1600" dirty="0"/>
          </a:p>
          <a:p>
            <a:pPr marL="285750" indent="-285750">
              <a:buFont typeface="Arial" panose="020B0604020202020204" pitchFamily="34" charset="0"/>
              <a:buChar char="•"/>
            </a:pPr>
            <a:r>
              <a:rPr lang="en-CZ" sz="1600" dirty="0"/>
              <a:t>Concatenates elements along depth dimension</a:t>
            </a:r>
          </a:p>
          <a:p>
            <a:pPr marL="285750" indent="-285750">
              <a:buFont typeface="Arial" panose="020B0604020202020204" pitchFamily="34" charset="0"/>
              <a:buChar char="•"/>
            </a:pPr>
            <a:endParaRPr lang="en-CZ" sz="1600" dirty="0"/>
          </a:p>
          <a:p>
            <a:pPr marL="285750" indent="-285750">
              <a:buFont typeface="Arial" panose="020B0604020202020204" pitchFamily="34" charset="0"/>
              <a:buChar char="•"/>
            </a:pPr>
            <a:r>
              <a:rPr lang="en-CZ" sz="1600" dirty="0"/>
              <a:t>Enables feeding into fully connected layers</a:t>
            </a:r>
          </a:p>
        </p:txBody>
      </p:sp>
    </p:spTree>
    <p:extLst>
      <p:ext uri="{BB962C8B-B14F-4D97-AF65-F5344CB8AC3E}">
        <p14:creationId xmlns:p14="http://schemas.microsoft.com/office/powerpoint/2010/main" val="25869501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BD6FC-C016-5C3E-E2AE-B2E6648AE31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325FF35-CCEF-AF1C-625D-D1D9C5CD3401}"/>
              </a:ext>
            </a:extLst>
          </p:cNvPr>
          <p:cNvSpPr txBox="1"/>
          <p:nvPr/>
        </p:nvSpPr>
        <p:spPr>
          <a:xfrm>
            <a:off x="546538" y="304800"/>
            <a:ext cx="5878276" cy="569387"/>
          </a:xfrm>
          <a:prstGeom prst="rect">
            <a:avLst/>
          </a:prstGeom>
          <a:noFill/>
        </p:spPr>
        <p:txBody>
          <a:bodyPr wrap="none" rtlCol="0">
            <a:spAutoFit/>
          </a:bodyPr>
          <a:lstStyle/>
          <a:p>
            <a:r>
              <a:rPr lang="en-CZ" b="1" dirty="0">
                <a:solidFill>
                  <a:schemeClr val="accent1"/>
                </a:solidFill>
              </a:rPr>
              <a:t>Weight Matrix and Bias Vector</a:t>
            </a:r>
          </a:p>
        </p:txBody>
      </p:sp>
      <p:sp>
        <p:nvSpPr>
          <p:cNvPr id="4" name="TextBox 3">
            <a:extLst>
              <a:ext uri="{FF2B5EF4-FFF2-40B4-BE49-F238E27FC236}">
                <a16:creationId xmlns:a16="http://schemas.microsoft.com/office/drawing/2014/main" id="{BC3E233E-D5D2-ACF7-F334-A286DD40CE40}"/>
              </a:ext>
            </a:extLst>
          </p:cNvPr>
          <p:cNvSpPr txBox="1"/>
          <p:nvPr/>
        </p:nvSpPr>
        <p:spPr>
          <a:xfrm>
            <a:off x="200453" y="874187"/>
            <a:ext cx="6087726" cy="6247864"/>
          </a:xfrm>
          <a:prstGeom prst="rect">
            <a:avLst/>
          </a:prstGeom>
          <a:noFill/>
        </p:spPr>
        <p:txBody>
          <a:bodyPr wrap="square" rtlCol="0">
            <a:spAutoFit/>
          </a:bodyPr>
          <a:lstStyle/>
          <a:p>
            <a:pPr marL="285750" indent="-285750">
              <a:buFont typeface="Arial" panose="020B0604020202020204" pitchFamily="34" charset="0"/>
              <a:buChar char="•"/>
            </a:pPr>
            <a:endParaRPr lang="en-CZ" sz="1600" dirty="0"/>
          </a:p>
          <a:p>
            <a:pPr marL="285750" indent="-285750">
              <a:buFont typeface="Arial" panose="020B0604020202020204" pitchFamily="34" charset="0"/>
              <a:buChar char="•"/>
            </a:pPr>
            <a:r>
              <a:rPr lang="en-CZ" sz="1600" dirty="0"/>
              <a:t>Foundation for deep learning  algorithms.</a:t>
            </a:r>
          </a:p>
          <a:p>
            <a:pPr marL="285750" indent="-285750">
              <a:buFont typeface="Arial" panose="020B0604020202020204" pitchFamily="34" charset="0"/>
              <a:buChar char="•"/>
            </a:pPr>
            <a:endParaRPr lang="en-CZ" sz="1600" dirty="0"/>
          </a:p>
          <a:p>
            <a:pPr marL="285750" indent="-285750">
              <a:buFont typeface="Arial" panose="020B0604020202020204" pitchFamily="34" charset="0"/>
              <a:buChar char="•"/>
            </a:pPr>
            <a:r>
              <a:rPr lang="en-CZ" sz="1600" dirty="0"/>
              <a:t>Fully con</a:t>
            </a:r>
            <a:r>
              <a:rPr lang="en-GB" sz="1600" dirty="0"/>
              <a:t>n</a:t>
            </a:r>
            <a:r>
              <a:rPr lang="en-CZ" sz="1600" dirty="0"/>
              <a:t>ected layer have </a:t>
            </a:r>
            <a:r>
              <a:rPr lang="en-CZ" sz="1600" dirty="0">
                <a:solidFill>
                  <a:srgbClr val="00B0F0"/>
                </a:solidFill>
              </a:rPr>
              <a:t>weight matrix (W)</a:t>
            </a:r>
            <a:r>
              <a:rPr lang="en-CZ" sz="1600" dirty="0"/>
              <a:t> and </a:t>
            </a:r>
            <a:r>
              <a:rPr lang="en-CZ" sz="1600" dirty="0">
                <a:solidFill>
                  <a:srgbClr val="00B0F0"/>
                </a:solidFill>
              </a:rPr>
              <a:t>bias veco</a:t>
            </a:r>
            <a:r>
              <a:rPr lang="en-CZ" sz="1600" dirty="0"/>
              <a:t>r (b)</a:t>
            </a:r>
          </a:p>
          <a:p>
            <a:pPr marL="285750" indent="-285750">
              <a:buFont typeface="Arial" panose="020B0604020202020204" pitchFamily="34" charset="0"/>
              <a:buChar char="•"/>
            </a:pPr>
            <a:endParaRPr lang="en-CZ" sz="1600" dirty="0"/>
          </a:p>
          <a:p>
            <a:pPr marL="285750" indent="-285750">
              <a:buFont typeface="Arial" panose="020B0604020202020204" pitchFamily="34" charset="0"/>
              <a:buChar char="•"/>
            </a:pPr>
            <a:r>
              <a:rPr lang="en-CZ" sz="1600" dirty="0"/>
              <a:t>Weight matrix: (n x m), n = </a:t>
            </a:r>
            <a:r>
              <a:rPr lang="en-CZ" sz="1600" dirty="0">
                <a:solidFill>
                  <a:srgbClr val="00B0F0"/>
                </a:solidFill>
              </a:rPr>
              <a:t>neurons</a:t>
            </a:r>
            <a:r>
              <a:rPr lang="en-CZ" sz="1600" dirty="0"/>
              <a:t>, m = </a:t>
            </a:r>
            <a:r>
              <a:rPr lang="en-CZ" sz="1600" dirty="0">
                <a:solidFill>
                  <a:srgbClr val="00B0F0"/>
                </a:solidFill>
              </a:rPr>
              <a:t>flattened vector length</a:t>
            </a:r>
          </a:p>
          <a:p>
            <a:endParaRPr lang="en-CZ" sz="1600" dirty="0"/>
          </a:p>
          <a:p>
            <a:pPr marL="285750" indent="-285750">
              <a:buFont typeface="Arial" panose="020B0604020202020204" pitchFamily="34" charset="0"/>
              <a:buChar char="•"/>
            </a:pPr>
            <a:r>
              <a:rPr lang="en-CZ" sz="1600" dirty="0"/>
              <a:t>Bias vector length: number of neurons in the current layer</a:t>
            </a:r>
          </a:p>
          <a:p>
            <a:pPr marL="285750" indent="-285750">
              <a:buFont typeface="Arial" panose="020B0604020202020204" pitchFamily="34" charset="0"/>
              <a:buChar char="•"/>
            </a:pPr>
            <a:endParaRPr lang="en-CZ" sz="1600" dirty="0"/>
          </a:p>
          <a:p>
            <a:pPr marL="285750" indent="-285750">
              <a:buFont typeface="Arial" panose="020B0604020202020204" pitchFamily="34" charset="0"/>
              <a:buChar char="•"/>
            </a:pPr>
            <a:r>
              <a:rPr lang="en-CZ" sz="1600" dirty="0">
                <a:solidFill>
                  <a:srgbClr val="00B0F0"/>
                </a:solidFill>
              </a:rPr>
              <a:t>Learnable parameters </a:t>
            </a:r>
            <a:r>
              <a:rPr lang="en-CZ" sz="1600" dirty="0"/>
              <a:t>of the fully connected layer</a:t>
            </a:r>
          </a:p>
          <a:p>
            <a:pPr marL="285750" indent="-285750">
              <a:buFont typeface="Arial" panose="020B0604020202020204" pitchFamily="34" charset="0"/>
              <a:buChar char="•"/>
            </a:pPr>
            <a:endParaRPr lang="en-CZ" sz="1600" dirty="0"/>
          </a:p>
          <a:p>
            <a:pPr marL="285750" indent="-285750">
              <a:buFont typeface="Arial" panose="020B0604020202020204" pitchFamily="34" charset="0"/>
              <a:buChar char="•"/>
            </a:pPr>
            <a:r>
              <a:rPr lang="en-CZ" sz="1600" dirty="0"/>
              <a:t>Enable transformation and introduce </a:t>
            </a:r>
            <a:r>
              <a:rPr lang="en-CZ" sz="1600" dirty="0">
                <a:solidFill>
                  <a:srgbClr val="00B0F0"/>
                </a:solidFill>
              </a:rPr>
              <a:t>nonlinearity</a:t>
            </a:r>
          </a:p>
          <a:p>
            <a:pPr marL="285750" indent="-285750">
              <a:buFont typeface="Arial" panose="020B0604020202020204" pitchFamily="34" charset="0"/>
              <a:buChar char="•"/>
            </a:pPr>
            <a:endParaRPr lang="en-CZ" sz="1600" dirty="0"/>
          </a:p>
          <a:p>
            <a:pPr marL="285750" indent="-285750">
              <a:buFont typeface="Arial" panose="020B0604020202020204" pitchFamily="34" charset="0"/>
              <a:buChar char="•"/>
            </a:pPr>
            <a:r>
              <a:rPr lang="en-CZ" sz="1600" dirty="0"/>
              <a:t>Input vector is multiplied by weight matrix and bias vector is added</a:t>
            </a:r>
          </a:p>
          <a:p>
            <a:pPr marL="285750" indent="-285750">
              <a:buFont typeface="Arial" panose="020B0604020202020204" pitchFamily="34" charset="0"/>
              <a:buChar char="•"/>
            </a:pPr>
            <a:endParaRPr lang="en-CZ" sz="1600" dirty="0"/>
          </a:p>
          <a:p>
            <a:pPr marL="285750" indent="-285750">
              <a:buFont typeface="Arial" panose="020B0604020202020204" pitchFamily="34" charset="0"/>
              <a:buChar char="•"/>
            </a:pPr>
            <a:r>
              <a:rPr lang="en-CZ" sz="1600" dirty="0"/>
              <a:t>Operation</a:t>
            </a:r>
            <a:r>
              <a:rPr lang="en-CZ" sz="1600" dirty="0">
                <a:solidFill>
                  <a:srgbClr val="00B0F0"/>
                </a:solidFill>
              </a:rPr>
              <a:t>: W * input + b</a:t>
            </a:r>
          </a:p>
          <a:p>
            <a:pPr marL="285750" indent="-285750">
              <a:buFont typeface="Arial" panose="020B0604020202020204" pitchFamily="34" charset="0"/>
              <a:buChar char="•"/>
            </a:pPr>
            <a:endParaRPr lang="en-CZ" sz="1600" dirty="0"/>
          </a:p>
          <a:p>
            <a:pPr marL="285750" indent="-285750">
              <a:buFont typeface="Arial" panose="020B0604020202020204" pitchFamily="34" charset="0"/>
              <a:buChar char="•"/>
            </a:pPr>
            <a:r>
              <a:rPr lang="en-CZ" sz="1600" dirty="0"/>
              <a:t>Output represents weighted sum of input from </a:t>
            </a:r>
            <a:r>
              <a:rPr lang="en-CZ" sz="1600" dirty="0">
                <a:solidFill>
                  <a:srgbClr val="00B0F0"/>
                </a:solidFill>
              </a:rPr>
              <a:t>previous layer</a:t>
            </a:r>
          </a:p>
          <a:p>
            <a:endParaRPr lang="en-CZ" sz="1600" dirty="0"/>
          </a:p>
          <a:p>
            <a:pPr marL="285750" indent="-285750">
              <a:buFont typeface="Arial" panose="020B0604020202020204" pitchFamily="34" charset="0"/>
              <a:buChar char="•"/>
            </a:pPr>
            <a:endParaRPr lang="en-CZ" sz="1600" dirty="0"/>
          </a:p>
          <a:p>
            <a:pPr marL="285750" indent="-285750">
              <a:buFont typeface="Arial" panose="020B0604020202020204" pitchFamily="34" charset="0"/>
              <a:buChar char="•"/>
            </a:pPr>
            <a:endParaRPr lang="en-CZ" sz="1600" dirty="0"/>
          </a:p>
          <a:p>
            <a:pPr marL="285750" indent="-285750">
              <a:buFont typeface="Arial" panose="020B0604020202020204" pitchFamily="34" charset="0"/>
              <a:buChar char="•"/>
            </a:pPr>
            <a:endParaRPr lang="en-CZ" sz="1600" dirty="0"/>
          </a:p>
        </p:txBody>
      </p:sp>
      <p:pic>
        <p:nvPicPr>
          <p:cNvPr id="1026" name="Picture 2" descr="Implementing and Tracking the Performance of a CNN in PyTorch | ayusht ...">
            <a:extLst>
              <a:ext uri="{FF2B5EF4-FFF2-40B4-BE49-F238E27FC236}">
                <a16:creationId xmlns:a16="http://schemas.microsoft.com/office/drawing/2014/main" id="{99A80B33-3C5D-321B-59D6-BE294C3A48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08129" y="2489277"/>
            <a:ext cx="6388975" cy="21296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54623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37D8F-A27B-A8C1-6F0A-35031B6B191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2EE70B0-FFFD-D688-1367-05C290B41CCA}"/>
              </a:ext>
            </a:extLst>
          </p:cNvPr>
          <p:cNvSpPr txBox="1"/>
          <p:nvPr/>
        </p:nvSpPr>
        <p:spPr>
          <a:xfrm>
            <a:off x="586304" y="210207"/>
            <a:ext cx="3741730" cy="569387"/>
          </a:xfrm>
          <a:prstGeom prst="rect">
            <a:avLst/>
          </a:prstGeom>
          <a:noFill/>
        </p:spPr>
        <p:txBody>
          <a:bodyPr wrap="none" rtlCol="0">
            <a:spAutoFit/>
          </a:bodyPr>
          <a:lstStyle/>
          <a:p>
            <a:r>
              <a:rPr lang="en-CZ" dirty="0">
                <a:solidFill>
                  <a:schemeClr val="accent1"/>
                </a:solidFill>
              </a:rPr>
              <a:t>Activation Functions</a:t>
            </a:r>
          </a:p>
        </p:txBody>
      </p:sp>
      <p:sp>
        <p:nvSpPr>
          <p:cNvPr id="5" name="TextBox 4">
            <a:extLst>
              <a:ext uri="{FF2B5EF4-FFF2-40B4-BE49-F238E27FC236}">
                <a16:creationId xmlns:a16="http://schemas.microsoft.com/office/drawing/2014/main" id="{8E18BE63-2462-42A0-8BCD-E9DBE9AAB56C}"/>
              </a:ext>
            </a:extLst>
          </p:cNvPr>
          <p:cNvSpPr txBox="1"/>
          <p:nvPr/>
        </p:nvSpPr>
        <p:spPr>
          <a:xfrm>
            <a:off x="735725" y="861848"/>
            <a:ext cx="8923282" cy="3046988"/>
          </a:xfrm>
          <a:prstGeom prst="rect">
            <a:avLst/>
          </a:prstGeom>
          <a:noFill/>
        </p:spPr>
        <p:txBody>
          <a:bodyPr wrap="square" rtlCol="0">
            <a:spAutoFit/>
          </a:bodyPr>
          <a:lstStyle/>
          <a:p>
            <a:endParaRPr lang="en-CZ" sz="1600" dirty="0"/>
          </a:p>
          <a:p>
            <a:pPr marL="285750" indent="-285750">
              <a:buFont typeface="Arial" panose="020B0604020202020204" pitchFamily="34" charset="0"/>
              <a:buChar char="•"/>
            </a:pPr>
            <a:r>
              <a:rPr lang="en-CZ" sz="1600" dirty="0"/>
              <a:t>Activation function determines if a neuron fires</a:t>
            </a:r>
          </a:p>
          <a:p>
            <a:pPr marL="285750" indent="-285750">
              <a:buFont typeface="Arial" panose="020B0604020202020204" pitchFamily="34" charset="0"/>
              <a:buChar char="•"/>
            </a:pPr>
            <a:endParaRPr lang="en-CZ" sz="1600" dirty="0"/>
          </a:p>
          <a:p>
            <a:pPr marL="285750" indent="-285750">
              <a:buFont typeface="Arial" panose="020B0604020202020204" pitchFamily="34" charset="0"/>
              <a:buChar char="•"/>
            </a:pPr>
            <a:r>
              <a:rPr lang="en-CZ" sz="1600" dirty="0"/>
              <a:t>Introduces nonlinearity to the network</a:t>
            </a:r>
          </a:p>
          <a:p>
            <a:pPr marL="285750" indent="-285750">
              <a:buFont typeface="Arial" panose="020B0604020202020204" pitchFamily="34" charset="0"/>
              <a:buChar char="•"/>
            </a:pPr>
            <a:endParaRPr lang="en-CZ" sz="1600" dirty="0"/>
          </a:p>
          <a:p>
            <a:pPr marL="285750" indent="-285750">
              <a:buFont typeface="Arial" panose="020B0604020202020204" pitchFamily="34" charset="0"/>
              <a:buChar char="•"/>
            </a:pPr>
            <a:r>
              <a:rPr lang="en-CZ" sz="1600" dirty="0"/>
              <a:t>Applied after convolution layer, after each fully conncted later and output layer allowing the network to learn and represent complex patterns in the data\</a:t>
            </a:r>
          </a:p>
          <a:p>
            <a:pPr marL="285750" indent="-285750">
              <a:buFont typeface="Arial" panose="020B0604020202020204" pitchFamily="34" charset="0"/>
              <a:buChar char="•"/>
            </a:pPr>
            <a:endParaRPr lang="en-CZ" sz="1600" dirty="0"/>
          </a:p>
          <a:p>
            <a:pPr marL="285750" indent="-285750">
              <a:buFont typeface="Arial" panose="020B0604020202020204" pitchFamily="34" charset="0"/>
              <a:buChar char="•"/>
            </a:pPr>
            <a:r>
              <a:rPr lang="en-CZ" sz="1600" dirty="0"/>
              <a:t>Most commonly used actiavtion function is ReLU</a:t>
            </a:r>
          </a:p>
          <a:p>
            <a:pPr marL="285750" indent="-285750">
              <a:buFont typeface="Arial" panose="020B0604020202020204" pitchFamily="34" charset="0"/>
              <a:buChar char="•"/>
            </a:pPr>
            <a:endParaRPr lang="en-CZ" sz="1600" dirty="0"/>
          </a:p>
          <a:p>
            <a:pPr marL="285750" indent="-285750">
              <a:buFont typeface="Arial" panose="020B0604020202020204" pitchFamily="34" charset="0"/>
              <a:buChar char="•"/>
            </a:pPr>
            <a:endParaRPr lang="en-CZ" sz="1600" dirty="0"/>
          </a:p>
          <a:p>
            <a:endParaRPr lang="en-CZ" sz="1600" dirty="0"/>
          </a:p>
        </p:txBody>
      </p:sp>
      <p:pic>
        <p:nvPicPr>
          <p:cNvPr id="7" name="Picture 6">
            <a:extLst>
              <a:ext uri="{FF2B5EF4-FFF2-40B4-BE49-F238E27FC236}">
                <a16:creationId xmlns:a16="http://schemas.microsoft.com/office/drawing/2014/main" id="{A33813C6-4E23-B0E9-840F-B73CAC982B36}"/>
              </a:ext>
            </a:extLst>
          </p:cNvPr>
          <p:cNvPicPr>
            <a:picLocks noChangeAspect="1"/>
          </p:cNvPicPr>
          <p:nvPr/>
        </p:nvPicPr>
        <p:blipFill>
          <a:blip r:embed="rId3"/>
          <a:stretch>
            <a:fillRect/>
          </a:stretch>
        </p:blipFill>
        <p:spPr>
          <a:xfrm>
            <a:off x="5590361" y="3121788"/>
            <a:ext cx="6083300" cy="3136900"/>
          </a:xfrm>
          <a:prstGeom prst="rect">
            <a:avLst/>
          </a:prstGeom>
        </p:spPr>
      </p:pic>
    </p:spTree>
    <p:extLst>
      <p:ext uri="{BB962C8B-B14F-4D97-AF65-F5344CB8AC3E}">
        <p14:creationId xmlns:p14="http://schemas.microsoft.com/office/powerpoint/2010/main" val="478844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9C5CE-3945-8411-BB69-EC8635761BD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16BB288-5777-5121-EF20-C0D93CB5C922}"/>
              </a:ext>
            </a:extLst>
          </p:cNvPr>
          <p:cNvSpPr/>
          <p:nvPr/>
        </p:nvSpPr>
        <p:spPr>
          <a:xfrm>
            <a:off x="1042346" y="316484"/>
            <a:ext cx="6124674" cy="545207"/>
          </a:xfrm>
          <a:prstGeom prst="rect">
            <a:avLst/>
          </a:prstGeom>
          <a:noFill/>
          <a:ln/>
        </p:spPr>
        <p:txBody>
          <a:bodyPr wrap="none" lIns="0" tIns="0" rIns="0" bIns="0" rtlCol="0" anchor="t"/>
          <a:lstStyle/>
          <a:p>
            <a:pPr>
              <a:lnSpc>
                <a:spcPts val="4291"/>
              </a:lnSpc>
            </a:pPr>
            <a:r>
              <a:rPr lang="en-US" sz="3417" b="1" kern="0" spc="-103" dirty="0">
                <a:solidFill>
                  <a:schemeClr val="accent1"/>
                </a:solidFill>
                <a:latin typeface="Inter Bold" pitchFamily="34" charset="0"/>
                <a:ea typeface="Inter Bold" pitchFamily="34" charset="-122"/>
              </a:rPr>
              <a:t>Output Layer</a:t>
            </a:r>
            <a:endParaRPr lang="en-US" sz="3417" b="1" dirty="0">
              <a:solidFill>
                <a:schemeClr val="accent1"/>
              </a:solidFill>
            </a:endParaRPr>
          </a:p>
        </p:txBody>
      </p:sp>
      <p:pic>
        <p:nvPicPr>
          <p:cNvPr id="3" name="Picture 2">
            <a:extLst>
              <a:ext uri="{FF2B5EF4-FFF2-40B4-BE49-F238E27FC236}">
                <a16:creationId xmlns:a16="http://schemas.microsoft.com/office/drawing/2014/main" id="{9065CA26-AAFB-222E-2836-23DB50D2741A}"/>
              </a:ext>
            </a:extLst>
          </p:cNvPr>
          <p:cNvPicPr>
            <a:picLocks noChangeAspect="1"/>
          </p:cNvPicPr>
          <p:nvPr/>
        </p:nvPicPr>
        <p:blipFill>
          <a:blip r:embed="rId2"/>
          <a:srcRect b="6052"/>
          <a:stretch/>
        </p:blipFill>
        <p:spPr>
          <a:xfrm>
            <a:off x="2366857" y="3208283"/>
            <a:ext cx="8898411" cy="3029049"/>
          </a:xfrm>
          <a:prstGeom prst="rect">
            <a:avLst/>
          </a:prstGeom>
        </p:spPr>
      </p:pic>
      <p:sp>
        <p:nvSpPr>
          <p:cNvPr id="4" name="TextBox 3">
            <a:extLst>
              <a:ext uri="{FF2B5EF4-FFF2-40B4-BE49-F238E27FC236}">
                <a16:creationId xmlns:a16="http://schemas.microsoft.com/office/drawing/2014/main" id="{59A9E909-7695-F7CF-1094-777086BDF42A}"/>
              </a:ext>
            </a:extLst>
          </p:cNvPr>
          <p:cNvSpPr txBox="1"/>
          <p:nvPr/>
        </p:nvSpPr>
        <p:spPr>
          <a:xfrm>
            <a:off x="1042346" y="988186"/>
            <a:ext cx="9258435" cy="3046988"/>
          </a:xfrm>
          <a:prstGeom prst="rect">
            <a:avLst/>
          </a:prstGeom>
          <a:noFill/>
        </p:spPr>
        <p:txBody>
          <a:bodyPr wrap="square" rtlCol="0">
            <a:spAutoFit/>
          </a:bodyPr>
          <a:lstStyle/>
          <a:p>
            <a:pPr marL="238115" indent="-238115">
              <a:buFont typeface="Arial" panose="020B0604020202020204" pitchFamily="34" charset="0"/>
              <a:buChar char="•"/>
            </a:pPr>
            <a:r>
              <a:rPr lang="en-US" sz="1600" dirty="0"/>
              <a:t>The final layer generates predictions</a:t>
            </a:r>
          </a:p>
          <a:p>
            <a:pPr marL="238115" indent="-238115">
              <a:buFont typeface="Arial" panose="020B0604020202020204" pitchFamily="34" charset="0"/>
              <a:buChar char="•"/>
            </a:pPr>
            <a:endParaRPr lang="en-US" sz="1600" dirty="0"/>
          </a:p>
          <a:p>
            <a:pPr marL="238115" indent="-238115">
              <a:buFont typeface="Arial" panose="020B0604020202020204" pitchFamily="34" charset="0"/>
              <a:buChar char="•"/>
            </a:pPr>
            <a:r>
              <a:rPr lang="en-US" sz="1600" dirty="0"/>
              <a:t>Neurons in the last layer match number of classes</a:t>
            </a:r>
          </a:p>
          <a:p>
            <a:pPr marL="238115" indent="-238115">
              <a:buFont typeface="Arial" panose="020B0604020202020204" pitchFamily="34" charset="0"/>
              <a:buChar char="•"/>
            </a:pPr>
            <a:endParaRPr lang="en-US" sz="1600" dirty="0"/>
          </a:p>
          <a:p>
            <a:pPr marL="238115" indent="-238115">
              <a:buFont typeface="Arial" panose="020B0604020202020204" pitchFamily="34" charset="0"/>
              <a:buChar char="•"/>
            </a:pPr>
            <a:r>
              <a:rPr lang="en-US" sz="1600" dirty="0"/>
              <a:t>Activation function differs in final layer</a:t>
            </a:r>
          </a:p>
          <a:p>
            <a:pPr marL="238115" indent="-238115">
              <a:buFont typeface="Arial" panose="020B0604020202020204" pitchFamily="34" charset="0"/>
              <a:buChar char="•"/>
            </a:pPr>
            <a:endParaRPr lang="en-US" sz="1600" dirty="0"/>
          </a:p>
          <a:p>
            <a:pPr marL="238115" indent="-238115">
              <a:buFont typeface="Arial" panose="020B0604020202020204" pitchFamily="34" charset="0"/>
              <a:buChar char="•"/>
            </a:pPr>
            <a:r>
              <a:rPr lang="en-US" sz="1600" dirty="0"/>
              <a:t> </a:t>
            </a:r>
            <a:r>
              <a:rPr lang="en-US" sz="1600" dirty="0" err="1"/>
              <a:t>Softmax</a:t>
            </a:r>
            <a:r>
              <a:rPr lang="en-US" sz="1600" dirty="0"/>
              <a:t> commonly used for multi-class classification</a:t>
            </a:r>
          </a:p>
          <a:p>
            <a:pPr marL="238115" indent="-238115">
              <a:buFont typeface="Arial" panose="020B0604020202020204" pitchFamily="34" charset="0"/>
              <a:buChar char="•"/>
            </a:pPr>
            <a:endParaRPr lang="en-US" sz="1600" dirty="0"/>
          </a:p>
          <a:p>
            <a:pPr marL="238115" indent="-238115">
              <a:buFont typeface="Arial" panose="020B0604020202020204" pitchFamily="34" charset="0"/>
              <a:buChar char="•"/>
            </a:pPr>
            <a:r>
              <a:rPr lang="en-US" sz="1600" dirty="0"/>
              <a:t>Highest probability neuron represents prediction</a:t>
            </a:r>
          </a:p>
          <a:p>
            <a:pPr marL="238115" indent="-238115">
              <a:buFont typeface="Arial" panose="020B0604020202020204" pitchFamily="34" charset="0"/>
              <a:buChar char="•"/>
            </a:pPr>
            <a:endParaRPr lang="en-US" sz="1600" dirty="0"/>
          </a:p>
          <a:p>
            <a:pPr marL="238115" indent="-238115">
              <a:buFont typeface="Arial" panose="020B0604020202020204" pitchFamily="34" charset="0"/>
              <a:buChar char="•"/>
            </a:pPr>
            <a:endParaRPr lang="en-US" sz="1600" dirty="0"/>
          </a:p>
          <a:p>
            <a:pPr marL="238115" indent="-238115">
              <a:buFont typeface="Arial" panose="020B0604020202020204" pitchFamily="34" charset="0"/>
              <a:buChar char="•"/>
            </a:pPr>
            <a:endParaRPr lang="en-US" sz="1600" dirty="0"/>
          </a:p>
        </p:txBody>
      </p:sp>
    </p:spTree>
    <p:extLst>
      <p:ext uri="{BB962C8B-B14F-4D97-AF65-F5344CB8AC3E}">
        <p14:creationId xmlns:p14="http://schemas.microsoft.com/office/powerpoint/2010/main" val="41435919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84273A-3222-2D41-F626-38EE140A982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41D759E4-1AAB-CBD6-3599-7E5E8E45D77A}"/>
              </a:ext>
            </a:extLst>
          </p:cNvPr>
          <p:cNvSpPr txBox="1"/>
          <p:nvPr/>
        </p:nvSpPr>
        <p:spPr>
          <a:xfrm>
            <a:off x="245416" y="1179703"/>
            <a:ext cx="8782971" cy="8710077"/>
          </a:xfrm>
          <a:prstGeom prst="rect">
            <a:avLst/>
          </a:prstGeom>
          <a:noFill/>
        </p:spPr>
        <p:txBody>
          <a:bodyPr wrap="square" rtlCol="0">
            <a:spAutoFit/>
          </a:bodyPr>
          <a:lstStyle/>
          <a:p>
            <a:pPr marL="285750" indent="-285750">
              <a:buFont typeface="Arial" panose="020B0604020202020204" pitchFamily="34" charset="0"/>
              <a:buChar char="•"/>
            </a:pPr>
            <a:r>
              <a:rPr lang="en-GB" sz="1600" dirty="0"/>
              <a:t>A supervised learning algorithm used for training neural networks. </a:t>
            </a:r>
          </a:p>
          <a:p>
            <a:endParaRPr lang="en-GB" sz="1600" dirty="0"/>
          </a:p>
          <a:p>
            <a:pPr marL="285750" indent="-285750">
              <a:buFont typeface="Arial" panose="020B0604020202020204" pitchFamily="34" charset="0"/>
              <a:buChar char="•"/>
            </a:pPr>
            <a:r>
              <a:rPr lang="en-GB" sz="1600" dirty="0"/>
              <a:t>It happens only during training </a:t>
            </a:r>
          </a:p>
          <a:p>
            <a:pPr marL="285750" indent="-285750">
              <a:buFont typeface="Arial" panose="020B0604020202020204" pitchFamily="34" charset="0"/>
              <a:buChar char="•"/>
            </a:pPr>
            <a:endParaRPr lang="en-GB" sz="1600" dirty="0"/>
          </a:p>
          <a:p>
            <a:pPr marL="285750" indent="-285750">
              <a:buFont typeface="Arial" panose="020B0604020202020204" pitchFamily="34" charset="0"/>
              <a:buChar char="•"/>
            </a:pPr>
            <a:r>
              <a:rPr lang="en-GB" sz="1600" dirty="0"/>
              <a:t>Optimizes the parameters (weights and biases) of a neural network by minimizing the error between the predicted output and the actual target value.</a:t>
            </a:r>
          </a:p>
          <a:p>
            <a:endParaRPr lang="en-GB" sz="1600" dirty="0"/>
          </a:p>
          <a:p>
            <a:pPr marL="285750" indent="-285750">
              <a:buFont typeface="Arial" panose="020B0604020202020204" pitchFamily="34" charset="0"/>
              <a:buChar char="•"/>
            </a:pPr>
            <a:r>
              <a:rPr lang="en-GB" sz="1600" dirty="0"/>
              <a:t>Basic Steps are;</a:t>
            </a:r>
          </a:p>
          <a:p>
            <a:endParaRPr lang="en-GB" sz="1600" dirty="0"/>
          </a:p>
          <a:p>
            <a:pPr marL="1124483" lvl="1" indent="-342900">
              <a:buAutoNum type="arabicPeriod"/>
            </a:pPr>
            <a:r>
              <a:rPr lang="en-GB" sz="1600" dirty="0"/>
              <a:t>Feed a sample to the network</a:t>
            </a:r>
          </a:p>
          <a:p>
            <a:pPr marL="1124483" lvl="1" indent="-342900">
              <a:buFont typeface="+mj-lt"/>
              <a:buAutoNum type="arabicPeriod"/>
            </a:pPr>
            <a:endParaRPr lang="en-GB" sz="1600" dirty="0"/>
          </a:p>
          <a:p>
            <a:pPr marL="1124483" lvl="1" indent="-342900">
              <a:buAutoNum type="arabicPeriod"/>
            </a:pPr>
            <a:r>
              <a:rPr lang="en-GB" sz="1600" dirty="0"/>
              <a:t>Calculate the mean squared error</a:t>
            </a:r>
          </a:p>
          <a:p>
            <a:pPr marL="1124483" lvl="1" indent="-342900">
              <a:buFont typeface="+mj-lt"/>
              <a:buAutoNum type="arabicPeriod"/>
            </a:pPr>
            <a:endParaRPr lang="en-GB" sz="1600" dirty="0"/>
          </a:p>
          <a:p>
            <a:pPr marL="1124483" lvl="1" indent="-342900">
              <a:buAutoNum type="arabicPeriod"/>
            </a:pPr>
            <a:r>
              <a:rPr lang="en-GB" sz="1600" dirty="0"/>
              <a:t>Calculate the error term of each output neuron</a:t>
            </a:r>
          </a:p>
          <a:p>
            <a:pPr marL="1124483" lvl="1" indent="-342900">
              <a:buFont typeface="+mj-lt"/>
              <a:buAutoNum type="arabicPeriod"/>
            </a:pPr>
            <a:endParaRPr lang="en-GB" sz="1600" dirty="0"/>
          </a:p>
          <a:p>
            <a:pPr marL="1124483" lvl="1" indent="-342900">
              <a:buAutoNum type="arabicPeriod"/>
            </a:pPr>
            <a:r>
              <a:rPr lang="en-GB" sz="1600" dirty="0"/>
              <a:t>Iteratively calculate the error terms In the hidden layers</a:t>
            </a:r>
          </a:p>
          <a:p>
            <a:pPr marL="1124483" lvl="1" indent="-342900">
              <a:buFont typeface="+mj-lt"/>
              <a:buAutoNum type="arabicPeriod"/>
            </a:pPr>
            <a:endParaRPr lang="en-GB" sz="1600" dirty="0"/>
          </a:p>
          <a:p>
            <a:pPr marL="1124483" lvl="1" indent="-342900">
              <a:buAutoNum type="arabicPeriod"/>
            </a:pPr>
            <a:r>
              <a:rPr lang="en-GB" sz="1600" dirty="0"/>
              <a:t>Apply the delta rule</a:t>
            </a:r>
          </a:p>
          <a:p>
            <a:pPr marL="1124483" lvl="1" indent="-342900">
              <a:buFont typeface="+mj-lt"/>
              <a:buAutoNum type="arabicPeriod"/>
            </a:pPr>
            <a:endParaRPr lang="en-GB" sz="1600" dirty="0"/>
          </a:p>
          <a:p>
            <a:pPr marL="1124483" lvl="1" indent="-342900">
              <a:buAutoNum type="arabicPeriod"/>
            </a:pPr>
            <a:r>
              <a:rPr lang="en-GB" sz="1600" dirty="0"/>
              <a:t>Adjust the weights </a:t>
            </a:r>
          </a:p>
          <a:p>
            <a:pPr marL="285750" indent="-285750">
              <a:buFont typeface="Arial" panose="020B0604020202020204" pitchFamily="34" charset="0"/>
              <a:buChar char="•"/>
            </a:pPr>
            <a:endParaRPr lang="en-GB" sz="1600" dirty="0"/>
          </a:p>
          <a:p>
            <a:pPr marL="285750" indent="-285750">
              <a:buFont typeface="Arial" panose="020B0604020202020204" pitchFamily="34" charset="0"/>
              <a:buChar char="•"/>
            </a:pPr>
            <a:endParaRPr lang="en-GB" sz="1600" dirty="0"/>
          </a:p>
          <a:p>
            <a:pPr marL="285750" indent="-285750">
              <a:buFont typeface="Arial" panose="020B0604020202020204" pitchFamily="34" charset="0"/>
              <a:buChar char="•"/>
            </a:pPr>
            <a:endParaRPr lang="en-GB" sz="1600" dirty="0"/>
          </a:p>
          <a:p>
            <a:pPr marL="285750" indent="-285750">
              <a:buFont typeface="Arial" panose="020B0604020202020204" pitchFamily="34" charset="0"/>
              <a:buChar char="•"/>
            </a:pPr>
            <a:endParaRPr lang="en-GB" sz="1600" dirty="0"/>
          </a:p>
          <a:p>
            <a:endParaRPr lang="en-GB" sz="1600" dirty="0"/>
          </a:p>
          <a:p>
            <a:endParaRPr lang="en-GB" sz="1600" dirty="0"/>
          </a:p>
          <a:p>
            <a:pPr marL="285750" indent="-285750">
              <a:buFont typeface="Arial" panose="020B0604020202020204" pitchFamily="34" charset="0"/>
              <a:buChar char="•"/>
            </a:pPr>
            <a:endParaRPr lang="en-GB" sz="1600" dirty="0"/>
          </a:p>
          <a:p>
            <a:pPr marL="285750" indent="-285750">
              <a:buFont typeface="Arial" panose="020B0604020202020204" pitchFamily="34" charset="0"/>
              <a:buChar char="•"/>
            </a:pPr>
            <a:endParaRPr lang="en-GB" sz="1600" dirty="0"/>
          </a:p>
          <a:p>
            <a:pPr marL="285750" indent="-285750">
              <a:buFont typeface="Arial" panose="020B0604020202020204" pitchFamily="34" charset="0"/>
              <a:buChar char="•"/>
            </a:pPr>
            <a:endParaRPr lang="en-GB" sz="1600" dirty="0"/>
          </a:p>
          <a:p>
            <a:pPr marL="285750" indent="-285750">
              <a:buFont typeface="Arial" panose="020B0604020202020204" pitchFamily="34" charset="0"/>
              <a:buChar char="•"/>
            </a:pPr>
            <a:endParaRPr lang="en-GB" sz="1600" dirty="0"/>
          </a:p>
          <a:p>
            <a:pPr marL="285750" indent="-285750">
              <a:buFont typeface="Arial" panose="020B0604020202020204" pitchFamily="34" charset="0"/>
              <a:buChar char="•"/>
            </a:pPr>
            <a:endParaRPr lang="en-GB" sz="1600" dirty="0"/>
          </a:p>
          <a:p>
            <a:pPr marL="285750" indent="-285750">
              <a:buFont typeface="Arial" panose="020B0604020202020204" pitchFamily="34" charset="0"/>
              <a:buChar char="•"/>
            </a:pPr>
            <a:endParaRPr lang="en-GB" sz="1600" dirty="0"/>
          </a:p>
          <a:p>
            <a:pPr marL="285750" indent="-285750">
              <a:buFont typeface="Arial" panose="020B0604020202020204" pitchFamily="34" charset="0"/>
              <a:buChar char="•"/>
            </a:pPr>
            <a:endParaRPr lang="en-GB" sz="1600" dirty="0"/>
          </a:p>
          <a:p>
            <a:pPr marL="285750" indent="-285750">
              <a:buFont typeface="Arial" panose="020B0604020202020204" pitchFamily="34" charset="0"/>
              <a:buChar char="•"/>
            </a:pPr>
            <a:endParaRPr lang="en-CZ" sz="1600" dirty="0"/>
          </a:p>
          <a:p>
            <a:endParaRPr lang="en-CZ" sz="1600" dirty="0"/>
          </a:p>
        </p:txBody>
      </p:sp>
      <p:sp>
        <p:nvSpPr>
          <p:cNvPr id="8" name="TextBox 7">
            <a:extLst>
              <a:ext uri="{FF2B5EF4-FFF2-40B4-BE49-F238E27FC236}">
                <a16:creationId xmlns:a16="http://schemas.microsoft.com/office/drawing/2014/main" id="{DA5B325D-1FFD-AE02-C977-ED95C9E893B4}"/>
              </a:ext>
            </a:extLst>
          </p:cNvPr>
          <p:cNvSpPr txBox="1"/>
          <p:nvPr/>
        </p:nvSpPr>
        <p:spPr>
          <a:xfrm>
            <a:off x="505945" y="117874"/>
            <a:ext cx="184731" cy="1061829"/>
          </a:xfrm>
          <a:prstGeom prst="rect">
            <a:avLst/>
          </a:prstGeom>
          <a:noFill/>
        </p:spPr>
        <p:txBody>
          <a:bodyPr wrap="none" rtlCol="0">
            <a:spAutoFit/>
          </a:bodyPr>
          <a:lstStyle/>
          <a:p>
            <a:endParaRPr lang="en-CZ" sz="3200" dirty="0">
              <a:solidFill>
                <a:schemeClr val="accent1"/>
              </a:solidFill>
            </a:endParaRPr>
          </a:p>
          <a:p>
            <a:endParaRPr lang="en-CZ" dirty="0"/>
          </a:p>
        </p:txBody>
      </p:sp>
      <p:sp>
        <p:nvSpPr>
          <p:cNvPr id="12" name="TextBox 11">
            <a:extLst>
              <a:ext uri="{FF2B5EF4-FFF2-40B4-BE49-F238E27FC236}">
                <a16:creationId xmlns:a16="http://schemas.microsoft.com/office/drawing/2014/main" id="{40ACA189-FC02-2331-6AB9-5933DE956073}"/>
              </a:ext>
            </a:extLst>
          </p:cNvPr>
          <p:cNvSpPr txBox="1"/>
          <p:nvPr/>
        </p:nvSpPr>
        <p:spPr>
          <a:xfrm>
            <a:off x="505945" y="417955"/>
            <a:ext cx="2616422" cy="461665"/>
          </a:xfrm>
          <a:prstGeom prst="rect">
            <a:avLst/>
          </a:prstGeom>
          <a:noFill/>
        </p:spPr>
        <p:txBody>
          <a:bodyPr wrap="none" rtlCol="0">
            <a:spAutoFit/>
          </a:bodyPr>
          <a:lstStyle/>
          <a:p>
            <a:r>
              <a:rPr lang="en-CZ" sz="2400" dirty="0">
                <a:solidFill>
                  <a:schemeClr val="accent1"/>
                </a:solidFill>
              </a:rPr>
              <a:t>Back Propagation</a:t>
            </a:r>
          </a:p>
        </p:txBody>
      </p:sp>
    </p:spTree>
    <p:extLst>
      <p:ext uri="{BB962C8B-B14F-4D97-AF65-F5344CB8AC3E}">
        <p14:creationId xmlns:p14="http://schemas.microsoft.com/office/powerpoint/2010/main" val="4414489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569714" y="447874"/>
            <a:ext cx="4957267" cy="508694"/>
          </a:xfrm>
          <a:prstGeom prst="rect">
            <a:avLst/>
          </a:prstGeom>
          <a:noFill/>
          <a:ln/>
        </p:spPr>
        <p:txBody>
          <a:bodyPr wrap="none" lIns="0" tIns="0" rIns="0" bIns="0" rtlCol="0" anchor="t"/>
          <a:lstStyle/>
          <a:p>
            <a:pPr>
              <a:lnSpc>
                <a:spcPts val="4000"/>
              </a:lnSpc>
            </a:pPr>
            <a:r>
              <a:rPr lang="en-US" sz="3167" b="1" kern="0" spc="-96" dirty="0">
                <a:solidFill>
                  <a:srgbClr val="000000"/>
                </a:solidFill>
                <a:latin typeface="Inter Bold" pitchFamily="34" charset="0"/>
                <a:ea typeface="Inter Bold" pitchFamily="34" charset="-122"/>
                <a:cs typeface="Inter Bold" pitchFamily="34" charset="-120"/>
              </a:rPr>
              <a:t>Image Processing in CNNs</a:t>
            </a:r>
            <a:endParaRPr lang="en-US" sz="3167" dirty="0"/>
          </a:p>
        </p:txBody>
      </p:sp>
      <p:pic>
        <p:nvPicPr>
          <p:cNvPr id="4" name="Image 1" descr="preencoded.png"/>
          <p:cNvPicPr>
            <a:picLocks noChangeAspect="1"/>
          </p:cNvPicPr>
          <p:nvPr/>
        </p:nvPicPr>
        <p:blipFill>
          <a:blip r:embed="rId3"/>
          <a:stretch>
            <a:fillRect/>
          </a:stretch>
        </p:blipFill>
        <p:spPr>
          <a:xfrm>
            <a:off x="569714" y="1200745"/>
            <a:ext cx="813892" cy="1302345"/>
          </a:xfrm>
          <a:prstGeom prst="rect">
            <a:avLst/>
          </a:prstGeom>
        </p:spPr>
      </p:pic>
      <p:sp>
        <p:nvSpPr>
          <p:cNvPr id="5" name="Text 1"/>
          <p:cNvSpPr/>
          <p:nvPr/>
        </p:nvSpPr>
        <p:spPr>
          <a:xfrm>
            <a:off x="1627783" y="1363464"/>
            <a:ext cx="2034878" cy="254298"/>
          </a:xfrm>
          <a:prstGeom prst="rect">
            <a:avLst/>
          </a:prstGeom>
          <a:noFill/>
          <a:ln/>
        </p:spPr>
        <p:txBody>
          <a:bodyPr wrap="none" lIns="0" tIns="0" rIns="0" bIns="0" rtlCol="0" anchor="t"/>
          <a:lstStyle/>
          <a:p>
            <a:pPr>
              <a:lnSpc>
                <a:spcPts val="2000"/>
              </a:lnSpc>
            </a:pPr>
            <a:r>
              <a:rPr lang="en-US" sz="1583" b="1" kern="0" spc="-48" dirty="0">
                <a:solidFill>
                  <a:srgbClr val="272525"/>
                </a:solidFill>
                <a:latin typeface="Inter Bold" pitchFamily="34" charset="0"/>
                <a:ea typeface="Inter Bold" pitchFamily="34" charset="-122"/>
                <a:cs typeface="Inter Bold" pitchFamily="34" charset="-120"/>
              </a:rPr>
              <a:t>Input</a:t>
            </a:r>
            <a:endParaRPr lang="en-US" sz="1583" dirty="0"/>
          </a:p>
        </p:txBody>
      </p:sp>
      <p:sp>
        <p:nvSpPr>
          <p:cNvPr id="6" name="Text 2"/>
          <p:cNvSpPr/>
          <p:nvPr/>
        </p:nvSpPr>
        <p:spPr>
          <a:xfrm>
            <a:off x="1627783" y="1715394"/>
            <a:ext cx="5422503" cy="260449"/>
          </a:xfrm>
          <a:prstGeom prst="rect">
            <a:avLst/>
          </a:prstGeom>
          <a:noFill/>
          <a:ln/>
        </p:spPr>
        <p:txBody>
          <a:bodyPr wrap="none" lIns="0" tIns="0" rIns="0" bIns="0" rtlCol="0" anchor="t"/>
          <a:lstStyle/>
          <a:p>
            <a:pPr>
              <a:lnSpc>
                <a:spcPts val="2042"/>
              </a:lnSpc>
            </a:pPr>
            <a:r>
              <a:rPr lang="en-US" sz="1250" kern="0" spc="-26" dirty="0">
                <a:solidFill>
                  <a:srgbClr val="272525"/>
                </a:solidFill>
                <a:latin typeface="Inter" pitchFamily="34" charset="0"/>
                <a:ea typeface="Inter" pitchFamily="34" charset="-122"/>
                <a:cs typeface="Inter" pitchFamily="34" charset="-120"/>
              </a:rPr>
              <a:t>Raw image data enters the network.</a:t>
            </a:r>
            <a:endParaRPr lang="en-US" sz="1250" dirty="0"/>
          </a:p>
        </p:txBody>
      </p:sp>
      <p:pic>
        <p:nvPicPr>
          <p:cNvPr id="7" name="Image 2" descr="preencoded.png"/>
          <p:cNvPicPr>
            <a:picLocks noChangeAspect="1"/>
          </p:cNvPicPr>
          <p:nvPr/>
        </p:nvPicPr>
        <p:blipFill>
          <a:blip r:embed="rId4"/>
          <a:stretch>
            <a:fillRect/>
          </a:stretch>
        </p:blipFill>
        <p:spPr>
          <a:xfrm>
            <a:off x="569714" y="2503091"/>
            <a:ext cx="813892" cy="1302345"/>
          </a:xfrm>
          <a:prstGeom prst="rect">
            <a:avLst/>
          </a:prstGeom>
        </p:spPr>
      </p:pic>
      <p:sp>
        <p:nvSpPr>
          <p:cNvPr id="8" name="Text 3"/>
          <p:cNvSpPr/>
          <p:nvPr/>
        </p:nvSpPr>
        <p:spPr>
          <a:xfrm>
            <a:off x="1627783" y="2665809"/>
            <a:ext cx="2034878" cy="254298"/>
          </a:xfrm>
          <a:prstGeom prst="rect">
            <a:avLst/>
          </a:prstGeom>
          <a:noFill/>
          <a:ln/>
        </p:spPr>
        <p:txBody>
          <a:bodyPr wrap="none" lIns="0" tIns="0" rIns="0" bIns="0" rtlCol="0" anchor="t"/>
          <a:lstStyle/>
          <a:p>
            <a:pPr>
              <a:lnSpc>
                <a:spcPts val="2000"/>
              </a:lnSpc>
            </a:pPr>
            <a:r>
              <a:rPr lang="en-US" sz="1583" b="1" kern="0" spc="-48" dirty="0">
                <a:solidFill>
                  <a:srgbClr val="272525"/>
                </a:solidFill>
                <a:latin typeface="Inter Bold" pitchFamily="34" charset="0"/>
                <a:ea typeface="Inter Bold" pitchFamily="34" charset="-122"/>
                <a:cs typeface="Inter Bold" pitchFamily="34" charset="-120"/>
              </a:rPr>
              <a:t>Feature Extraction</a:t>
            </a:r>
            <a:endParaRPr lang="en-US" sz="1583" dirty="0"/>
          </a:p>
        </p:txBody>
      </p:sp>
      <p:sp>
        <p:nvSpPr>
          <p:cNvPr id="9" name="Text 4"/>
          <p:cNvSpPr/>
          <p:nvPr/>
        </p:nvSpPr>
        <p:spPr>
          <a:xfrm>
            <a:off x="1627783" y="3017739"/>
            <a:ext cx="5422503" cy="260449"/>
          </a:xfrm>
          <a:prstGeom prst="rect">
            <a:avLst/>
          </a:prstGeom>
          <a:noFill/>
          <a:ln/>
        </p:spPr>
        <p:txBody>
          <a:bodyPr wrap="none" lIns="0" tIns="0" rIns="0" bIns="0" rtlCol="0" anchor="t"/>
          <a:lstStyle/>
          <a:p>
            <a:pPr>
              <a:lnSpc>
                <a:spcPts val="2042"/>
              </a:lnSpc>
            </a:pPr>
            <a:r>
              <a:rPr lang="en-US" sz="1250" kern="0" spc="-26" dirty="0">
                <a:solidFill>
                  <a:srgbClr val="272525"/>
                </a:solidFill>
                <a:latin typeface="Inter" pitchFamily="34" charset="0"/>
                <a:ea typeface="Inter" pitchFamily="34" charset="-122"/>
                <a:cs typeface="Inter" pitchFamily="34" charset="-120"/>
              </a:rPr>
              <a:t>Convolutional layers detect edges, shapes, textures.</a:t>
            </a:r>
            <a:endParaRPr lang="en-US" sz="1250" dirty="0"/>
          </a:p>
        </p:txBody>
      </p:sp>
      <p:pic>
        <p:nvPicPr>
          <p:cNvPr id="10" name="Image 3" descr="preencoded.png"/>
          <p:cNvPicPr>
            <a:picLocks noChangeAspect="1"/>
          </p:cNvPicPr>
          <p:nvPr/>
        </p:nvPicPr>
        <p:blipFill>
          <a:blip r:embed="rId5"/>
          <a:stretch>
            <a:fillRect/>
          </a:stretch>
        </p:blipFill>
        <p:spPr>
          <a:xfrm>
            <a:off x="569714" y="3805436"/>
            <a:ext cx="813892" cy="1302345"/>
          </a:xfrm>
          <a:prstGeom prst="rect">
            <a:avLst/>
          </a:prstGeom>
        </p:spPr>
      </p:pic>
      <p:sp>
        <p:nvSpPr>
          <p:cNvPr id="11" name="Text 5"/>
          <p:cNvSpPr/>
          <p:nvPr/>
        </p:nvSpPr>
        <p:spPr>
          <a:xfrm>
            <a:off x="1627783" y="3968155"/>
            <a:ext cx="2034878" cy="254298"/>
          </a:xfrm>
          <a:prstGeom prst="rect">
            <a:avLst/>
          </a:prstGeom>
          <a:noFill/>
          <a:ln/>
        </p:spPr>
        <p:txBody>
          <a:bodyPr wrap="none" lIns="0" tIns="0" rIns="0" bIns="0" rtlCol="0" anchor="t"/>
          <a:lstStyle/>
          <a:p>
            <a:pPr>
              <a:lnSpc>
                <a:spcPts val="2000"/>
              </a:lnSpc>
            </a:pPr>
            <a:r>
              <a:rPr lang="en-US" sz="1583" b="1" kern="0" spc="-48" dirty="0">
                <a:solidFill>
                  <a:srgbClr val="272525"/>
                </a:solidFill>
                <a:latin typeface="Inter Bold" pitchFamily="34" charset="0"/>
                <a:ea typeface="Inter Bold" pitchFamily="34" charset="-122"/>
                <a:cs typeface="Inter Bold" pitchFamily="34" charset="-120"/>
              </a:rPr>
              <a:t>Down-sampling</a:t>
            </a:r>
            <a:endParaRPr lang="en-US" sz="1583" dirty="0"/>
          </a:p>
        </p:txBody>
      </p:sp>
      <p:sp>
        <p:nvSpPr>
          <p:cNvPr id="12" name="Text 6"/>
          <p:cNvSpPr/>
          <p:nvPr/>
        </p:nvSpPr>
        <p:spPr>
          <a:xfrm>
            <a:off x="1627783" y="4320084"/>
            <a:ext cx="5422503" cy="260449"/>
          </a:xfrm>
          <a:prstGeom prst="rect">
            <a:avLst/>
          </a:prstGeom>
          <a:noFill/>
          <a:ln/>
        </p:spPr>
        <p:txBody>
          <a:bodyPr wrap="none" lIns="0" tIns="0" rIns="0" bIns="0" rtlCol="0" anchor="t"/>
          <a:lstStyle/>
          <a:p>
            <a:pPr>
              <a:lnSpc>
                <a:spcPts val="2042"/>
              </a:lnSpc>
            </a:pPr>
            <a:r>
              <a:rPr lang="en-US" sz="1250" kern="0" spc="-26" dirty="0">
                <a:solidFill>
                  <a:srgbClr val="272525"/>
                </a:solidFill>
                <a:latin typeface="Inter" pitchFamily="34" charset="0"/>
                <a:ea typeface="Inter" pitchFamily="34" charset="-122"/>
                <a:cs typeface="Inter" pitchFamily="34" charset="-120"/>
              </a:rPr>
              <a:t>Pooling layers reduce data complexity.</a:t>
            </a:r>
            <a:endParaRPr lang="en-US" sz="1250" dirty="0"/>
          </a:p>
        </p:txBody>
      </p:sp>
      <p:pic>
        <p:nvPicPr>
          <p:cNvPr id="13" name="Image 4" descr="preencoded.png"/>
          <p:cNvPicPr>
            <a:picLocks noChangeAspect="1"/>
          </p:cNvPicPr>
          <p:nvPr/>
        </p:nvPicPr>
        <p:blipFill>
          <a:blip r:embed="rId6"/>
          <a:stretch>
            <a:fillRect/>
          </a:stretch>
        </p:blipFill>
        <p:spPr>
          <a:xfrm>
            <a:off x="569714" y="5107782"/>
            <a:ext cx="813892" cy="1302345"/>
          </a:xfrm>
          <a:prstGeom prst="rect">
            <a:avLst/>
          </a:prstGeom>
        </p:spPr>
      </p:pic>
      <p:sp>
        <p:nvSpPr>
          <p:cNvPr id="14" name="Text 7"/>
          <p:cNvSpPr/>
          <p:nvPr/>
        </p:nvSpPr>
        <p:spPr>
          <a:xfrm>
            <a:off x="1627783" y="5270500"/>
            <a:ext cx="2034878" cy="254298"/>
          </a:xfrm>
          <a:prstGeom prst="rect">
            <a:avLst/>
          </a:prstGeom>
          <a:noFill/>
          <a:ln/>
        </p:spPr>
        <p:txBody>
          <a:bodyPr wrap="none" lIns="0" tIns="0" rIns="0" bIns="0" rtlCol="0" anchor="t"/>
          <a:lstStyle/>
          <a:p>
            <a:pPr>
              <a:lnSpc>
                <a:spcPts val="2000"/>
              </a:lnSpc>
            </a:pPr>
            <a:r>
              <a:rPr lang="en-US" sz="1583" b="1" kern="0" spc="-48" dirty="0">
                <a:solidFill>
                  <a:srgbClr val="272525"/>
                </a:solidFill>
                <a:latin typeface="Inter Bold" pitchFamily="34" charset="0"/>
                <a:ea typeface="Inter Bold" pitchFamily="34" charset="-122"/>
                <a:cs typeface="Inter Bold" pitchFamily="34" charset="-120"/>
              </a:rPr>
              <a:t>Classification</a:t>
            </a:r>
            <a:endParaRPr lang="en-US" sz="1583" dirty="0"/>
          </a:p>
        </p:txBody>
      </p:sp>
      <p:sp>
        <p:nvSpPr>
          <p:cNvPr id="15" name="Text 8"/>
          <p:cNvSpPr/>
          <p:nvPr/>
        </p:nvSpPr>
        <p:spPr>
          <a:xfrm>
            <a:off x="1627783" y="5622430"/>
            <a:ext cx="5422503" cy="260449"/>
          </a:xfrm>
          <a:prstGeom prst="rect">
            <a:avLst/>
          </a:prstGeom>
          <a:noFill/>
          <a:ln/>
        </p:spPr>
        <p:txBody>
          <a:bodyPr wrap="none" lIns="0" tIns="0" rIns="0" bIns="0" rtlCol="0" anchor="t"/>
          <a:lstStyle/>
          <a:p>
            <a:pPr>
              <a:lnSpc>
                <a:spcPts val="2042"/>
              </a:lnSpc>
            </a:pPr>
            <a:r>
              <a:rPr lang="en-US" sz="1250" kern="0" spc="-26" dirty="0">
                <a:solidFill>
                  <a:srgbClr val="272525"/>
                </a:solidFill>
                <a:latin typeface="Inter" pitchFamily="34" charset="0"/>
                <a:ea typeface="Inter" pitchFamily="34" charset="-122"/>
                <a:cs typeface="Inter" pitchFamily="34" charset="-120"/>
              </a:rPr>
              <a:t>Fully connected layers determine image content.</a:t>
            </a:r>
            <a:endParaRPr lang="en-US" sz="1250" dirty="0"/>
          </a:p>
        </p:txBody>
      </p:sp>
      <p:pic>
        <p:nvPicPr>
          <p:cNvPr id="2" name="Image 1" descr="preencoded.png">
            <a:extLst>
              <a:ext uri="{FF2B5EF4-FFF2-40B4-BE49-F238E27FC236}">
                <a16:creationId xmlns:a16="http://schemas.microsoft.com/office/drawing/2014/main" id="{FD6242E3-452D-27A6-AE6D-AE734CBBA424}"/>
              </a:ext>
            </a:extLst>
          </p:cNvPr>
          <p:cNvPicPr>
            <a:picLocks noChangeAspect="1"/>
          </p:cNvPicPr>
          <p:nvPr/>
        </p:nvPicPr>
        <p:blipFill>
          <a:blip r:embed="rId7"/>
          <a:stretch>
            <a:fillRect/>
          </a:stretch>
        </p:blipFill>
        <p:spPr>
          <a:xfrm>
            <a:off x="5301739" y="1930102"/>
            <a:ext cx="6723964" cy="2796113"/>
          </a:xfrm>
          <a:prstGeom prst="rect">
            <a:avLst/>
          </a:prstGeom>
        </p:spPr>
      </p:pic>
      <p:cxnSp>
        <p:nvCxnSpPr>
          <p:cNvPr id="21" name="Straight Arrow Connector 20">
            <a:extLst>
              <a:ext uri="{FF2B5EF4-FFF2-40B4-BE49-F238E27FC236}">
                <a16:creationId xmlns:a16="http://schemas.microsoft.com/office/drawing/2014/main" id="{29E1120A-636A-50C7-BDD1-E0BCFFB3568E}"/>
              </a:ext>
            </a:extLst>
          </p:cNvPr>
          <p:cNvCxnSpPr/>
          <p:nvPr/>
        </p:nvCxnSpPr>
        <p:spPr>
          <a:xfrm>
            <a:off x="6370674" y="5270500"/>
            <a:ext cx="3464443"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E5CFA570-38B2-8BDE-1D52-A6B217BF0D2D}"/>
              </a:ext>
            </a:extLst>
          </p:cNvPr>
          <p:cNvSpPr txBox="1"/>
          <p:nvPr/>
        </p:nvSpPr>
        <p:spPr>
          <a:xfrm>
            <a:off x="7164874" y="5270500"/>
            <a:ext cx="2312582" cy="369332"/>
          </a:xfrm>
          <a:prstGeom prst="rect">
            <a:avLst/>
          </a:prstGeom>
          <a:noFill/>
        </p:spPr>
        <p:txBody>
          <a:bodyPr wrap="square" rtlCol="0">
            <a:spAutoFit/>
          </a:bodyPr>
          <a:lstStyle/>
          <a:p>
            <a:r>
              <a:rPr lang="en-US" sz="1800" dirty="0"/>
              <a:t>Feature Extraction</a:t>
            </a:r>
          </a:p>
        </p:txBody>
      </p:sp>
      <p:cxnSp>
        <p:nvCxnSpPr>
          <p:cNvPr id="24" name="Straight Arrow Connector 23">
            <a:extLst>
              <a:ext uri="{FF2B5EF4-FFF2-40B4-BE49-F238E27FC236}">
                <a16:creationId xmlns:a16="http://schemas.microsoft.com/office/drawing/2014/main" id="{92D42B3E-8FBA-6004-FA74-BFBD7935CA98}"/>
              </a:ext>
            </a:extLst>
          </p:cNvPr>
          <p:cNvCxnSpPr/>
          <p:nvPr/>
        </p:nvCxnSpPr>
        <p:spPr>
          <a:xfrm>
            <a:off x="10393325" y="5270500"/>
            <a:ext cx="1275908"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B67E7695-6511-B673-6D57-F5EBC10473BB}"/>
              </a:ext>
            </a:extLst>
          </p:cNvPr>
          <p:cNvSpPr txBox="1"/>
          <p:nvPr/>
        </p:nvSpPr>
        <p:spPr>
          <a:xfrm>
            <a:off x="10353100" y="5250760"/>
            <a:ext cx="1679324" cy="369332"/>
          </a:xfrm>
          <a:prstGeom prst="rect">
            <a:avLst/>
          </a:prstGeom>
          <a:noFill/>
        </p:spPr>
        <p:txBody>
          <a:bodyPr wrap="square" rtlCol="0">
            <a:spAutoFit/>
          </a:bodyPr>
          <a:lstStyle/>
          <a:p>
            <a:r>
              <a:rPr lang="en-US" sz="1800" dirty="0"/>
              <a:t>Classification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48FEEF2-6302-2DEA-4328-4FEC0845EDAB}"/>
              </a:ext>
            </a:extLst>
          </p:cNvPr>
          <p:cNvSpPr>
            <a:spLocks noGrp="1"/>
          </p:cNvSpPr>
          <p:nvPr>
            <p:ph type="body" sz="quarter" idx="15"/>
          </p:nvPr>
        </p:nvSpPr>
        <p:spPr>
          <a:xfrm>
            <a:off x="609601" y="1372476"/>
            <a:ext cx="10916813" cy="3848100"/>
          </a:xfrm>
        </p:spPr>
        <p:txBody>
          <a:bodyPr>
            <a:normAutofit/>
          </a:bodyPr>
          <a:lstStyle/>
          <a:p>
            <a:pPr>
              <a:lnSpc>
                <a:spcPct val="100000"/>
              </a:lnSpc>
            </a:pPr>
            <a:r>
              <a:rPr lang="en-US" sz="1800" dirty="0"/>
              <a:t>CNNs have revolutionized the field of computer vision. Applications include </a:t>
            </a:r>
            <a:r>
              <a:rPr lang="en-US" sz="1800" dirty="0">
                <a:solidFill>
                  <a:srgbClr val="00B0F0"/>
                </a:solidFill>
              </a:rPr>
              <a:t>image and video recognition, image segmentation, object detection, face recognition, and automated medical diagnosis</a:t>
            </a:r>
            <a:r>
              <a:rPr lang="en-US" sz="1800" dirty="0"/>
              <a:t>. They are also used in self-driving cars for detecting objects and pedestrians.</a:t>
            </a:r>
          </a:p>
          <a:p>
            <a:pPr>
              <a:lnSpc>
                <a:spcPct val="100000"/>
              </a:lnSpc>
            </a:pPr>
            <a:r>
              <a:rPr lang="en-US" sz="1800" dirty="0"/>
              <a:t>Can be used for tasks like:</a:t>
            </a:r>
          </a:p>
          <a:p>
            <a:pPr marL="342900" indent="-342900">
              <a:lnSpc>
                <a:spcPct val="100000"/>
              </a:lnSpc>
              <a:buFont typeface="Arial" panose="020B0604020202020204" pitchFamily="34" charset="0"/>
              <a:buChar char="•"/>
            </a:pPr>
            <a:r>
              <a:rPr lang="en-US" sz="1800" dirty="0"/>
              <a:t>Image classification</a:t>
            </a:r>
          </a:p>
          <a:p>
            <a:pPr marL="342900" indent="-342900">
              <a:lnSpc>
                <a:spcPct val="100000"/>
              </a:lnSpc>
              <a:buFont typeface="Arial" panose="020B0604020202020204" pitchFamily="34" charset="0"/>
              <a:buChar char="•"/>
            </a:pPr>
            <a:r>
              <a:rPr lang="en-US" sz="1800" dirty="0"/>
              <a:t>Object detection</a:t>
            </a:r>
          </a:p>
          <a:p>
            <a:pPr marL="342900" indent="-342900">
              <a:lnSpc>
                <a:spcPct val="100000"/>
              </a:lnSpc>
              <a:buFont typeface="Arial" panose="020B0604020202020204" pitchFamily="34" charset="0"/>
              <a:buChar char="•"/>
            </a:pPr>
            <a:r>
              <a:rPr lang="en-US" sz="1800" dirty="0"/>
              <a:t>Semantic and instance segmentation</a:t>
            </a:r>
          </a:p>
          <a:p>
            <a:pPr marL="342900" indent="-342900">
              <a:lnSpc>
                <a:spcPct val="100000"/>
              </a:lnSpc>
              <a:buFont typeface="Arial" panose="020B0604020202020204" pitchFamily="34" charset="0"/>
              <a:buChar char="•"/>
            </a:pPr>
            <a:r>
              <a:rPr lang="en-US" sz="1800" dirty="0"/>
              <a:t>Multiple object tracking</a:t>
            </a:r>
          </a:p>
          <a:p>
            <a:pPr marL="342900" indent="-342900">
              <a:lnSpc>
                <a:spcPct val="100000"/>
              </a:lnSpc>
              <a:buFont typeface="Arial" panose="020B0604020202020204" pitchFamily="34" charset="0"/>
              <a:buChar char="•"/>
            </a:pPr>
            <a:r>
              <a:rPr lang="en-US" sz="1800" dirty="0"/>
              <a:t>Re-identification</a:t>
            </a:r>
          </a:p>
          <a:p>
            <a:pPr marL="342900" indent="-342900">
              <a:lnSpc>
                <a:spcPct val="100000"/>
              </a:lnSpc>
              <a:buFont typeface="Arial" panose="020B0604020202020204" pitchFamily="34" charset="0"/>
              <a:buChar char="•"/>
            </a:pPr>
            <a:r>
              <a:rPr lang="en-US" sz="1800" dirty="0"/>
              <a:t>Any vision task</a:t>
            </a:r>
          </a:p>
          <a:p>
            <a:pPr marL="342900" indent="-342900">
              <a:lnSpc>
                <a:spcPct val="100000"/>
              </a:lnSpc>
              <a:buFont typeface="Arial" panose="020B0604020202020204" pitchFamily="34" charset="0"/>
              <a:buChar char="•"/>
            </a:pPr>
            <a:endParaRPr lang="en-CA" sz="1800" dirty="0"/>
          </a:p>
        </p:txBody>
      </p:sp>
      <p:sp>
        <p:nvSpPr>
          <p:cNvPr id="2" name="Title 1">
            <a:extLst>
              <a:ext uri="{FF2B5EF4-FFF2-40B4-BE49-F238E27FC236}">
                <a16:creationId xmlns:a16="http://schemas.microsoft.com/office/drawing/2014/main" id="{3809C29A-1815-2C93-5943-96BC39ACB441}"/>
              </a:ext>
            </a:extLst>
          </p:cNvPr>
          <p:cNvSpPr>
            <a:spLocks noGrp="1"/>
          </p:cNvSpPr>
          <p:nvPr>
            <p:ph type="title"/>
          </p:nvPr>
        </p:nvSpPr>
        <p:spPr>
          <a:xfrm>
            <a:off x="609601" y="576274"/>
            <a:ext cx="5612588" cy="1001980"/>
          </a:xfrm>
        </p:spPr>
        <p:txBody>
          <a:bodyPr anchor="t">
            <a:normAutofit/>
          </a:bodyPr>
          <a:lstStyle/>
          <a:p>
            <a:r>
              <a:rPr lang="en-CA"/>
              <a:t>Applications of CNNs</a:t>
            </a:r>
          </a:p>
        </p:txBody>
      </p:sp>
    </p:spTree>
    <p:extLst>
      <p:ext uri="{BB962C8B-B14F-4D97-AF65-F5344CB8AC3E}">
        <p14:creationId xmlns:p14="http://schemas.microsoft.com/office/powerpoint/2010/main" val="34804419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220BA-0ED3-95C2-79AE-10B622BC9BE6}"/>
            </a:ext>
          </a:extLst>
        </p:cNvPr>
        <p:cNvGrpSpPr/>
        <p:nvPr/>
      </p:nvGrpSpPr>
      <p:grpSpPr>
        <a:xfrm>
          <a:off x="0" y="0"/>
          <a:ext cx="0" cy="0"/>
          <a:chOff x="0" y="0"/>
          <a:chExt cx="0" cy="0"/>
        </a:xfrm>
      </p:grpSpPr>
      <p:pic>
        <p:nvPicPr>
          <p:cNvPr id="8" name="Image 0" descr="preencoded.png">
            <a:extLst>
              <a:ext uri="{FF2B5EF4-FFF2-40B4-BE49-F238E27FC236}">
                <a16:creationId xmlns:a16="http://schemas.microsoft.com/office/drawing/2014/main" id="{96CE305E-16F5-9700-C1F8-47058F499BAC}"/>
              </a:ext>
            </a:extLst>
          </p:cNvPr>
          <p:cNvPicPr>
            <a:picLocks noChangeAspect="1"/>
          </p:cNvPicPr>
          <p:nvPr/>
        </p:nvPicPr>
        <p:blipFill>
          <a:blip r:embed="rId2"/>
          <a:stretch>
            <a:fillRect/>
          </a:stretch>
        </p:blipFill>
        <p:spPr>
          <a:xfrm>
            <a:off x="0" y="0"/>
            <a:ext cx="12192000" cy="2362696"/>
          </a:xfrm>
          <a:prstGeom prst="rect">
            <a:avLst/>
          </a:prstGeom>
        </p:spPr>
      </p:pic>
      <p:sp>
        <p:nvSpPr>
          <p:cNvPr id="9" name="Text 0">
            <a:extLst>
              <a:ext uri="{FF2B5EF4-FFF2-40B4-BE49-F238E27FC236}">
                <a16:creationId xmlns:a16="http://schemas.microsoft.com/office/drawing/2014/main" id="{BBF1920B-5F8A-A544-38DC-B9114663EC54}"/>
              </a:ext>
            </a:extLst>
          </p:cNvPr>
          <p:cNvSpPr/>
          <p:nvPr/>
        </p:nvSpPr>
        <p:spPr>
          <a:xfrm>
            <a:off x="575228" y="2569269"/>
            <a:ext cx="5172670" cy="590649"/>
          </a:xfrm>
          <a:prstGeom prst="rect">
            <a:avLst/>
          </a:prstGeom>
          <a:noFill/>
          <a:ln/>
        </p:spPr>
        <p:txBody>
          <a:bodyPr wrap="none" lIns="0" tIns="0" rIns="0" bIns="0" rtlCol="0" anchor="t"/>
          <a:lstStyle/>
          <a:p>
            <a:pPr>
              <a:lnSpc>
                <a:spcPts val="4625"/>
              </a:lnSpc>
            </a:pPr>
            <a:r>
              <a:rPr lang="en-US" sz="3708" b="1" kern="0" spc="-112" dirty="0">
                <a:solidFill>
                  <a:srgbClr val="000000"/>
                </a:solidFill>
                <a:latin typeface="Inter Bold" pitchFamily="34" charset="0"/>
                <a:ea typeface="Inter Bold" pitchFamily="34" charset="-122"/>
                <a:cs typeface="Inter Bold" pitchFamily="34" charset="-120"/>
              </a:rPr>
              <a:t>Real-World CNN Impact</a:t>
            </a:r>
            <a:endParaRPr lang="en-US" sz="3708" dirty="0"/>
          </a:p>
        </p:txBody>
      </p:sp>
      <p:sp>
        <p:nvSpPr>
          <p:cNvPr id="10" name="Shape 1">
            <a:extLst>
              <a:ext uri="{FF2B5EF4-FFF2-40B4-BE49-F238E27FC236}">
                <a16:creationId xmlns:a16="http://schemas.microsoft.com/office/drawing/2014/main" id="{8F53AF98-FEB8-8FD7-94B6-2F8BDFCBC33C}"/>
              </a:ext>
            </a:extLst>
          </p:cNvPr>
          <p:cNvSpPr/>
          <p:nvPr/>
        </p:nvSpPr>
        <p:spPr>
          <a:xfrm>
            <a:off x="661492" y="3146266"/>
            <a:ext cx="10869018" cy="2180432"/>
          </a:xfrm>
          <a:prstGeom prst="roundRect">
            <a:avLst>
              <a:gd name="adj" fmla="val 3641"/>
            </a:avLst>
          </a:prstGeom>
          <a:noFill/>
          <a:ln w="7620">
            <a:solidFill>
              <a:srgbClr val="000000">
                <a:alpha val="8000"/>
              </a:srgbClr>
            </a:solidFill>
            <a:prstDash val="solid"/>
          </a:ln>
        </p:spPr>
        <p:txBody>
          <a:bodyPr/>
          <a:lstStyle/>
          <a:p>
            <a:endParaRPr lang="en-US" sz="2583"/>
          </a:p>
        </p:txBody>
      </p:sp>
      <p:sp>
        <p:nvSpPr>
          <p:cNvPr id="11" name="Shape 2">
            <a:extLst>
              <a:ext uri="{FF2B5EF4-FFF2-40B4-BE49-F238E27FC236}">
                <a16:creationId xmlns:a16="http://schemas.microsoft.com/office/drawing/2014/main" id="{5F0807DD-BE17-3785-31F0-1B46CEC647EC}"/>
              </a:ext>
            </a:extLst>
          </p:cNvPr>
          <p:cNvSpPr/>
          <p:nvPr/>
        </p:nvSpPr>
        <p:spPr>
          <a:xfrm>
            <a:off x="667842" y="3282014"/>
            <a:ext cx="10856318" cy="541933"/>
          </a:xfrm>
          <a:prstGeom prst="rect">
            <a:avLst/>
          </a:prstGeom>
          <a:solidFill>
            <a:srgbClr val="FFFFFF">
              <a:alpha val="4000"/>
            </a:srgbClr>
          </a:solidFill>
          <a:ln/>
        </p:spPr>
        <p:txBody>
          <a:bodyPr/>
          <a:lstStyle/>
          <a:p>
            <a:endParaRPr lang="en-US" sz="2583"/>
          </a:p>
        </p:txBody>
      </p:sp>
      <p:sp>
        <p:nvSpPr>
          <p:cNvPr id="12" name="Text 3">
            <a:extLst>
              <a:ext uri="{FF2B5EF4-FFF2-40B4-BE49-F238E27FC236}">
                <a16:creationId xmlns:a16="http://schemas.microsoft.com/office/drawing/2014/main" id="{FBD1D59F-71CC-466C-DE2D-0E801F9C6A21}"/>
              </a:ext>
            </a:extLst>
          </p:cNvPr>
          <p:cNvSpPr/>
          <p:nvPr/>
        </p:nvSpPr>
        <p:spPr>
          <a:xfrm>
            <a:off x="856853" y="3401771"/>
            <a:ext cx="5046960" cy="302419"/>
          </a:xfrm>
          <a:prstGeom prst="rect">
            <a:avLst/>
          </a:prstGeom>
          <a:noFill/>
          <a:ln/>
        </p:spPr>
        <p:txBody>
          <a:bodyPr wrap="none" lIns="0" tIns="0" rIns="0" bIns="0" rtlCol="0" anchor="t"/>
          <a:lstStyle/>
          <a:p>
            <a:pPr>
              <a:lnSpc>
                <a:spcPts val="2375"/>
              </a:lnSpc>
            </a:pPr>
            <a:r>
              <a:rPr lang="en-US" sz="1458" kern="0" spc="-30" dirty="0">
                <a:solidFill>
                  <a:srgbClr val="272525"/>
                </a:solidFill>
                <a:latin typeface="Inter" pitchFamily="34" charset="0"/>
                <a:ea typeface="Inter" pitchFamily="34" charset="-122"/>
                <a:cs typeface="Inter" pitchFamily="34" charset="-120"/>
              </a:rPr>
              <a:t>Medical Imaging</a:t>
            </a:r>
            <a:endParaRPr lang="en-US" sz="1458" dirty="0"/>
          </a:p>
        </p:txBody>
      </p:sp>
      <p:sp>
        <p:nvSpPr>
          <p:cNvPr id="13" name="Text 4">
            <a:extLst>
              <a:ext uri="{FF2B5EF4-FFF2-40B4-BE49-F238E27FC236}">
                <a16:creationId xmlns:a16="http://schemas.microsoft.com/office/drawing/2014/main" id="{50589581-3A4A-9332-C330-C8172518110C}"/>
              </a:ext>
            </a:extLst>
          </p:cNvPr>
          <p:cNvSpPr/>
          <p:nvPr/>
        </p:nvSpPr>
        <p:spPr>
          <a:xfrm>
            <a:off x="6288187" y="3401771"/>
            <a:ext cx="5046960" cy="302419"/>
          </a:xfrm>
          <a:prstGeom prst="rect">
            <a:avLst/>
          </a:prstGeom>
          <a:noFill/>
          <a:ln/>
        </p:spPr>
        <p:txBody>
          <a:bodyPr wrap="none" lIns="0" tIns="0" rIns="0" bIns="0" rtlCol="0" anchor="t"/>
          <a:lstStyle/>
          <a:p>
            <a:pPr>
              <a:lnSpc>
                <a:spcPts val="2375"/>
              </a:lnSpc>
            </a:pPr>
            <a:r>
              <a:rPr lang="en-US" sz="1458" kern="0" spc="-30" dirty="0">
                <a:solidFill>
                  <a:srgbClr val="272525"/>
                </a:solidFill>
                <a:latin typeface="Inter" pitchFamily="34" charset="0"/>
                <a:ea typeface="Inter" pitchFamily="34" charset="-122"/>
                <a:cs typeface="Inter" pitchFamily="34" charset="-120"/>
              </a:rPr>
              <a:t>Anomaly detection in scans</a:t>
            </a:r>
            <a:endParaRPr lang="en-US" sz="1458" dirty="0"/>
          </a:p>
        </p:txBody>
      </p:sp>
      <p:sp>
        <p:nvSpPr>
          <p:cNvPr id="14" name="Shape 5">
            <a:extLst>
              <a:ext uri="{FF2B5EF4-FFF2-40B4-BE49-F238E27FC236}">
                <a16:creationId xmlns:a16="http://schemas.microsoft.com/office/drawing/2014/main" id="{4E01CC42-885A-9E49-17F0-48FE55D6655E}"/>
              </a:ext>
            </a:extLst>
          </p:cNvPr>
          <p:cNvSpPr/>
          <p:nvPr/>
        </p:nvSpPr>
        <p:spPr>
          <a:xfrm>
            <a:off x="667842" y="3823946"/>
            <a:ext cx="10856318" cy="541933"/>
          </a:xfrm>
          <a:prstGeom prst="rect">
            <a:avLst/>
          </a:prstGeom>
          <a:solidFill>
            <a:srgbClr val="000000">
              <a:alpha val="4000"/>
            </a:srgbClr>
          </a:solidFill>
          <a:ln/>
        </p:spPr>
        <p:txBody>
          <a:bodyPr/>
          <a:lstStyle/>
          <a:p>
            <a:endParaRPr lang="en-US" sz="2583"/>
          </a:p>
        </p:txBody>
      </p:sp>
      <p:sp>
        <p:nvSpPr>
          <p:cNvPr id="15" name="Text 6">
            <a:extLst>
              <a:ext uri="{FF2B5EF4-FFF2-40B4-BE49-F238E27FC236}">
                <a16:creationId xmlns:a16="http://schemas.microsoft.com/office/drawing/2014/main" id="{60857B7D-E0D7-B56A-E6F5-F94A71896422}"/>
              </a:ext>
            </a:extLst>
          </p:cNvPr>
          <p:cNvSpPr/>
          <p:nvPr/>
        </p:nvSpPr>
        <p:spPr>
          <a:xfrm>
            <a:off x="856853" y="3943704"/>
            <a:ext cx="5046960" cy="302419"/>
          </a:xfrm>
          <a:prstGeom prst="rect">
            <a:avLst/>
          </a:prstGeom>
          <a:noFill/>
          <a:ln/>
        </p:spPr>
        <p:txBody>
          <a:bodyPr wrap="none" lIns="0" tIns="0" rIns="0" bIns="0" rtlCol="0" anchor="t"/>
          <a:lstStyle/>
          <a:p>
            <a:pPr>
              <a:lnSpc>
                <a:spcPts val="2375"/>
              </a:lnSpc>
            </a:pPr>
            <a:r>
              <a:rPr lang="en-US" sz="1458" kern="0" spc="-30" dirty="0">
                <a:solidFill>
                  <a:srgbClr val="272525"/>
                </a:solidFill>
                <a:latin typeface="Inter" pitchFamily="34" charset="0"/>
                <a:ea typeface="Inter" pitchFamily="34" charset="-122"/>
                <a:cs typeface="Inter" pitchFamily="34" charset="-120"/>
              </a:rPr>
              <a:t>Autonomous Vehicles</a:t>
            </a:r>
            <a:endParaRPr lang="en-US" sz="1458" dirty="0"/>
          </a:p>
        </p:txBody>
      </p:sp>
      <p:sp>
        <p:nvSpPr>
          <p:cNvPr id="16" name="Text 7">
            <a:extLst>
              <a:ext uri="{FF2B5EF4-FFF2-40B4-BE49-F238E27FC236}">
                <a16:creationId xmlns:a16="http://schemas.microsoft.com/office/drawing/2014/main" id="{6180BA5A-AC95-DC18-EDEA-CFC41E6F904A}"/>
              </a:ext>
            </a:extLst>
          </p:cNvPr>
          <p:cNvSpPr/>
          <p:nvPr/>
        </p:nvSpPr>
        <p:spPr>
          <a:xfrm>
            <a:off x="6288187" y="3943704"/>
            <a:ext cx="5046960" cy="302419"/>
          </a:xfrm>
          <a:prstGeom prst="rect">
            <a:avLst/>
          </a:prstGeom>
          <a:noFill/>
          <a:ln/>
        </p:spPr>
        <p:txBody>
          <a:bodyPr wrap="none" lIns="0" tIns="0" rIns="0" bIns="0" rtlCol="0" anchor="t"/>
          <a:lstStyle/>
          <a:p>
            <a:pPr>
              <a:lnSpc>
                <a:spcPts val="2375"/>
              </a:lnSpc>
            </a:pPr>
            <a:r>
              <a:rPr lang="en-US" sz="1458" kern="0" spc="-30" dirty="0">
                <a:solidFill>
                  <a:srgbClr val="272525"/>
                </a:solidFill>
                <a:latin typeface="Inter" pitchFamily="34" charset="0"/>
                <a:ea typeface="Inter" pitchFamily="34" charset="-122"/>
                <a:cs typeface="Inter" pitchFamily="34" charset="-120"/>
              </a:rPr>
              <a:t>Real-time environment perception</a:t>
            </a:r>
            <a:endParaRPr lang="en-US" sz="1458" dirty="0"/>
          </a:p>
        </p:txBody>
      </p:sp>
      <p:sp>
        <p:nvSpPr>
          <p:cNvPr id="17" name="Shape 8">
            <a:extLst>
              <a:ext uri="{FF2B5EF4-FFF2-40B4-BE49-F238E27FC236}">
                <a16:creationId xmlns:a16="http://schemas.microsoft.com/office/drawing/2014/main" id="{F2B7C8A4-F255-11B0-487E-D9777FA965FD}"/>
              </a:ext>
            </a:extLst>
          </p:cNvPr>
          <p:cNvSpPr/>
          <p:nvPr/>
        </p:nvSpPr>
        <p:spPr>
          <a:xfrm>
            <a:off x="667842" y="4365879"/>
            <a:ext cx="10856318" cy="541933"/>
          </a:xfrm>
          <a:prstGeom prst="rect">
            <a:avLst/>
          </a:prstGeom>
          <a:solidFill>
            <a:srgbClr val="FFFFFF">
              <a:alpha val="4000"/>
            </a:srgbClr>
          </a:solidFill>
          <a:ln/>
        </p:spPr>
        <p:txBody>
          <a:bodyPr/>
          <a:lstStyle/>
          <a:p>
            <a:endParaRPr lang="en-US" sz="2583"/>
          </a:p>
        </p:txBody>
      </p:sp>
      <p:sp>
        <p:nvSpPr>
          <p:cNvPr id="18" name="Text 9">
            <a:extLst>
              <a:ext uri="{FF2B5EF4-FFF2-40B4-BE49-F238E27FC236}">
                <a16:creationId xmlns:a16="http://schemas.microsoft.com/office/drawing/2014/main" id="{D4DDB69B-A474-90AC-DDF5-034E9C02C19A}"/>
              </a:ext>
            </a:extLst>
          </p:cNvPr>
          <p:cNvSpPr/>
          <p:nvPr/>
        </p:nvSpPr>
        <p:spPr>
          <a:xfrm>
            <a:off x="856853" y="4451133"/>
            <a:ext cx="5046960" cy="302419"/>
          </a:xfrm>
          <a:prstGeom prst="rect">
            <a:avLst/>
          </a:prstGeom>
          <a:noFill/>
          <a:ln/>
        </p:spPr>
        <p:txBody>
          <a:bodyPr wrap="none" lIns="0" tIns="0" rIns="0" bIns="0" rtlCol="0" anchor="t"/>
          <a:lstStyle/>
          <a:p>
            <a:pPr>
              <a:lnSpc>
                <a:spcPts val="2375"/>
              </a:lnSpc>
            </a:pPr>
            <a:r>
              <a:rPr lang="en-US" sz="1458" kern="0" spc="-30" dirty="0">
                <a:solidFill>
                  <a:srgbClr val="272525"/>
                </a:solidFill>
                <a:latin typeface="Inter" pitchFamily="34" charset="0"/>
                <a:ea typeface="Inter" pitchFamily="34" charset="-122"/>
                <a:cs typeface="Inter" pitchFamily="34" charset="-120"/>
              </a:rPr>
              <a:t>Facial Recognition</a:t>
            </a:r>
            <a:endParaRPr lang="en-US" sz="1458" dirty="0"/>
          </a:p>
        </p:txBody>
      </p:sp>
      <p:sp>
        <p:nvSpPr>
          <p:cNvPr id="19" name="Text 10">
            <a:extLst>
              <a:ext uri="{FF2B5EF4-FFF2-40B4-BE49-F238E27FC236}">
                <a16:creationId xmlns:a16="http://schemas.microsoft.com/office/drawing/2014/main" id="{AE67C6A2-4FDA-B684-FA64-4DBDE666D268}"/>
              </a:ext>
            </a:extLst>
          </p:cNvPr>
          <p:cNvSpPr/>
          <p:nvPr/>
        </p:nvSpPr>
        <p:spPr>
          <a:xfrm>
            <a:off x="6288187" y="4416629"/>
            <a:ext cx="5046960" cy="302419"/>
          </a:xfrm>
          <a:prstGeom prst="rect">
            <a:avLst/>
          </a:prstGeom>
          <a:noFill/>
          <a:ln/>
        </p:spPr>
        <p:txBody>
          <a:bodyPr wrap="none" lIns="0" tIns="0" rIns="0" bIns="0" rtlCol="0" anchor="t"/>
          <a:lstStyle/>
          <a:p>
            <a:pPr>
              <a:lnSpc>
                <a:spcPts val="2375"/>
              </a:lnSpc>
            </a:pPr>
            <a:r>
              <a:rPr lang="en-US" sz="1458" kern="0" spc="-30" dirty="0">
                <a:solidFill>
                  <a:srgbClr val="272525"/>
                </a:solidFill>
                <a:latin typeface="Inter" pitchFamily="34" charset="0"/>
                <a:ea typeface="Inter" pitchFamily="34" charset="-122"/>
                <a:cs typeface="Inter" pitchFamily="34" charset="-120"/>
              </a:rPr>
              <a:t>Security and user authentication</a:t>
            </a:r>
            <a:endParaRPr lang="en-US" sz="1458" dirty="0"/>
          </a:p>
        </p:txBody>
      </p:sp>
      <p:sp>
        <p:nvSpPr>
          <p:cNvPr id="20" name="Shape 11">
            <a:extLst>
              <a:ext uri="{FF2B5EF4-FFF2-40B4-BE49-F238E27FC236}">
                <a16:creationId xmlns:a16="http://schemas.microsoft.com/office/drawing/2014/main" id="{DA9A3973-8BDB-2D12-1A0B-20348EA4CF39}"/>
              </a:ext>
            </a:extLst>
          </p:cNvPr>
          <p:cNvSpPr/>
          <p:nvPr/>
        </p:nvSpPr>
        <p:spPr>
          <a:xfrm>
            <a:off x="667842" y="4769788"/>
            <a:ext cx="10856318" cy="541933"/>
          </a:xfrm>
          <a:prstGeom prst="rect">
            <a:avLst/>
          </a:prstGeom>
          <a:solidFill>
            <a:srgbClr val="000000">
              <a:alpha val="4000"/>
            </a:srgbClr>
          </a:solidFill>
          <a:ln/>
        </p:spPr>
        <p:txBody>
          <a:bodyPr/>
          <a:lstStyle/>
          <a:p>
            <a:endParaRPr lang="en-US" sz="2583"/>
          </a:p>
        </p:txBody>
      </p:sp>
      <p:sp>
        <p:nvSpPr>
          <p:cNvPr id="21" name="Text 12">
            <a:extLst>
              <a:ext uri="{FF2B5EF4-FFF2-40B4-BE49-F238E27FC236}">
                <a16:creationId xmlns:a16="http://schemas.microsoft.com/office/drawing/2014/main" id="{F1805901-E051-3761-1286-A34F380BE25A}"/>
              </a:ext>
            </a:extLst>
          </p:cNvPr>
          <p:cNvSpPr/>
          <p:nvPr/>
        </p:nvSpPr>
        <p:spPr>
          <a:xfrm>
            <a:off x="856853" y="4958561"/>
            <a:ext cx="5046960" cy="302419"/>
          </a:xfrm>
          <a:prstGeom prst="rect">
            <a:avLst/>
          </a:prstGeom>
          <a:noFill/>
          <a:ln/>
        </p:spPr>
        <p:txBody>
          <a:bodyPr wrap="none" lIns="0" tIns="0" rIns="0" bIns="0" rtlCol="0" anchor="t"/>
          <a:lstStyle/>
          <a:p>
            <a:pPr>
              <a:lnSpc>
                <a:spcPts val="2375"/>
              </a:lnSpc>
            </a:pPr>
            <a:r>
              <a:rPr lang="en-US" sz="1458" kern="0" spc="-30" dirty="0">
                <a:solidFill>
                  <a:srgbClr val="272525"/>
                </a:solidFill>
                <a:latin typeface="Inter" pitchFamily="34" charset="0"/>
                <a:ea typeface="Inter" pitchFamily="34" charset="-122"/>
                <a:cs typeface="Inter" pitchFamily="34" charset="-120"/>
              </a:rPr>
              <a:t>Quality Control</a:t>
            </a:r>
            <a:endParaRPr lang="en-US" sz="1458" dirty="0"/>
          </a:p>
        </p:txBody>
      </p:sp>
      <p:sp>
        <p:nvSpPr>
          <p:cNvPr id="22" name="Text 13">
            <a:extLst>
              <a:ext uri="{FF2B5EF4-FFF2-40B4-BE49-F238E27FC236}">
                <a16:creationId xmlns:a16="http://schemas.microsoft.com/office/drawing/2014/main" id="{95B9F01A-0935-2CFA-2C6D-96A827E28BA1}"/>
              </a:ext>
            </a:extLst>
          </p:cNvPr>
          <p:cNvSpPr/>
          <p:nvPr/>
        </p:nvSpPr>
        <p:spPr>
          <a:xfrm>
            <a:off x="6288187" y="4941309"/>
            <a:ext cx="5046960" cy="302419"/>
          </a:xfrm>
          <a:prstGeom prst="rect">
            <a:avLst/>
          </a:prstGeom>
          <a:noFill/>
          <a:ln/>
        </p:spPr>
        <p:txBody>
          <a:bodyPr wrap="none" lIns="0" tIns="0" rIns="0" bIns="0" rtlCol="0" anchor="t"/>
          <a:lstStyle/>
          <a:p>
            <a:pPr>
              <a:lnSpc>
                <a:spcPts val="2375"/>
              </a:lnSpc>
            </a:pPr>
            <a:r>
              <a:rPr lang="en-US" sz="1458" kern="0" spc="-30" dirty="0">
                <a:solidFill>
                  <a:srgbClr val="272525"/>
                </a:solidFill>
                <a:latin typeface="Inter" pitchFamily="34" charset="0"/>
                <a:ea typeface="Inter" pitchFamily="34" charset="-122"/>
                <a:cs typeface="Inter" pitchFamily="34" charset="-120"/>
              </a:rPr>
              <a:t>Defect detection in manufacturing</a:t>
            </a:r>
            <a:endParaRPr lang="en-US" sz="1458" dirty="0"/>
          </a:p>
        </p:txBody>
      </p:sp>
    </p:spTree>
    <p:extLst>
      <p:ext uri="{BB962C8B-B14F-4D97-AF65-F5344CB8AC3E}">
        <p14:creationId xmlns:p14="http://schemas.microsoft.com/office/powerpoint/2010/main" val="38661347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6FC7C-9000-19D4-0856-0D788AE8F7B2}"/>
              </a:ext>
            </a:extLst>
          </p:cNvPr>
          <p:cNvSpPr>
            <a:spLocks noGrp="1"/>
          </p:cNvSpPr>
          <p:nvPr>
            <p:ph type="title"/>
          </p:nvPr>
        </p:nvSpPr>
        <p:spPr>
          <a:xfrm>
            <a:off x="609601" y="576274"/>
            <a:ext cx="7106241" cy="544603"/>
          </a:xfrm>
        </p:spPr>
        <p:txBody>
          <a:bodyPr anchor="t">
            <a:normAutofit/>
          </a:bodyPr>
          <a:lstStyle/>
          <a:p>
            <a:r>
              <a:rPr lang="en-CA" dirty="0"/>
              <a:t>Performance Evaluation Metrics</a:t>
            </a:r>
          </a:p>
        </p:txBody>
      </p:sp>
      <p:pic>
        <p:nvPicPr>
          <p:cNvPr id="9" name="Picture 8">
            <a:extLst>
              <a:ext uri="{FF2B5EF4-FFF2-40B4-BE49-F238E27FC236}">
                <a16:creationId xmlns:a16="http://schemas.microsoft.com/office/drawing/2014/main" id="{E991F893-E92F-E35C-3EA9-9DA2EB4ED575}"/>
              </a:ext>
            </a:extLst>
          </p:cNvPr>
          <p:cNvPicPr>
            <a:picLocks noChangeAspect="1"/>
          </p:cNvPicPr>
          <p:nvPr/>
        </p:nvPicPr>
        <p:blipFill>
          <a:blip r:embed="rId2"/>
          <a:stretch>
            <a:fillRect/>
          </a:stretch>
        </p:blipFill>
        <p:spPr>
          <a:xfrm>
            <a:off x="1030134" y="1794498"/>
            <a:ext cx="9529711" cy="3851157"/>
          </a:xfrm>
          <a:prstGeom prst="rect">
            <a:avLst/>
          </a:prstGeom>
        </p:spPr>
      </p:pic>
      <p:sp>
        <p:nvSpPr>
          <p:cNvPr id="6" name="TextBox 5">
            <a:extLst>
              <a:ext uri="{FF2B5EF4-FFF2-40B4-BE49-F238E27FC236}">
                <a16:creationId xmlns:a16="http://schemas.microsoft.com/office/drawing/2014/main" id="{80DE4BB5-F9A3-D1F6-70DF-813EFB73A7E2}"/>
              </a:ext>
            </a:extLst>
          </p:cNvPr>
          <p:cNvSpPr txBox="1"/>
          <p:nvPr/>
        </p:nvSpPr>
        <p:spPr>
          <a:xfrm>
            <a:off x="609600" y="1120877"/>
            <a:ext cx="10127225" cy="461665"/>
          </a:xfrm>
          <a:prstGeom prst="rect">
            <a:avLst/>
          </a:prstGeom>
          <a:noFill/>
        </p:spPr>
        <p:txBody>
          <a:bodyPr wrap="square" rtlCol="0">
            <a:spAutoFit/>
          </a:bodyPr>
          <a:lstStyle/>
          <a:p>
            <a:r>
              <a:rPr lang="en-CZ" sz="2400" dirty="0">
                <a:solidFill>
                  <a:schemeClr val="accent1"/>
                </a:solidFill>
              </a:rPr>
              <a:t>Classification, Regression or Clustering?</a:t>
            </a:r>
          </a:p>
        </p:txBody>
      </p:sp>
      <p:sp>
        <p:nvSpPr>
          <p:cNvPr id="8" name="TextBox 7">
            <a:extLst>
              <a:ext uri="{FF2B5EF4-FFF2-40B4-BE49-F238E27FC236}">
                <a16:creationId xmlns:a16="http://schemas.microsoft.com/office/drawing/2014/main" id="{DEABB33C-BDE7-6C92-EDA9-BB9FD8937A55}"/>
              </a:ext>
            </a:extLst>
          </p:cNvPr>
          <p:cNvSpPr txBox="1"/>
          <p:nvPr/>
        </p:nvSpPr>
        <p:spPr>
          <a:xfrm>
            <a:off x="629265" y="5857612"/>
            <a:ext cx="9252155" cy="352341"/>
          </a:xfrm>
          <a:prstGeom prst="rect">
            <a:avLst/>
          </a:prstGeom>
          <a:noFill/>
        </p:spPr>
        <p:txBody>
          <a:bodyPr wrap="square">
            <a:spAutoFit/>
          </a:bodyPr>
          <a:lstStyle/>
          <a:p>
            <a:pPr marL="285739" indent="-285739">
              <a:lnSpc>
                <a:spcPts val="2375"/>
              </a:lnSpc>
              <a:buAutoNum type="arabicParenR"/>
            </a:pPr>
            <a:r>
              <a:rPr lang="en-US" sz="1000" dirty="0">
                <a:solidFill>
                  <a:srgbClr val="92D050"/>
                </a:solidFill>
                <a:hlinkClick r:id="rId3"/>
              </a:rPr>
              <a:t>https://learn.microsoft.com/en-us/azure/machine-learning/component-reference/evaluate-model?view=azureml-api-2</a:t>
            </a:r>
            <a:endParaRPr lang="en-US" sz="1000" dirty="0">
              <a:solidFill>
                <a:srgbClr val="92D050"/>
              </a:solidFill>
            </a:endParaRPr>
          </a:p>
        </p:txBody>
      </p:sp>
    </p:spTree>
    <p:extLst>
      <p:ext uri="{BB962C8B-B14F-4D97-AF65-F5344CB8AC3E}">
        <p14:creationId xmlns:p14="http://schemas.microsoft.com/office/powerpoint/2010/main" val="12756923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0CF71F-87E1-6F23-83D7-76B481BE41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8FDF3E-9C7B-BC0E-E8D6-D52B4A5724EE}"/>
              </a:ext>
            </a:extLst>
          </p:cNvPr>
          <p:cNvSpPr>
            <a:spLocks noGrp="1"/>
          </p:cNvSpPr>
          <p:nvPr>
            <p:ph type="title"/>
          </p:nvPr>
        </p:nvSpPr>
        <p:spPr>
          <a:xfrm>
            <a:off x="609601" y="576274"/>
            <a:ext cx="7106241" cy="1001980"/>
          </a:xfrm>
        </p:spPr>
        <p:txBody>
          <a:bodyPr anchor="t">
            <a:normAutofit/>
          </a:bodyPr>
          <a:lstStyle/>
          <a:p>
            <a:r>
              <a:rPr lang="en-CA"/>
              <a:t>Performance Evaluation Metrics</a:t>
            </a:r>
          </a:p>
        </p:txBody>
      </p:sp>
      <p:sp>
        <p:nvSpPr>
          <p:cNvPr id="3" name="Text Placeholder 2">
            <a:extLst>
              <a:ext uri="{FF2B5EF4-FFF2-40B4-BE49-F238E27FC236}">
                <a16:creationId xmlns:a16="http://schemas.microsoft.com/office/drawing/2014/main" id="{180793DA-A3D2-A82C-FC4E-BF76AF677907}"/>
              </a:ext>
            </a:extLst>
          </p:cNvPr>
          <p:cNvSpPr>
            <a:spLocks noGrp="1"/>
          </p:cNvSpPr>
          <p:nvPr>
            <p:ph type="body" sz="quarter" idx="15"/>
          </p:nvPr>
        </p:nvSpPr>
        <p:spPr>
          <a:xfrm>
            <a:off x="609601" y="1380614"/>
            <a:ext cx="8710984" cy="3848100"/>
          </a:xfrm>
        </p:spPr>
        <p:txBody>
          <a:bodyPr>
            <a:normAutofit/>
          </a:bodyPr>
          <a:lstStyle/>
          <a:p>
            <a:pPr marL="342900" indent="-342900">
              <a:lnSpc>
                <a:spcPct val="100000"/>
              </a:lnSpc>
              <a:buFont typeface="Arial" panose="020B0604020202020204" pitchFamily="34" charset="0"/>
              <a:buChar char="•"/>
            </a:pPr>
            <a:r>
              <a:rPr lang="en-US" sz="2200" b="1" dirty="0"/>
              <a:t>Accuracy</a:t>
            </a:r>
            <a:r>
              <a:rPr lang="en-US" sz="2200" dirty="0"/>
              <a:t> measures the proportion of total predictions (both positive and negative) that the model got correct, offering a general sense of its performance across all classes.</a:t>
            </a:r>
          </a:p>
          <a:p>
            <a:pPr marL="342900" indent="-342900">
              <a:lnSpc>
                <a:spcPct val="100000"/>
              </a:lnSpc>
              <a:buFont typeface="Arial" panose="020B0604020202020204" pitchFamily="34" charset="0"/>
              <a:buChar char="•"/>
            </a:pPr>
            <a:r>
              <a:rPr lang="en-US" sz="2200" b="1" dirty="0"/>
              <a:t>Precision</a:t>
            </a:r>
            <a:r>
              <a:rPr lang="en-US" sz="2200" dirty="0"/>
              <a:t> assesses the accuracy of the positive predictions made by a CNN, specifically calculating the proportion of true positive predictions out of all positive predictions made (true and false positives), which is crucial in scenarios where false positives have significant consequences.</a:t>
            </a:r>
          </a:p>
          <a:p>
            <a:pPr marL="342900" indent="-342900">
              <a:lnSpc>
                <a:spcPct val="100000"/>
              </a:lnSpc>
              <a:buFont typeface="Arial" panose="020B0604020202020204" pitchFamily="34" charset="0"/>
              <a:buChar char="•"/>
            </a:pPr>
            <a:endParaRPr lang="en-US" sz="2200" dirty="0"/>
          </a:p>
          <a:p>
            <a:pPr marL="342900" indent="-342900">
              <a:lnSpc>
                <a:spcPct val="100000"/>
              </a:lnSpc>
              <a:buFont typeface="Arial" panose="020B0604020202020204" pitchFamily="34" charset="0"/>
              <a:buChar char="•"/>
            </a:pPr>
            <a:endParaRPr lang="en-CA" sz="2200" dirty="0"/>
          </a:p>
        </p:txBody>
      </p:sp>
    </p:spTree>
    <p:extLst>
      <p:ext uri="{BB962C8B-B14F-4D97-AF65-F5344CB8AC3E}">
        <p14:creationId xmlns:p14="http://schemas.microsoft.com/office/powerpoint/2010/main" val="11970980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6FC7C-9000-19D4-0856-0D788AE8F7B2}"/>
              </a:ext>
            </a:extLst>
          </p:cNvPr>
          <p:cNvSpPr>
            <a:spLocks noGrp="1"/>
          </p:cNvSpPr>
          <p:nvPr>
            <p:ph type="title"/>
          </p:nvPr>
        </p:nvSpPr>
        <p:spPr>
          <a:xfrm>
            <a:off x="609601" y="576274"/>
            <a:ext cx="7106241" cy="1001980"/>
          </a:xfrm>
        </p:spPr>
        <p:txBody>
          <a:bodyPr anchor="t">
            <a:normAutofit/>
          </a:bodyPr>
          <a:lstStyle/>
          <a:p>
            <a:r>
              <a:rPr lang="en-CA"/>
              <a:t>Performance Evaluation Metrics</a:t>
            </a:r>
          </a:p>
        </p:txBody>
      </p:sp>
      <p:sp>
        <p:nvSpPr>
          <p:cNvPr id="3" name="Text Placeholder 2">
            <a:extLst>
              <a:ext uri="{FF2B5EF4-FFF2-40B4-BE49-F238E27FC236}">
                <a16:creationId xmlns:a16="http://schemas.microsoft.com/office/drawing/2014/main" id="{DCFE9810-F2AB-0CFE-0853-A0682E9F34E6}"/>
              </a:ext>
            </a:extLst>
          </p:cNvPr>
          <p:cNvSpPr>
            <a:spLocks noGrp="1"/>
          </p:cNvSpPr>
          <p:nvPr>
            <p:ph type="body" sz="quarter" idx="15"/>
          </p:nvPr>
        </p:nvSpPr>
        <p:spPr>
          <a:xfrm>
            <a:off x="609601" y="1389333"/>
            <a:ext cx="8710984" cy="3848100"/>
          </a:xfrm>
        </p:spPr>
        <p:txBody>
          <a:bodyPr>
            <a:normAutofit fontScale="92500" lnSpcReduction="10000"/>
          </a:bodyPr>
          <a:lstStyle/>
          <a:p>
            <a:pPr marL="342900" indent="-342900">
              <a:lnSpc>
                <a:spcPct val="100000"/>
              </a:lnSpc>
              <a:buFont typeface="Arial" panose="020B0604020202020204" pitchFamily="34" charset="0"/>
              <a:buChar char="•"/>
            </a:pPr>
            <a:r>
              <a:rPr lang="en-US" sz="2200" b="1" dirty="0"/>
              <a:t>Recall</a:t>
            </a:r>
            <a:r>
              <a:rPr lang="en-US" sz="2200" dirty="0"/>
              <a:t> (or sensitivity) evaluates a CNN's ability to correctly identify all actual positive cases, measuring the proportion of true positives out of the sum of true positives and false negatives, and is important in contexts where missing positive cases is costly.</a:t>
            </a:r>
          </a:p>
          <a:p>
            <a:pPr marL="342900" indent="-342900">
              <a:lnSpc>
                <a:spcPct val="100000"/>
              </a:lnSpc>
              <a:buFont typeface="Arial" panose="020B0604020202020204" pitchFamily="34" charset="0"/>
              <a:buChar char="•"/>
            </a:pPr>
            <a:r>
              <a:rPr lang="en-US" sz="2200" b="1" dirty="0"/>
              <a:t>F1 score </a:t>
            </a:r>
            <a:r>
              <a:rPr lang="en-US" sz="2200" dirty="0"/>
              <a:t>provides a balance between precision and recall by calculating their harmonic mean, offering a single metric for situations where it's crucial to maintain a balance between minimizing false positives and false negatives.</a:t>
            </a:r>
          </a:p>
          <a:p>
            <a:pPr marL="342900" indent="-342900">
              <a:lnSpc>
                <a:spcPct val="100000"/>
              </a:lnSpc>
              <a:buFont typeface="Arial" panose="020B0604020202020204" pitchFamily="34" charset="0"/>
              <a:buChar char="•"/>
            </a:pPr>
            <a:r>
              <a:rPr lang="en-US" sz="2200" b="1" dirty="0"/>
              <a:t>Receiver Operating Characteristic (ROC) curve </a:t>
            </a:r>
            <a:r>
              <a:rPr lang="en-US" sz="2200" dirty="0"/>
              <a:t>plots the true positive rate against the false positive rate at various threshold settings, and the Area Under the Curve (AUC) provides a single value summarizing the overall performance of a CNN across all possible classification thresholds.</a:t>
            </a:r>
          </a:p>
          <a:p>
            <a:pPr marL="342900" indent="-342900">
              <a:lnSpc>
                <a:spcPct val="100000"/>
              </a:lnSpc>
              <a:buFont typeface="Arial" panose="020B0604020202020204" pitchFamily="34" charset="0"/>
              <a:buChar char="•"/>
            </a:pPr>
            <a:endParaRPr lang="en-US" sz="2200" dirty="0"/>
          </a:p>
          <a:p>
            <a:pPr marL="342900" indent="-342900">
              <a:lnSpc>
                <a:spcPct val="100000"/>
              </a:lnSpc>
              <a:buFont typeface="Arial" panose="020B0604020202020204" pitchFamily="34" charset="0"/>
              <a:buChar char="•"/>
            </a:pPr>
            <a:endParaRPr lang="en-US" sz="2200" dirty="0"/>
          </a:p>
          <a:p>
            <a:pPr marL="342900" indent="-342900">
              <a:lnSpc>
                <a:spcPct val="100000"/>
              </a:lnSpc>
              <a:buFont typeface="Arial" panose="020B0604020202020204" pitchFamily="34" charset="0"/>
              <a:buChar char="•"/>
            </a:pPr>
            <a:endParaRPr lang="en-US" sz="2200" dirty="0"/>
          </a:p>
          <a:p>
            <a:pPr marL="342900" indent="-342900">
              <a:lnSpc>
                <a:spcPct val="100000"/>
              </a:lnSpc>
              <a:buFont typeface="Arial" panose="020B0604020202020204" pitchFamily="34" charset="0"/>
              <a:buChar char="•"/>
            </a:pPr>
            <a:endParaRPr lang="en-US" sz="2200" dirty="0"/>
          </a:p>
          <a:p>
            <a:pPr marL="342900" indent="-342900">
              <a:lnSpc>
                <a:spcPct val="100000"/>
              </a:lnSpc>
              <a:buFont typeface="Arial" panose="020B0604020202020204" pitchFamily="34" charset="0"/>
              <a:buChar char="•"/>
            </a:pPr>
            <a:endParaRPr lang="en-US" sz="2200" dirty="0"/>
          </a:p>
          <a:p>
            <a:pPr marL="342900" indent="-342900">
              <a:lnSpc>
                <a:spcPct val="100000"/>
              </a:lnSpc>
              <a:buFont typeface="Arial" panose="020B0604020202020204" pitchFamily="34" charset="0"/>
              <a:buChar char="•"/>
            </a:pPr>
            <a:endParaRPr lang="en-US" sz="2200" dirty="0"/>
          </a:p>
          <a:p>
            <a:pPr marL="342900" indent="-342900">
              <a:lnSpc>
                <a:spcPct val="100000"/>
              </a:lnSpc>
              <a:buFont typeface="Arial" panose="020B0604020202020204" pitchFamily="34" charset="0"/>
              <a:buChar char="•"/>
            </a:pPr>
            <a:endParaRPr lang="en-US" sz="2200" dirty="0"/>
          </a:p>
          <a:p>
            <a:pPr>
              <a:lnSpc>
                <a:spcPct val="100000"/>
              </a:lnSpc>
            </a:pPr>
            <a:endParaRPr lang="en-US" sz="2200" dirty="0"/>
          </a:p>
          <a:p>
            <a:pPr>
              <a:lnSpc>
                <a:spcPct val="100000"/>
              </a:lnSpc>
            </a:pPr>
            <a:endParaRPr lang="en-US" sz="2200" dirty="0"/>
          </a:p>
        </p:txBody>
      </p:sp>
    </p:spTree>
    <p:extLst>
      <p:ext uri="{BB962C8B-B14F-4D97-AF65-F5344CB8AC3E}">
        <p14:creationId xmlns:p14="http://schemas.microsoft.com/office/powerpoint/2010/main" val="17564452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92E23-9EAB-BD9F-B35B-CFE0A0794F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387BFB-324E-F232-7969-0BF584F2CA61}"/>
              </a:ext>
            </a:extLst>
          </p:cNvPr>
          <p:cNvSpPr>
            <a:spLocks noGrp="1"/>
          </p:cNvSpPr>
          <p:nvPr>
            <p:ph type="title"/>
          </p:nvPr>
        </p:nvSpPr>
        <p:spPr>
          <a:xfrm>
            <a:off x="609601" y="576274"/>
            <a:ext cx="7106241" cy="269300"/>
          </a:xfrm>
        </p:spPr>
        <p:txBody>
          <a:bodyPr anchor="t">
            <a:normAutofit fontScale="90000"/>
          </a:bodyPr>
          <a:lstStyle/>
          <a:p>
            <a:r>
              <a:rPr lang="en-CA" dirty="0"/>
              <a:t>Confusion Matrix</a:t>
            </a:r>
          </a:p>
        </p:txBody>
      </p:sp>
      <p:pic>
        <p:nvPicPr>
          <p:cNvPr id="3" name="Picture 2">
            <a:extLst>
              <a:ext uri="{FF2B5EF4-FFF2-40B4-BE49-F238E27FC236}">
                <a16:creationId xmlns:a16="http://schemas.microsoft.com/office/drawing/2014/main" id="{A44D177F-8096-8296-478B-D2824078DD9E}"/>
              </a:ext>
            </a:extLst>
          </p:cNvPr>
          <p:cNvPicPr>
            <a:picLocks noChangeAspect="1"/>
          </p:cNvPicPr>
          <p:nvPr/>
        </p:nvPicPr>
        <p:blipFill>
          <a:blip r:embed="rId2"/>
          <a:stretch>
            <a:fillRect/>
          </a:stretch>
        </p:blipFill>
        <p:spPr>
          <a:xfrm>
            <a:off x="1229033" y="3143069"/>
            <a:ext cx="8531305" cy="2782939"/>
          </a:xfrm>
          <a:prstGeom prst="rect">
            <a:avLst/>
          </a:prstGeom>
        </p:spPr>
      </p:pic>
      <p:sp>
        <p:nvSpPr>
          <p:cNvPr id="5" name="TextBox 4">
            <a:extLst>
              <a:ext uri="{FF2B5EF4-FFF2-40B4-BE49-F238E27FC236}">
                <a16:creationId xmlns:a16="http://schemas.microsoft.com/office/drawing/2014/main" id="{B89C4FE3-16A1-63F1-66D9-235A3887294C}"/>
              </a:ext>
            </a:extLst>
          </p:cNvPr>
          <p:cNvSpPr txBox="1"/>
          <p:nvPr/>
        </p:nvSpPr>
        <p:spPr>
          <a:xfrm>
            <a:off x="609601" y="1332601"/>
            <a:ext cx="10658168" cy="830997"/>
          </a:xfrm>
          <a:prstGeom prst="rect">
            <a:avLst/>
          </a:prstGeom>
          <a:noFill/>
        </p:spPr>
        <p:txBody>
          <a:bodyPr wrap="square">
            <a:spAutoFit/>
          </a:bodyPr>
          <a:lstStyle/>
          <a:p>
            <a:r>
              <a:rPr lang="en-GB" sz="1600" dirty="0"/>
              <a:t>A confusion matrix is a tool used in machine learning and statistical classification to evaluate the performance of a classification model. It provides a summary of the prediction results on a classification problem. The matrix itself is a table that compares the </a:t>
            </a:r>
            <a:r>
              <a:rPr lang="en-GB" sz="1600" dirty="0">
                <a:solidFill>
                  <a:srgbClr val="00B0F0"/>
                </a:solidFill>
              </a:rPr>
              <a:t>actual target values with the predicted values</a:t>
            </a:r>
            <a:r>
              <a:rPr lang="en-GB" sz="1600" dirty="0"/>
              <a:t>.</a:t>
            </a:r>
            <a:endParaRPr lang="en-CZ" sz="1600" dirty="0"/>
          </a:p>
        </p:txBody>
      </p:sp>
      <p:sp>
        <p:nvSpPr>
          <p:cNvPr id="7" name="TextBox 6">
            <a:extLst>
              <a:ext uri="{FF2B5EF4-FFF2-40B4-BE49-F238E27FC236}">
                <a16:creationId xmlns:a16="http://schemas.microsoft.com/office/drawing/2014/main" id="{7482AEE3-0D93-83DC-BEEE-E2342F31F1E3}"/>
              </a:ext>
            </a:extLst>
          </p:cNvPr>
          <p:cNvSpPr txBox="1"/>
          <p:nvPr/>
        </p:nvSpPr>
        <p:spPr>
          <a:xfrm>
            <a:off x="609601" y="2237835"/>
            <a:ext cx="6096000" cy="830997"/>
          </a:xfrm>
          <a:prstGeom prst="rect">
            <a:avLst/>
          </a:prstGeom>
          <a:noFill/>
        </p:spPr>
        <p:txBody>
          <a:bodyPr wrap="square">
            <a:spAutoFit/>
          </a:bodyPr>
          <a:lstStyle/>
          <a:p>
            <a:r>
              <a:rPr lang="en-GB" sz="1200" dirty="0"/>
              <a:t>True Positives (TP): The number of correct positive predictions.</a:t>
            </a:r>
          </a:p>
          <a:p>
            <a:r>
              <a:rPr lang="en-GB" sz="1200" dirty="0"/>
              <a:t>True Negatives (TN): The number of correct negative predictions.</a:t>
            </a:r>
          </a:p>
          <a:p>
            <a:r>
              <a:rPr lang="en-GB" sz="1200" dirty="0"/>
              <a:t>False Positives (FP): The number of incorrect positive predictions.</a:t>
            </a:r>
          </a:p>
          <a:p>
            <a:r>
              <a:rPr lang="en-GB" sz="1200" dirty="0"/>
              <a:t>False Negatives (FN): The number of incorrect negative predictions.</a:t>
            </a:r>
            <a:endParaRPr lang="en-CZ" sz="1200" dirty="0"/>
          </a:p>
        </p:txBody>
      </p:sp>
    </p:spTree>
    <p:extLst>
      <p:ext uri="{BB962C8B-B14F-4D97-AF65-F5344CB8AC3E}">
        <p14:creationId xmlns:p14="http://schemas.microsoft.com/office/powerpoint/2010/main" val="39452945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6FC7C-9000-19D4-0856-0D788AE8F7B2}"/>
              </a:ext>
            </a:extLst>
          </p:cNvPr>
          <p:cNvSpPr>
            <a:spLocks noGrp="1"/>
          </p:cNvSpPr>
          <p:nvPr>
            <p:ph type="title"/>
          </p:nvPr>
        </p:nvSpPr>
        <p:spPr>
          <a:xfrm>
            <a:off x="609601" y="576274"/>
            <a:ext cx="7106241" cy="1001980"/>
          </a:xfrm>
        </p:spPr>
        <p:txBody>
          <a:bodyPr anchor="t">
            <a:normAutofit/>
          </a:bodyPr>
          <a:lstStyle/>
          <a:p>
            <a:r>
              <a:rPr lang="en-CA"/>
              <a:t>Performance Evaluation Metrics</a:t>
            </a:r>
          </a:p>
        </p:txBody>
      </p:sp>
      <p:pic>
        <p:nvPicPr>
          <p:cNvPr id="9" name="Picture 8">
            <a:extLst>
              <a:ext uri="{FF2B5EF4-FFF2-40B4-BE49-F238E27FC236}">
                <a16:creationId xmlns:a16="http://schemas.microsoft.com/office/drawing/2014/main" id="{320869AA-C5C5-CCC8-A5B3-5F8C9240B931}"/>
              </a:ext>
            </a:extLst>
          </p:cNvPr>
          <p:cNvPicPr>
            <a:picLocks noChangeAspect="1"/>
          </p:cNvPicPr>
          <p:nvPr/>
        </p:nvPicPr>
        <p:blipFill>
          <a:blip r:embed="rId2"/>
          <a:stretch>
            <a:fillRect/>
          </a:stretch>
        </p:blipFill>
        <p:spPr>
          <a:xfrm>
            <a:off x="765110" y="1578254"/>
            <a:ext cx="4696408" cy="1419483"/>
          </a:xfrm>
          <a:prstGeom prst="rect">
            <a:avLst/>
          </a:prstGeom>
        </p:spPr>
      </p:pic>
      <p:pic>
        <p:nvPicPr>
          <p:cNvPr id="11" name="Picture 10">
            <a:extLst>
              <a:ext uri="{FF2B5EF4-FFF2-40B4-BE49-F238E27FC236}">
                <a16:creationId xmlns:a16="http://schemas.microsoft.com/office/drawing/2014/main" id="{AD0D8A0A-A97A-80C1-6EDB-DEE56B9BE0EB}"/>
              </a:ext>
            </a:extLst>
          </p:cNvPr>
          <p:cNvPicPr>
            <a:picLocks noChangeAspect="1"/>
          </p:cNvPicPr>
          <p:nvPr/>
        </p:nvPicPr>
        <p:blipFill>
          <a:blip r:embed="rId3"/>
          <a:stretch>
            <a:fillRect/>
          </a:stretch>
        </p:blipFill>
        <p:spPr>
          <a:xfrm>
            <a:off x="765110" y="3365900"/>
            <a:ext cx="4696408" cy="1567757"/>
          </a:xfrm>
          <a:prstGeom prst="rect">
            <a:avLst/>
          </a:prstGeom>
        </p:spPr>
      </p:pic>
      <p:pic>
        <p:nvPicPr>
          <p:cNvPr id="13" name="Picture 12">
            <a:extLst>
              <a:ext uri="{FF2B5EF4-FFF2-40B4-BE49-F238E27FC236}">
                <a16:creationId xmlns:a16="http://schemas.microsoft.com/office/drawing/2014/main" id="{34CB17CA-6D29-87AD-689B-94748630D25F}"/>
              </a:ext>
            </a:extLst>
          </p:cNvPr>
          <p:cNvPicPr>
            <a:picLocks noChangeAspect="1"/>
          </p:cNvPicPr>
          <p:nvPr/>
        </p:nvPicPr>
        <p:blipFill>
          <a:blip r:embed="rId4"/>
          <a:stretch>
            <a:fillRect/>
          </a:stretch>
        </p:blipFill>
        <p:spPr>
          <a:xfrm>
            <a:off x="765110" y="5070506"/>
            <a:ext cx="4273420" cy="894356"/>
          </a:xfrm>
          <a:prstGeom prst="rect">
            <a:avLst/>
          </a:prstGeom>
        </p:spPr>
      </p:pic>
      <p:pic>
        <p:nvPicPr>
          <p:cNvPr id="6146" name="Picture 2" descr="undefined">
            <a:extLst>
              <a:ext uri="{FF2B5EF4-FFF2-40B4-BE49-F238E27FC236}">
                <a16:creationId xmlns:a16="http://schemas.microsoft.com/office/drawing/2014/main" id="{410BB7E3-EFA6-2F85-C350-CFE91419B0A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92215" y="1737239"/>
            <a:ext cx="3937516" cy="39375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60913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DC501-42D0-A901-B436-83172A2A86F2}"/>
              </a:ext>
            </a:extLst>
          </p:cNvPr>
          <p:cNvSpPr>
            <a:spLocks noGrp="1"/>
          </p:cNvSpPr>
          <p:nvPr>
            <p:ph type="title"/>
          </p:nvPr>
        </p:nvSpPr>
        <p:spPr>
          <a:xfrm>
            <a:off x="609601" y="576274"/>
            <a:ext cx="9261986" cy="1001980"/>
          </a:xfrm>
        </p:spPr>
        <p:txBody>
          <a:bodyPr anchor="t">
            <a:normAutofit/>
          </a:bodyPr>
          <a:lstStyle/>
          <a:p>
            <a:r>
              <a:rPr lang="en-US" dirty="0"/>
              <a:t>Ethical Considerations and Bias in CNNs</a:t>
            </a:r>
            <a:endParaRPr lang="en-CA" dirty="0"/>
          </a:p>
        </p:txBody>
      </p:sp>
      <p:graphicFrame>
        <p:nvGraphicFramePr>
          <p:cNvPr id="5" name="Text Placeholder 2">
            <a:extLst>
              <a:ext uri="{FF2B5EF4-FFF2-40B4-BE49-F238E27FC236}">
                <a16:creationId xmlns:a16="http://schemas.microsoft.com/office/drawing/2014/main" id="{2584BB1F-8EB5-DA9E-1B01-416D3ABDF03D}"/>
              </a:ext>
            </a:extLst>
          </p:cNvPr>
          <p:cNvGraphicFramePr/>
          <p:nvPr>
            <p:extLst>
              <p:ext uri="{D42A27DB-BD31-4B8C-83A1-F6EECF244321}">
                <p14:modId xmlns:p14="http://schemas.microsoft.com/office/powerpoint/2010/main" val="483184586"/>
              </p:ext>
            </p:extLst>
          </p:nvPr>
        </p:nvGraphicFramePr>
        <p:xfrm>
          <a:off x="609540" y="1803798"/>
          <a:ext cx="7106147" cy="38409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662745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CACA1-B7B1-71D1-C864-B65B84AA3E22}"/>
            </a:ext>
          </a:extLst>
        </p:cNvPr>
        <p:cNvGrpSpPr/>
        <p:nvPr/>
      </p:nvGrpSpPr>
      <p:grpSpPr>
        <a:xfrm>
          <a:off x="0" y="0"/>
          <a:ext cx="0" cy="0"/>
          <a:chOff x="0" y="0"/>
          <a:chExt cx="0" cy="0"/>
        </a:xfrm>
      </p:grpSpPr>
      <p:sp>
        <p:nvSpPr>
          <p:cNvPr id="6" name="Text 0">
            <a:extLst>
              <a:ext uri="{FF2B5EF4-FFF2-40B4-BE49-F238E27FC236}">
                <a16:creationId xmlns:a16="http://schemas.microsoft.com/office/drawing/2014/main" id="{B8C19BAA-DC00-99EE-C229-524AA245CCA4}"/>
              </a:ext>
            </a:extLst>
          </p:cNvPr>
          <p:cNvSpPr/>
          <p:nvPr/>
        </p:nvSpPr>
        <p:spPr>
          <a:xfrm>
            <a:off x="355787" y="596052"/>
            <a:ext cx="6412942" cy="1136721"/>
          </a:xfrm>
          <a:prstGeom prst="rect">
            <a:avLst/>
          </a:prstGeom>
          <a:noFill/>
          <a:ln/>
        </p:spPr>
        <p:txBody>
          <a:bodyPr wrap="square" lIns="0" tIns="0" rIns="0" bIns="0" rtlCol="0" anchor="t"/>
          <a:lstStyle/>
          <a:p>
            <a:pPr>
              <a:lnSpc>
                <a:spcPts val="4625"/>
              </a:lnSpc>
            </a:pPr>
            <a:r>
              <a:rPr lang="en-US" sz="3708" dirty="0">
                <a:solidFill>
                  <a:srgbClr val="272D45"/>
                </a:solidFill>
                <a:latin typeface="Kanit Light" pitchFamily="34" charset="0"/>
                <a:ea typeface="Kanit Light" pitchFamily="34" charset="-122"/>
                <a:cs typeface="Kanit Light" pitchFamily="34" charset="-120"/>
              </a:rPr>
              <a:t>References</a:t>
            </a:r>
            <a:endParaRPr lang="en-US" sz="3708" dirty="0"/>
          </a:p>
        </p:txBody>
      </p:sp>
      <p:sp>
        <p:nvSpPr>
          <p:cNvPr id="7" name="Text 1">
            <a:extLst>
              <a:ext uri="{FF2B5EF4-FFF2-40B4-BE49-F238E27FC236}">
                <a16:creationId xmlns:a16="http://schemas.microsoft.com/office/drawing/2014/main" id="{4F21EE85-1704-EF22-A017-DA58B1E428CE}"/>
              </a:ext>
            </a:extLst>
          </p:cNvPr>
          <p:cNvSpPr/>
          <p:nvPr/>
        </p:nvSpPr>
        <p:spPr>
          <a:xfrm>
            <a:off x="131500" y="1532448"/>
            <a:ext cx="6412942" cy="873021"/>
          </a:xfrm>
          <a:prstGeom prst="rect">
            <a:avLst/>
          </a:prstGeom>
          <a:noFill/>
          <a:ln/>
        </p:spPr>
        <p:txBody>
          <a:bodyPr wrap="square" lIns="0" tIns="0" rIns="0" bIns="0" rtlCol="0" anchor="t"/>
          <a:lstStyle/>
          <a:p>
            <a:pPr marL="285739" indent="-285739">
              <a:lnSpc>
                <a:spcPts val="2375"/>
              </a:lnSpc>
              <a:buAutoNum type="arabicParenR"/>
            </a:pPr>
            <a:r>
              <a:rPr lang="en-US" sz="1458" dirty="0">
                <a:hlinkClick r:id="rId2"/>
              </a:rPr>
              <a:t>https://austingwalters.com/edge-detection-in-computer-vision</a:t>
            </a:r>
            <a:endParaRPr lang="en-US" sz="1458" dirty="0"/>
          </a:p>
          <a:p>
            <a:pPr marL="285739" indent="-285739">
              <a:lnSpc>
                <a:spcPts val="2375"/>
              </a:lnSpc>
              <a:buAutoNum type="arabicParenR"/>
            </a:pPr>
            <a:r>
              <a:rPr lang="en-US" sz="1458" dirty="0">
                <a:hlinkClick r:id="rId3"/>
              </a:rPr>
              <a:t>https://www.kaggle.com/datasets/tongpython/cat-and-dog</a:t>
            </a:r>
            <a:endParaRPr lang="en-US" sz="1458" dirty="0"/>
          </a:p>
          <a:p>
            <a:pPr marL="285739" indent="-285739">
              <a:lnSpc>
                <a:spcPts val="2375"/>
              </a:lnSpc>
              <a:buAutoNum type="arabicParenR"/>
            </a:pPr>
            <a:r>
              <a:rPr lang="en-US" sz="1458" dirty="0"/>
              <a:t>Google search</a:t>
            </a:r>
          </a:p>
          <a:p>
            <a:pPr marL="285739" indent="-285739">
              <a:lnSpc>
                <a:spcPts val="2375"/>
              </a:lnSpc>
              <a:buAutoNum type="arabicParenR"/>
            </a:pPr>
            <a:r>
              <a:rPr lang="en-US" sz="1458" dirty="0">
                <a:hlinkClick r:id="rId4"/>
              </a:rPr>
              <a:t>https://gamma.app/#images</a:t>
            </a:r>
            <a:endParaRPr lang="en-US" sz="1458" dirty="0"/>
          </a:p>
          <a:p>
            <a:pPr marL="285739" indent="-285739">
              <a:lnSpc>
                <a:spcPts val="2375"/>
              </a:lnSpc>
              <a:buAutoNum type="arabicParenR"/>
            </a:pPr>
            <a:r>
              <a:rPr lang="en-US" sz="1458" dirty="0">
                <a:hlinkClick r:id="rId5"/>
              </a:rPr>
              <a:t>https://www.semanticscholar.org/paper/Cats-and-dogs-Parkhi-Vedaldi/84b50ebe85f7a1721800125e7882fce8c45b5c5a</a:t>
            </a:r>
            <a:endParaRPr lang="en-US" sz="1458" dirty="0"/>
          </a:p>
          <a:p>
            <a:pPr marL="285739" indent="-285739">
              <a:lnSpc>
                <a:spcPts val="2375"/>
              </a:lnSpc>
              <a:buAutoNum type="arabicParenR"/>
            </a:pPr>
            <a:r>
              <a:rPr lang="en-US" sz="1458" dirty="0">
                <a:hlinkClick r:id="rId6"/>
              </a:rPr>
              <a:t>https://www.simplilearn.com/tutorials/deep-learning-tutorial/convolutional-neural-network</a:t>
            </a:r>
            <a:endParaRPr lang="en-US" sz="1458" dirty="0"/>
          </a:p>
          <a:p>
            <a:pPr marL="285739" indent="-285739">
              <a:lnSpc>
                <a:spcPts val="2375"/>
              </a:lnSpc>
              <a:buAutoNum type="arabicParenR"/>
            </a:pPr>
            <a:r>
              <a:rPr lang="en-US" sz="1458" dirty="0">
                <a:hlinkClick r:id="rId7"/>
              </a:rPr>
              <a:t>https://www.analyticsvidhya.com/blog/2021/08/beginners-guide-to-convolutional-neural-network-with-implementation-in-python/</a:t>
            </a:r>
            <a:endParaRPr lang="en-US" sz="1458" dirty="0"/>
          </a:p>
          <a:p>
            <a:pPr marL="285739" indent="-285739">
              <a:lnSpc>
                <a:spcPts val="2375"/>
              </a:lnSpc>
              <a:buFontTx/>
              <a:buAutoNum type="arabicParenR"/>
            </a:pPr>
            <a:r>
              <a:rPr lang="en-US" sz="1458" dirty="0"/>
              <a:t> </a:t>
            </a:r>
            <a:r>
              <a:rPr lang="en-US" sz="1458" dirty="0">
                <a:solidFill>
                  <a:srgbClr val="92D050"/>
                </a:solidFill>
                <a:hlinkClick r:id="rId8"/>
              </a:rPr>
              <a:t>https://learn.microsoft.com/en-us/azure/machine-learning/component-reference/evaluate-model?view=azureml-api-2</a:t>
            </a:r>
            <a:endParaRPr lang="en-US" sz="1458" dirty="0">
              <a:solidFill>
                <a:srgbClr val="92D050"/>
              </a:solidFill>
            </a:endParaRPr>
          </a:p>
          <a:p>
            <a:pPr>
              <a:lnSpc>
                <a:spcPts val="2375"/>
              </a:lnSpc>
            </a:pPr>
            <a:endParaRPr lang="en-US" sz="1458" dirty="0"/>
          </a:p>
          <a:p>
            <a:pPr>
              <a:lnSpc>
                <a:spcPts val="2375"/>
              </a:lnSpc>
            </a:pPr>
            <a:endParaRPr lang="en-US" sz="1458" dirty="0"/>
          </a:p>
          <a:p>
            <a:pPr marL="285739" indent="-285739">
              <a:lnSpc>
                <a:spcPts val="2375"/>
              </a:lnSpc>
              <a:buAutoNum type="arabicParenR"/>
            </a:pPr>
            <a:endParaRPr lang="en-US" sz="1458" dirty="0"/>
          </a:p>
          <a:p>
            <a:pPr>
              <a:lnSpc>
                <a:spcPts val="2375"/>
              </a:lnSpc>
            </a:pPr>
            <a:endParaRPr lang="en-US" sz="1458" dirty="0"/>
          </a:p>
        </p:txBody>
      </p:sp>
      <p:sp>
        <p:nvSpPr>
          <p:cNvPr id="8" name="Text 2">
            <a:extLst>
              <a:ext uri="{FF2B5EF4-FFF2-40B4-BE49-F238E27FC236}">
                <a16:creationId xmlns:a16="http://schemas.microsoft.com/office/drawing/2014/main" id="{625F40EF-8E73-A2AB-28D3-0F90E6DA1303}"/>
              </a:ext>
            </a:extLst>
          </p:cNvPr>
          <p:cNvSpPr/>
          <p:nvPr/>
        </p:nvSpPr>
        <p:spPr>
          <a:xfrm>
            <a:off x="355787" y="3836375"/>
            <a:ext cx="6412942" cy="873021"/>
          </a:xfrm>
          <a:prstGeom prst="rect">
            <a:avLst/>
          </a:prstGeom>
          <a:noFill/>
          <a:ln/>
        </p:spPr>
        <p:txBody>
          <a:bodyPr wrap="square" lIns="0" tIns="0" rIns="0" bIns="0" rtlCol="0" anchor="t"/>
          <a:lstStyle/>
          <a:p>
            <a:pPr>
              <a:lnSpc>
                <a:spcPts val="2375"/>
              </a:lnSpc>
            </a:pPr>
            <a:r>
              <a:rPr lang="en-US" sz="1458" dirty="0">
                <a:solidFill>
                  <a:srgbClr val="2C3249"/>
                </a:solidFill>
                <a:latin typeface="Martel Sans" pitchFamily="34" charset="0"/>
                <a:ea typeface="Martel Sans" pitchFamily="34" charset="-122"/>
                <a:cs typeface="Martel Sans" pitchFamily="34" charset="-120"/>
              </a:rPr>
              <a:t>.</a:t>
            </a:r>
            <a:endParaRPr lang="en-US" sz="1458" dirty="0"/>
          </a:p>
        </p:txBody>
      </p:sp>
      <p:pic>
        <p:nvPicPr>
          <p:cNvPr id="9" name="Picture 8">
            <a:extLst>
              <a:ext uri="{FF2B5EF4-FFF2-40B4-BE49-F238E27FC236}">
                <a16:creationId xmlns:a16="http://schemas.microsoft.com/office/drawing/2014/main" id="{E4261317-EFCA-21FA-A164-25164DE16C26}"/>
              </a:ext>
            </a:extLst>
          </p:cNvPr>
          <p:cNvPicPr>
            <a:picLocks noChangeAspect="1"/>
          </p:cNvPicPr>
          <p:nvPr/>
        </p:nvPicPr>
        <p:blipFill>
          <a:blip r:embed="rId9"/>
          <a:stretch>
            <a:fillRect/>
          </a:stretch>
        </p:blipFill>
        <p:spPr>
          <a:xfrm>
            <a:off x="6543743" y="0"/>
            <a:ext cx="5753346" cy="6261948"/>
          </a:xfrm>
          <a:prstGeom prst="rect">
            <a:avLst/>
          </a:prstGeom>
        </p:spPr>
      </p:pic>
    </p:spTree>
    <p:extLst>
      <p:ext uri="{BB962C8B-B14F-4D97-AF65-F5344CB8AC3E}">
        <p14:creationId xmlns:p14="http://schemas.microsoft.com/office/powerpoint/2010/main" val="26560638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716A9-A644-9876-9A7F-4E1A8965BBCB}"/>
            </a:ext>
          </a:extLst>
        </p:cNvPr>
        <p:cNvGrpSpPr/>
        <p:nvPr/>
      </p:nvGrpSpPr>
      <p:grpSpPr>
        <a:xfrm>
          <a:off x="0" y="0"/>
          <a:ext cx="0" cy="0"/>
          <a:chOff x="0" y="0"/>
          <a:chExt cx="0" cy="0"/>
        </a:xfrm>
      </p:grpSpPr>
      <p:sp>
        <p:nvSpPr>
          <p:cNvPr id="6" name="Text 0">
            <a:extLst>
              <a:ext uri="{FF2B5EF4-FFF2-40B4-BE49-F238E27FC236}">
                <a16:creationId xmlns:a16="http://schemas.microsoft.com/office/drawing/2014/main" id="{F74BC5D6-85D7-322E-5CC8-82B4E034FD73}"/>
              </a:ext>
            </a:extLst>
          </p:cNvPr>
          <p:cNvSpPr/>
          <p:nvPr/>
        </p:nvSpPr>
        <p:spPr>
          <a:xfrm>
            <a:off x="405853" y="528523"/>
            <a:ext cx="6297018" cy="744720"/>
          </a:xfrm>
          <a:prstGeom prst="rect">
            <a:avLst/>
          </a:prstGeom>
          <a:noFill/>
          <a:ln/>
        </p:spPr>
        <p:txBody>
          <a:bodyPr wrap="square" lIns="0" tIns="0" rIns="0" bIns="0" rtlCol="0" anchor="t"/>
          <a:lstStyle/>
          <a:p>
            <a:pPr>
              <a:lnSpc>
                <a:spcPts val="4625"/>
              </a:lnSpc>
            </a:pPr>
            <a:r>
              <a:rPr lang="en-US" sz="3708" dirty="0">
                <a:solidFill>
                  <a:srgbClr val="272D45"/>
                </a:solidFill>
                <a:latin typeface="Kanit Light" pitchFamily="34" charset="0"/>
                <a:ea typeface="Kanit Light" pitchFamily="34" charset="-122"/>
              </a:rPr>
              <a:t>Next Week Topics</a:t>
            </a:r>
            <a:endParaRPr lang="en-US" sz="3708" dirty="0"/>
          </a:p>
        </p:txBody>
      </p:sp>
      <p:sp>
        <p:nvSpPr>
          <p:cNvPr id="7" name="Text 1">
            <a:extLst>
              <a:ext uri="{FF2B5EF4-FFF2-40B4-BE49-F238E27FC236}">
                <a16:creationId xmlns:a16="http://schemas.microsoft.com/office/drawing/2014/main" id="{9A4664AA-2BEA-CB93-471F-886C9992349D}"/>
              </a:ext>
            </a:extLst>
          </p:cNvPr>
          <p:cNvSpPr/>
          <p:nvPr/>
        </p:nvSpPr>
        <p:spPr>
          <a:xfrm>
            <a:off x="560982" y="1433219"/>
            <a:ext cx="6297018" cy="3151799"/>
          </a:xfrm>
          <a:prstGeom prst="rect">
            <a:avLst/>
          </a:prstGeom>
          <a:noFill/>
          <a:ln/>
        </p:spPr>
        <p:txBody>
          <a:bodyPr wrap="square" lIns="0" tIns="0" rIns="0" bIns="0" rtlCol="0" anchor="t"/>
          <a:lstStyle/>
          <a:p>
            <a:pPr marL="285750" indent="-285750">
              <a:lnSpc>
                <a:spcPts val="2375"/>
              </a:lnSpc>
              <a:buFont typeface="Arial" panose="020B0604020202020204" pitchFamily="34" charset="0"/>
              <a:buChar char="•"/>
            </a:pPr>
            <a:r>
              <a:rPr lang="en-US" sz="1458" dirty="0"/>
              <a:t>CNN Training Process</a:t>
            </a:r>
          </a:p>
          <a:p>
            <a:pPr marL="285750" indent="-285750">
              <a:lnSpc>
                <a:spcPts val="2375"/>
              </a:lnSpc>
              <a:buFont typeface="Arial" panose="020B0604020202020204" pitchFamily="34" charset="0"/>
              <a:buChar char="•"/>
            </a:pPr>
            <a:r>
              <a:rPr lang="en-US" sz="1458" dirty="0"/>
              <a:t>Loss Function</a:t>
            </a:r>
          </a:p>
          <a:p>
            <a:pPr marL="285750" indent="-285750">
              <a:lnSpc>
                <a:spcPts val="2375"/>
              </a:lnSpc>
              <a:buFont typeface="Arial" panose="020B0604020202020204" pitchFamily="34" charset="0"/>
              <a:buChar char="•"/>
            </a:pPr>
            <a:r>
              <a:rPr lang="en-US" sz="1458" dirty="0"/>
              <a:t>Different types of Activation Functions</a:t>
            </a:r>
          </a:p>
          <a:p>
            <a:pPr marL="285750" indent="-285750">
              <a:lnSpc>
                <a:spcPts val="2375"/>
              </a:lnSpc>
              <a:buFont typeface="Arial" panose="020B0604020202020204" pitchFamily="34" charset="0"/>
              <a:buChar char="•"/>
            </a:pPr>
            <a:r>
              <a:rPr lang="en-US" sz="1458" dirty="0"/>
              <a:t>Back propagation Algorithm</a:t>
            </a:r>
          </a:p>
          <a:p>
            <a:pPr marL="285750" indent="-285750">
              <a:lnSpc>
                <a:spcPts val="2375"/>
              </a:lnSpc>
              <a:buFont typeface="Arial" panose="020B0604020202020204" pitchFamily="34" charset="0"/>
              <a:buChar char="•"/>
            </a:pPr>
            <a:r>
              <a:rPr lang="en-US" sz="1458" dirty="0"/>
              <a:t>Common Problems in Machine Vision</a:t>
            </a:r>
          </a:p>
          <a:p>
            <a:pPr marL="285750" indent="-285750">
              <a:lnSpc>
                <a:spcPts val="2375"/>
              </a:lnSpc>
              <a:buFont typeface="Arial" panose="020B0604020202020204" pitchFamily="34" charset="0"/>
              <a:buChar char="•"/>
            </a:pPr>
            <a:r>
              <a:rPr lang="en-US" sz="1458" dirty="0"/>
              <a:t>CNN Solutions</a:t>
            </a:r>
          </a:p>
          <a:p>
            <a:pPr>
              <a:lnSpc>
                <a:spcPts val="2375"/>
              </a:lnSpc>
            </a:pPr>
            <a:endParaRPr lang="en-US" sz="1458" dirty="0"/>
          </a:p>
          <a:p>
            <a:pPr marL="285739" indent="-285739">
              <a:lnSpc>
                <a:spcPts val="2375"/>
              </a:lnSpc>
              <a:buAutoNum type="arabicParenR"/>
            </a:pPr>
            <a:endParaRPr lang="en-US" sz="1458" dirty="0"/>
          </a:p>
          <a:p>
            <a:pPr marL="285739" indent="-285739">
              <a:lnSpc>
                <a:spcPts val="2375"/>
              </a:lnSpc>
              <a:buAutoNum type="arabicParenR"/>
            </a:pPr>
            <a:endParaRPr lang="en-US" sz="1458" dirty="0"/>
          </a:p>
          <a:p>
            <a:pPr marL="285739" indent="-285739">
              <a:lnSpc>
                <a:spcPts val="2375"/>
              </a:lnSpc>
              <a:buAutoNum type="arabicParenR"/>
            </a:pPr>
            <a:endParaRPr lang="en-US" sz="1458" dirty="0"/>
          </a:p>
        </p:txBody>
      </p:sp>
      <p:sp>
        <p:nvSpPr>
          <p:cNvPr id="8" name="Text 2">
            <a:extLst>
              <a:ext uri="{FF2B5EF4-FFF2-40B4-BE49-F238E27FC236}">
                <a16:creationId xmlns:a16="http://schemas.microsoft.com/office/drawing/2014/main" id="{5535337E-A3A8-A371-4C7B-93C2946C9D6E}"/>
              </a:ext>
            </a:extLst>
          </p:cNvPr>
          <p:cNvSpPr/>
          <p:nvPr/>
        </p:nvSpPr>
        <p:spPr>
          <a:xfrm>
            <a:off x="661492" y="4267696"/>
            <a:ext cx="6297018" cy="907257"/>
          </a:xfrm>
          <a:prstGeom prst="rect">
            <a:avLst/>
          </a:prstGeom>
          <a:noFill/>
          <a:ln/>
        </p:spPr>
        <p:txBody>
          <a:bodyPr wrap="square" lIns="0" tIns="0" rIns="0" bIns="0" rtlCol="0" anchor="t"/>
          <a:lstStyle/>
          <a:p>
            <a:pPr>
              <a:lnSpc>
                <a:spcPts val="2375"/>
              </a:lnSpc>
            </a:pPr>
            <a:r>
              <a:rPr lang="en-US" sz="1458" dirty="0">
                <a:solidFill>
                  <a:srgbClr val="2C3249"/>
                </a:solidFill>
                <a:latin typeface="Martel Sans" pitchFamily="34" charset="0"/>
                <a:ea typeface="Martel Sans" pitchFamily="34" charset="-122"/>
                <a:cs typeface="Martel Sans" pitchFamily="34" charset="-120"/>
              </a:rPr>
              <a:t>.</a:t>
            </a:r>
            <a:endParaRPr lang="en-US" sz="1458" dirty="0"/>
          </a:p>
        </p:txBody>
      </p:sp>
      <p:pic>
        <p:nvPicPr>
          <p:cNvPr id="9" name="Picture 8">
            <a:extLst>
              <a:ext uri="{FF2B5EF4-FFF2-40B4-BE49-F238E27FC236}">
                <a16:creationId xmlns:a16="http://schemas.microsoft.com/office/drawing/2014/main" id="{E6649A99-0DBE-DD4E-1AD4-87D2DD35AFF0}"/>
              </a:ext>
            </a:extLst>
          </p:cNvPr>
          <p:cNvPicPr>
            <a:picLocks noChangeAspect="1"/>
          </p:cNvPicPr>
          <p:nvPr/>
        </p:nvPicPr>
        <p:blipFill>
          <a:blip r:embed="rId2"/>
          <a:stretch>
            <a:fillRect/>
          </a:stretch>
        </p:blipFill>
        <p:spPr>
          <a:xfrm>
            <a:off x="6858000" y="2531"/>
            <a:ext cx="5334000" cy="6290113"/>
          </a:xfrm>
          <a:prstGeom prst="rect">
            <a:avLst/>
          </a:prstGeom>
        </p:spPr>
      </p:pic>
    </p:spTree>
    <p:extLst>
      <p:ext uri="{BB962C8B-B14F-4D97-AF65-F5344CB8AC3E}">
        <p14:creationId xmlns:p14="http://schemas.microsoft.com/office/powerpoint/2010/main" val="1847159851"/>
      </p:ext>
    </p:extLst>
  </p:cSld>
  <p:clrMapOvr>
    <a:masterClrMapping/>
  </p:clrMapOvr>
</p:sld>
</file>

<file path=ppt/theme/theme1.xml><?xml version="1.0" encoding="utf-8"?>
<a:theme xmlns:a="http://schemas.openxmlformats.org/drawingml/2006/main" name="Office Theme">
  <a:themeElements>
    <a:clrScheme name="Algonquin College Colours">
      <a:dk1>
        <a:srgbClr val="423F3F"/>
      </a:dk1>
      <a:lt1>
        <a:sysClr val="window" lastClr="FFFFFF"/>
      </a:lt1>
      <a:dk2>
        <a:srgbClr val="00673E"/>
      </a:dk2>
      <a:lt2>
        <a:srgbClr val="FFFFFF"/>
      </a:lt2>
      <a:accent1>
        <a:srgbClr val="00673E"/>
      </a:accent1>
      <a:accent2>
        <a:srgbClr val="599A83"/>
      </a:accent2>
      <a:accent3>
        <a:srgbClr val="A6C8BC"/>
      </a:accent3>
      <a:accent4>
        <a:srgbClr val="408A70"/>
      </a:accent4>
      <a:accent5>
        <a:srgbClr val="423F3F"/>
      </a:accent5>
      <a:accent6>
        <a:srgbClr val="B4B2B5"/>
      </a:accent6>
      <a:hlink>
        <a:srgbClr val="43B02A"/>
      </a:hlink>
      <a:folHlink>
        <a:srgbClr val="7AC143"/>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lesson-template-nov2017</Template>
  <TotalTime>10349</TotalTime>
  <Words>1795</Words>
  <Application>Microsoft Macintosh PowerPoint</Application>
  <PresentationFormat>Widescreen</PresentationFormat>
  <Paragraphs>279</Paragraphs>
  <Slides>37</Slides>
  <Notes>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37</vt:i4>
      </vt:variant>
    </vt:vector>
  </HeadingPairs>
  <TitlesOfParts>
    <vt:vector size="46" baseType="lpstr">
      <vt:lpstr>Aptos</vt:lpstr>
      <vt:lpstr>Arial</vt:lpstr>
      <vt:lpstr>Inter</vt:lpstr>
      <vt:lpstr>Inter Bold</vt:lpstr>
      <vt:lpstr>Kanit Light</vt:lpstr>
      <vt:lpstr>Martel Sans</vt:lpstr>
      <vt:lpstr>Nunito</vt:lpstr>
      <vt:lpstr>Wingdings</vt:lpstr>
      <vt:lpstr>Office Theme</vt:lpstr>
      <vt:lpstr>Convolutional Neural Networks (CNN) in  Machine Vision</vt:lpstr>
      <vt:lpstr>PowerPoint Presentation</vt:lpstr>
      <vt:lpstr>PowerPoint Presentation</vt:lpstr>
      <vt:lpstr>PowerPoint Presentation</vt:lpstr>
      <vt:lpstr>PowerPoint Presentation</vt:lpstr>
      <vt:lpstr>PowerPoint Presentation</vt:lpstr>
      <vt:lpstr>PowerPoint Presentation</vt:lpstr>
      <vt:lpstr>CNN Architecture</vt:lpstr>
      <vt:lpstr>PowerPoint Presentation</vt:lpstr>
      <vt:lpstr>Deep Dive into Convolutional Layers</vt:lpstr>
      <vt:lpstr>PowerPoint Presentation</vt:lpstr>
      <vt:lpstr>PowerPoint Presentation</vt:lpstr>
      <vt:lpstr>PowerPoint Presentation</vt:lpstr>
      <vt:lpstr>PowerPoint Presentation</vt:lpstr>
      <vt:lpstr>PowerPoint Presentation</vt:lpstr>
      <vt:lpstr>Convolutional Layers</vt:lpstr>
      <vt:lpstr>PowerPoint Presentation</vt:lpstr>
      <vt:lpstr>Pooling Layers</vt:lpstr>
      <vt:lpstr>PowerPoint Presentation</vt:lpstr>
      <vt:lpstr>PowerPoint Presentation</vt:lpstr>
      <vt:lpstr>Fully Connected Layers</vt:lpstr>
      <vt:lpstr>PowerPoint Presentation</vt:lpstr>
      <vt:lpstr>PowerPoint Presentation</vt:lpstr>
      <vt:lpstr>PowerPoint Presentation</vt:lpstr>
      <vt:lpstr>PowerPoint Presentation</vt:lpstr>
      <vt:lpstr>PowerPoint Presentation</vt:lpstr>
      <vt:lpstr>PowerPoint Presentation</vt:lpstr>
      <vt:lpstr>Applications of CNNs</vt:lpstr>
      <vt:lpstr>PowerPoint Presentation</vt:lpstr>
      <vt:lpstr>Performance Evaluation Metrics</vt:lpstr>
      <vt:lpstr>Performance Evaluation Metrics</vt:lpstr>
      <vt:lpstr>Performance Evaluation Metrics</vt:lpstr>
      <vt:lpstr>Confusion Matrix</vt:lpstr>
      <vt:lpstr>Performance Evaluation Metrics</vt:lpstr>
      <vt:lpstr>Ethical Considerations and Bias in CNNs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Convolutional Neural Networks (CNNs)</dc:title>
  <dc:creator>Wassim El Ahmar</dc:creator>
  <cp:lastModifiedBy>Stephin Rachel Thomas</cp:lastModifiedBy>
  <cp:revision>160</cp:revision>
  <dcterms:created xsi:type="dcterms:W3CDTF">2024-01-01T00:03:22Z</dcterms:created>
  <dcterms:modified xsi:type="dcterms:W3CDTF">2026-02-04T23:03:24Z</dcterms:modified>
</cp:coreProperties>
</file>