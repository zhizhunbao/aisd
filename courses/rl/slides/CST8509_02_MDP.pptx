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0"/>
  </p:notesMasterIdLst>
  <p:handoutMasterIdLst>
    <p:handoutMasterId r:id="rId21"/>
  </p:handoutMasterIdLst>
  <p:sldIdLst>
    <p:sldId id="257" r:id="rId2"/>
    <p:sldId id="424" r:id="rId3"/>
    <p:sldId id="426" r:id="rId4"/>
    <p:sldId id="425" r:id="rId5"/>
    <p:sldId id="439" r:id="rId6"/>
    <p:sldId id="440" r:id="rId7"/>
    <p:sldId id="441" r:id="rId8"/>
    <p:sldId id="415" r:id="rId9"/>
    <p:sldId id="355" r:id="rId10"/>
    <p:sldId id="416" r:id="rId11"/>
    <p:sldId id="417" r:id="rId12"/>
    <p:sldId id="418" r:id="rId13"/>
    <p:sldId id="419" r:id="rId14"/>
    <p:sldId id="420" r:id="rId15"/>
    <p:sldId id="421" r:id="rId16"/>
    <p:sldId id="422" r:id="rId17"/>
    <p:sldId id="423" r:id="rId18"/>
    <p:sldId id="341" r:id="rId19"/>
  </p:sldIdLst>
  <p:sldSz cx="16257588" cy="9144000"/>
  <p:notesSz cx="6858000" cy="9144000"/>
  <p:defaultText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51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B02A"/>
    <a:srgbClr val="267A52"/>
    <a:srgbClr val="00673E"/>
    <a:srgbClr val="006643"/>
    <a:srgbClr val="589278"/>
    <a:srgbClr val="7AC1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89" autoAdjust="0"/>
    <p:restoredTop sz="94830" autoAdjust="0"/>
  </p:normalViewPr>
  <p:slideViewPr>
    <p:cSldViewPr snapToGrid="0" snapToObjects="1">
      <p:cViewPr varScale="1">
        <p:scale>
          <a:sx n="91" d="100"/>
          <a:sy n="91" d="100"/>
        </p:scale>
        <p:origin x="704" y="184"/>
      </p:cViewPr>
      <p:guideLst>
        <p:guide orient="horz" pos="2880"/>
        <p:guide pos="5121"/>
      </p:guideLst>
    </p:cSldViewPr>
  </p:slideViewPr>
  <p:outlineViewPr>
    <p:cViewPr>
      <p:scale>
        <a:sx n="33" d="100"/>
        <a:sy n="33" d="100"/>
      </p:scale>
      <p:origin x="0" y="538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678AF4-5E64-AC4C-BB17-179E924E563F}" type="datetimeFigureOut">
              <a:rPr lang="en-US" smtClean="0"/>
              <a:t>1/19/26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BC6A53-3777-FA4B-999B-678D40C4B3AE}" type="slidenum">
              <a:rPr lang="en-US" smtClean="0"/>
              <a:t>‹#›</a:t>
            </a:fld>
            <a:endParaRPr lang="en-US"/>
          </a:p>
        </p:txBody>
      </p:sp>
    </p:spTree>
    <p:extLst>
      <p:ext uri="{BB962C8B-B14F-4D97-AF65-F5344CB8AC3E}">
        <p14:creationId xmlns:p14="http://schemas.microsoft.com/office/powerpoint/2010/main" val="33504137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DBA0A7F-40AB-B84E-BA8C-8861397EF456}" type="datetimeFigureOut">
              <a:rPr lang="en-US" smtClean="0"/>
              <a:t>1/8/26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B51CE3-F1EC-6B4D-8B6D-86D363C89BAA}" type="slidenum">
              <a:rPr lang="en-US" smtClean="0"/>
              <a:t>‹#›</a:t>
            </a:fld>
            <a:endParaRPr lang="en-US"/>
          </a:p>
        </p:txBody>
      </p:sp>
    </p:spTree>
    <p:extLst>
      <p:ext uri="{BB962C8B-B14F-4D97-AF65-F5344CB8AC3E}">
        <p14:creationId xmlns:p14="http://schemas.microsoft.com/office/powerpoint/2010/main" val="3901875955"/>
      </p:ext>
    </p:extLst>
  </p:cSld>
  <p:clrMap bg1="lt1" tx1="dk1" bg2="lt2" tx2="dk2" accent1="accent1" accent2="accent2" accent3="accent3" accent4="accent4" accent5="accent5" accent6="accent6" hlink="hlink" folHlink="folHlink"/>
  <p:hf hdr="0" ftr="0" dt="0"/>
  <p:notesStyle>
    <a:lvl1pPr marL="0" algn="l" defTabSz="781583" rtl="0" eaLnBrk="1" latinLnBrk="0" hangingPunct="1">
      <a:defRPr sz="2100" kern="1200">
        <a:solidFill>
          <a:schemeClr val="tx1"/>
        </a:solidFill>
        <a:latin typeface="+mn-lt"/>
        <a:ea typeface="+mn-ea"/>
        <a:cs typeface="+mn-cs"/>
      </a:defRPr>
    </a:lvl1pPr>
    <a:lvl2pPr marL="781583" algn="l" defTabSz="781583" rtl="0" eaLnBrk="1" latinLnBrk="0" hangingPunct="1">
      <a:defRPr sz="2100" kern="1200">
        <a:solidFill>
          <a:schemeClr val="tx1"/>
        </a:solidFill>
        <a:latin typeface="+mn-lt"/>
        <a:ea typeface="+mn-ea"/>
        <a:cs typeface="+mn-cs"/>
      </a:defRPr>
    </a:lvl2pPr>
    <a:lvl3pPr marL="1563167" algn="l" defTabSz="781583" rtl="0" eaLnBrk="1" latinLnBrk="0" hangingPunct="1">
      <a:defRPr sz="2100" kern="1200">
        <a:solidFill>
          <a:schemeClr val="tx1"/>
        </a:solidFill>
        <a:latin typeface="+mn-lt"/>
        <a:ea typeface="+mn-ea"/>
        <a:cs typeface="+mn-cs"/>
      </a:defRPr>
    </a:lvl3pPr>
    <a:lvl4pPr marL="2344750" algn="l" defTabSz="781583" rtl="0" eaLnBrk="1" latinLnBrk="0" hangingPunct="1">
      <a:defRPr sz="2100" kern="1200">
        <a:solidFill>
          <a:schemeClr val="tx1"/>
        </a:solidFill>
        <a:latin typeface="+mn-lt"/>
        <a:ea typeface="+mn-ea"/>
        <a:cs typeface="+mn-cs"/>
      </a:defRPr>
    </a:lvl4pPr>
    <a:lvl5pPr marL="3126334" algn="l" defTabSz="781583" rtl="0" eaLnBrk="1" latinLnBrk="0" hangingPunct="1">
      <a:defRPr sz="2100" kern="1200">
        <a:solidFill>
          <a:schemeClr val="tx1"/>
        </a:solidFill>
        <a:latin typeface="+mn-lt"/>
        <a:ea typeface="+mn-ea"/>
        <a:cs typeface="+mn-cs"/>
      </a:defRPr>
    </a:lvl5pPr>
    <a:lvl6pPr marL="3907917" algn="l" defTabSz="781583" rtl="0" eaLnBrk="1" latinLnBrk="0" hangingPunct="1">
      <a:defRPr sz="2100" kern="1200">
        <a:solidFill>
          <a:schemeClr val="tx1"/>
        </a:solidFill>
        <a:latin typeface="+mn-lt"/>
        <a:ea typeface="+mn-ea"/>
        <a:cs typeface="+mn-cs"/>
      </a:defRPr>
    </a:lvl6pPr>
    <a:lvl7pPr marL="4689500" algn="l" defTabSz="781583" rtl="0" eaLnBrk="1" latinLnBrk="0" hangingPunct="1">
      <a:defRPr sz="2100" kern="1200">
        <a:solidFill>
          <a:schemeClr val="tx1"/>
        </a:solidFill>
        <a:latin typeface="+mn-lt"/>
        <a:ea typeface="+mn-ea"/>
        <a:cs typeface="+mn-cs"/>
      </a:defRPr>
    </a:lvl7pPr>
    <a:lvl8pPr marL="5471084" algn="l" defTabSz="781583" rtl="0" eaLnBrk="1" latinLnBrk="0" hangingPunct="1">
      <a:defRPr sz="2100" kern="1200">
        <a:solidFill>
          <a:schemeClr val="tx1"/>
        </a:solidFill>
        <a:latin typeface="+mn-lt"/>
        <a:ea typeface="+mn-ea"/>
        <a:cs typeface="+mn-cs"/>
      </a:defRPr>
    </a:lvl8pPr>
    <a:lvl9pPr marL="6252667" algn="l" defTabSz="781583" rtl="0" eaLnBrk="1" latinLnBrk="0" hangingPunct="1">
      <a:defRPr sz="21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8.emf"/><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ctrTitle" hasCustomPrompt="1"/>
          </p:nvPr>
        </p:nvSpPr>
        <p:spPr>
          <a:xfrm>
            <a:off x="812882" y="1716573"/>
            <a:ext cx="9668510" cy="2180690"/>
          </a:xfrm>
        </p:spPr>
        <p:txBody>
          <a:bodyPr anchor="b"/>
          <a:lstStyle>
            <a:lvl1pPr>
              <a:defRPr>
                <a:solidFill>
                  <a:schemeClr val="bg1"/>
                </a:solidFill>
              </a:defRPr>
            </a:lvl1pPr>
          </a:lstStyle>
          <a:p>
            <a:r>
              <a:rPr lang="en-CA" dirty="0"/>
              <a:t>This is your presentation title</a:t>
            </a:r>
            <a:endParaRPr lang="en-US" dirty="0"/>
          </a:p>
        </p:txBody>
      </p:sp>
      <p:sp>
        <p:nvSpPr>
          <p:cNvPr id="3" name="Subtitle 2"/>
          <p:cNvSpPr>
            <a:spLocks noGrp="1"/>
          </p:cNvSpPr>
          <p:nvPr>
            <p:ph type="subTitle" idx="1" hasCustomPrompt="1"/>
          </p:nvPr>
        </p:nvSpPr>
        <p:spPr>
          <a:xfrm>
            <a:off x="812881" y="4032727"/>
            <a:ext cx="12157629" cy="2336800"/>
          </a:xfrm>
        </p:spPr>
        <p:txBody>
          <a:bodyPr lIns="0" tIns="0" rIns="0" bIns="0">
            <a:noAutofit/>
          </a:bodyPr>
          <a:lstStyle>
            <a:lvl1pPr marL="0" indent="0" algn="l">
              <a:lnSpc>
                <a:spcPct val="100000"/>
              </a:lnSpc>
              <a:buNone/>
              <a:defRPr sz="4800" baseline="0">
                <a:solidFill>
                  <a:schemeClr val="accent3"/>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Presentation subtitle or brief one-sentence description.</a:t>
            </a:r>
            <a:endParaRPr lang="en-US" dirty="0"/>
          </a:p>
        </p:txBody>
      </p:sp>
      <p:sp>
        <p:nvSpPr>
          <p:cNvPr id="5" name="Text Placeholder 4"/>
          <p:cNvSpPr>
            <a:spLocks noGrp="1"/>
          </p:cNvSpPr>
          <p:nvPr>
            <p:ph type="body" sz="quarter" idx="10" hasCustomPrompt="1"/>
          </p:nvPr>
        </p:nvSpPr>
        <p:spPr>
          <a:xfrm>
            <a:off x="829733" y="7346545"/>
            <a:ext cx="7145607" cy="993775"/>
          </a:xfrm>
        </p:spPr>
        <p:txBody>
          <a:bodyPr anchor="b"/>
          <a:lstStyle>
            <a:lvl1pPr>
              <a:defRPr baseline="0">
                <a:solidFill>
                  <a:schemeClr val="bg1"/>
                </a:solidFill>
              </a:defRPr>
            </a:lvl1pPr>
          </a:lstStyle>
          <a:p>
            <a:pPr lvl="0"/>
            <a:r>
              <a:rPr lang="en-CA" dirty="0"/>
              <a:t>Month 24th, 2017</a:t>
            </a:r>
            <a:endParaRPr lang="en-US" dirty="0"/>
          </a:p>
        </p:txBody>
      </p:sp>
      <p:pic>
        <p:nvPicPr>
          <p:cNvPr id="4" name="Picture 3" descr="ac-logo.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2057728" y="825406"/>
            <a:ext cx="3390900" cy="711200"/>
          </a:xfrm>
          <a:prstGeom prst="rect">
            <a:avLst/>
          </a:prstGeom>
        </p:spPr>
      </p:pic>
    </p:spTree>
    <p:extLst>
      <p:ext uri="{BB962C8B-B14F-4D97-AF65-F5344CB8AC3E}">
        <p14:creationId xmlns:p14="http://schemas.microsoft.com/office/powerpoint/2010/main" val="3644026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eparator">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14" name="Picture 13"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015978"/>
            <a:ext cx="16257588" cy="1739093"/>
          </a:xfrm>
          <a:prstGeom prst="rect">
            <a:avLst/>
          </a:prstGeom>
        </p:spPr>
      </p:pic>
      <p:sp>
        <p:nvSpPr>
          <p:cNvPr id="2" name="Title 1"/>
          <p:cNvSpPr>
            <a:spLocks noGrp="1"/>
          </p:cNvSpPr>
          <p:nvPr>
            <p:ph type="title" hasCustomPrompt="1"/>
          </p:nvPr>
        </p:nvSpPr>
        <p:spPr>
          <a:xfrm>
            <a:off x="812880" y="2059516"/>
            <a:ext cx="9668513" cy="1816101"/>
          </a:xfrm>
        </p:spPr>
        <p:txBody>
          <a:bodyPr anchor="b">
            <a:noAutofit/>
          </a:bodyPr>
          <a:lstStyle>
            <a:lvl1pPr algn="l">
              <a:lnSpc>
                <a:spcPct val="100000"/>
              </a:lnSpc>
              <a:defRPr sz="4800" b="1" cap="none" baseline="0">
                <a:solidFill>
                  <a:srgbClr val="FFFFFF"/>
                </a:solidFill>
              </a:defRPr>
            </a:lvl1pPr>
          </a:lstStyle>
          <a:p>
            <a:r>
              <a:rPr lang="en-CA" dirty="0"/>
              <a:t>Chapter or Section title</a:t>
            </a:r>
            <a:endParaRPr lang="en-US" dirty="0"/>
          </a:p>
        </p:txBody>
      </p:sp>
      <p:sp>
        <p:nvSpPr>
          <p:cNvPr id="3" name="Text Placeholder 2"/>
          <p:cNvSpPr>
            <a:spLocks noGrp="1"/>
          </p:cNvSpPr>
          <p:nvPr>
            <p:ph type="body" idx="1" hasCustomPrompt="1"/>
          </p:nvPr>
        </p:nvSpPr>
        <p:spPr>
          <a:xfrm>
            <a:off x="812881" y="4083762"/>
            <a:ext cx="9668512" cy="2000250"/>
          </a:xfrm>
        </p:spPr>
        <p:txBody>
          <a:bodyPr lIns="0" tIns="0" rIns="0" bIns="0" anchor="t"/>
          <a:lstStyle>
            <a:lvl1pPr marL="0" indent="0">
              <a:lnSpc>
                <a:spcPct val="100000"/>
              </a:lnSpc>
              <a:buNone/>
              <a:defRPr sz="3400" baseline="0">
                <a:solidFill>
                  <a:srgbClr val="A6C8BC"/>
                </a:solidFill>
              </a:defRPr>
            </a:lvl1pPr>
            <a:lvl2pPr marL="781583" indent="0">
              <a:buNone/>
              <a:defRPr sz="3100">
                <a:solidFill>
                  <a:schemeClr val="tx1">
                    <a:tint val="75000"/>
                  </a:schemeClr>
                </a:solidFill>
              </a:defRPr>
            </a:lvl2pPr>
            <a:lvl3pPr marL="1563167" indent="0">
              <a:buNone/>
              <a:defRPr sz="2700">
                <a:solidFill>
                  <a:schemeClr val="tx1">
                    <a:tint val="75000"/>
                  </a:schemeClr>
                </a:solidFill>
              </a:defRPr>
            </a:lvl3pPr>
            <a:lvl4pPr marL="2344750" indent="0">
              <a:buNone/>
              <a:defRPr sz="2400">
                <a:solidFill>
                  <a:schemeClr val="tx1">
                    <a:tint val="75000"/>
                  </a:schemeClr>
                </a:solidFill>
              </a:defRPr>
            </a:lvl4pPr>
            <a:lvl5pPr marL="3126334" indent="0">
              <a:buNone/>
              <a:defRPr sz="2400">
                <a:solidFill>
                  <a:schemeClr val="tx1">
                    <a:tint val="75000"/>
                  </a:schemeClr>
                </a:solidFill>
              </a:defRPr>
            </a:lvl5pPr>
            <a:lvl6pPr marL="3907917" indent="0">
              <a:buNone/>
              <a:defRPr sz="2400">
                <a:solidFill>
                  <a:schemeClr val="tx1">
                    <a:tint val="75000"/>
                  </a:schemeClr>
                </a:solidFill>
              </a:defRPr>
            </a:lvl6pPr>
            <a:lvl7pPr marL="4689500" indent="0">
              <a:buNone/>
              <a:defRPr sz="2400">
                <a:solidFill>
                  <a:schemeClr val="tx1">
                    <a:tint val="75000"/>
                  </a:schemeClr>
                </a:solidFill>
              </a:defRPr>
            </a:lvl7pPr>
            <a:lvl8pPr marL="5471084" indent="0">
              <a:buNone/>
              <a:defRPr sz="2400">
                <a:solidFill>
                  <a:schemeClr val="tx1">
                    <a:tint val="75000"/>
                  </a:schemeClr>
                </a:solidFill>
              </a:defRPr>
            </a:lvl8pPr>
            <a:lvl9pPr marL="6252667" indent="0">
              <a:buNone/>
              <a:defRPr sz="2400">
                <a:solidFill>
                  <a:schemeClr val="tx1">
                    <a:tint val="75000"/>
                  </a:schemeClr>
                </a:solidFill>
              </a:defRPr>
            </a:lvl9pPr>
          </a:lstStyle>
          <a:p>
            <a:pPr lvl="0"/>
            <a:r>
              <a:rPr lang="en-CA" dirty="0"/>
              <a:t>Brief description or intro to this section</a:t>
            </a:r>
          </a:p>
        </p:txBody>
      </p:sp>
      <p:pic>
        <p:nvPicPr>
          <p:cNvPr id="10" name="Picture 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4618893" y="689942"/>
            <a:ext cx="965199" cy="711200"/>
          </a:xfrm>
          <a:prstGeom prst="rect">
            <a:avLst/>
          </a:prstGeom>
        </p:spPr>
      </p:pic>
      <p:sp>
        <p:nvSpPr>
          <p:cNvPr id="15" name="Slide Number Placeholder 8"/>
          <p:cNvSpPr>
            <a:spLocks noGrp="1"/>
          </p:cNvSpPr>
          <p:nvPr>
            <p:ph type="sldNum" sz="quarter" idx="11"/>
          </p:nvPr>
        </p:nvSpPr>
        <p:spPr>
          <a:xfrm>
            <a:off x="199082" y="8497455"/>
            <a:ext cx="529132" cy="486834"/>
          </a:xfrm>
        </p:spPr>
        <p:txBody>
          <a:bodyPr/>
          <a:lstStyle>
            <a:lvl1pPr>
              <a:defRPr>
                <a:solidFill>
                  <a:srgbClr val="96B7A6"/>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8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Author">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3335758" y="2404534"/>
            <a:ext cx="4633424" cy="4303580"/>
          </a:xfrm>
        </p:spPr>
        <p:txBody>
          <a:bodyPr/>
          <a:lstStyle/>
          <a:p>
            <a:r>
              <a:rPr lang="en-US" dirty="0"/>
              <a:t>Author Photo</a:t>
            </a:r>
          </a:p>
        </p:txBody>
      </p:sp>
      <p:sp>
        <p:nvSpPr>
          <p:cNvPr id="11" name="Text Placeholder 10"/>
          <p:cNvSpPr>
            <a:spLocks noGrp="1"/>
          </p:cNvSpPr>
          <p:nvPr>
            <p:ph type="body" sz="quarter" idx="17" hasCustomPrompt="1"/>
          </p:nvPr>
        </p:nvSpPr>
        <p:spPr>
          <a:xfrm>
            <a:off x="8297063" y="3115733"/>
            <a:ext cx="4673448" cy="2881182"/>
          </a:xfrm>
        </p:spPr>
        <p:txBody>
          <a:bodyPr anchor="ctr"/>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tx2"/>
                </a:solidFill>
              </a:defRPr>
            </a:lvl1pPr>
          </a:lstStyle>
          <a:p>
            <a:r>
              <a:rPr lang="en-CA" dirty="0"/>
              <a:t>About the Author (1 author)</a:t>
            </a:r>
            <a:endParaRPr lang="en-US" dirty="0"/>
          </a:p>
        </p:txBody>
      </p:sp>
      <p:sp>
        <p:nvSpPr>
          <p:cNvPr id="7" name="Text Placeholder 6"/>
          <p:cNvSpPr>
            <a:spLocks noGrp="1"/>
          </p:cNvSpPr>
          <p:nvPr>
            <p:ph type="body" sz="quarter" idx="18" hasCustomPrompt="1"/>
          </p:nvPr>
        </p:nvSpPr>
        <p:spPr>
          <a:xfrm>
            <a:off x="8296275" y="2405062"/>
            <a:ext cx="4673600" cy="710671"/>
          </a:xfrm>
        </p:spPr>
        <p:txBody>
          <a:bodyPr/>
          <a:lstStyle>
            <a:lvl1pPr>
              <a:defRPr b="1">
                <a:solidFill>
                  <a:srgbClr val="599A83"/>
                </a:solidFill>
              </a:defRPr>
            </a:lvl1pPr>
          </a:lstStyle>
          <a:p>
            <a:pPr lvl="0"/>
            <a:r>
              <a:rPr lang="en-CA" dirty="0"/>
              <a:t>Author Name</a:t>
            </a:r>
          </a:p>
        </p:txBody>
      </p:sp>
      <p:sp>
        <p:nvSpPr>
          <p:cNvPr id="13" name="Text Placeholder 12"/>
          <p:cNvSpPr>
            <a:spLocks noGrp="1"/>
          </p:cNvSpPr>
          <p:nvPr>
            <p:ph type="body" sz="quarter" idx="19" hasCustomPrompt="1"/>
          </p:nvPr>
        </p:nvSpPr>
        <p:spPr>
          <a:xfrm>
            <a:off x="8296275" y="5997575"/>
            <a:ext cx="4673600" cy="710539"/>
          </a:xfrm>
        </p:spPr>
        <p:txBody>
          <a:bodyPr anchor="b"/>
          <a:lstStyle>
            <a:lvl1pPr>
              <a:defRPr sz="2100"/>
            </a:lvl1pPr>
          </a:lstStyle>
          <a:p>
            <a:pPr lvl="0"/>
            <a:r>
              <a:rPr lang="en-CA" dirty="0"/>
              <a:t>Author email</a:t>
            </a:r>
          </a:p>
        </p:txBody>
      </p:sp>
    </p:spTree>
    <p:extLst>
      <p:ext uri="{BB962C8B-B14F-4D97-AF65-F5344CB8AC3E}">
        <p14:creationId xmlns:p14="http://schemas.microsoft.com/office/powerpoint/2010/main" val="1698127079"/>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Authors">
    <p:bg>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829814" y="2405062"/>
            <a:ext cx="2167288" cy="2013003"/>
          </a:xfrm>
        </p:spPr>
        <p:txBody>
          <a:bodyPr/>
          <a:lstStyle/>
          <a:p>
            <a:r>
              <a:rPr lang="en-US" dirty="0"/>
              <a:t>Author Photo</a:t>
            </a:r>
          </a:p>
        </p:txBody>
      </p:sp>
      <p:sp>
        <p:nvSpPr>
          <p:cNvPr id="11" name="Text Placeholder 10"/>
          <p:cNvSpPr>
            <a:spLocks noGrp="1"/>
          </p:cNvSpPr>
          <p:nvPr>
            <p:ph type="body" sz="quarter" idx="17" hasCustomPrompt="1"/>
          </p:nvPr>
        </p:nvSpPr>
        <p:spPr>
          <a:xfrm>
            <a:off x="3318933" y="3115733"/>
            <a:ext cx="4673448" cy="2387600"/>
          </a:xfrm>
        </p:spPr>
        <p:txBody>
          <a:bodyPr anchor="t"/>
          <a:lstStyle/>
          <a:p>
            <a:pPr lvl="0"/>
            <a:r>
              <a:rPr lang="en-CA" dirty="0"/>
              <a:t>Author description</a:t>
            </a:r>
          </a:p>
        </p:txBody>
      </p:sp>
      <p:sp>
        <p:nvSpPr>
          <p:cNvPr id="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About the Author (2 authors)</a:t>
            </a:r>
            <a:endParaRPr lang="en-US" dirty="0"/>
          </a:p>
        </p:txBody>
      </p:sp>
      <p:sp>
        <p:nvSpPr>
          <p:cNvPr id="7" name="Text Placeholder 6"/>
          <p:cNvSpPr>
            <a:spLocks noGrp="1"/>
          </p:cNvSpPr>
          <p:nvPr>
            <p:ph type="body" sz="quarter" idx="18" hasCustomPrompt="1"/>
          </p:nvPr>
        </p:nvSpPr>
        <p:spPr>
          <a:xfrm>
            <a:off x="3318145" y="2405062"/>
            <a:ext cx="4673600" cy="710671"/>
          </a:xfrm>
        </p:spPr>
        <p:txBody>
          <a:bodyPr/>
          <a:lstStyle>
            <a:lvl1pPr>
              <a:defRPr b="1">
                <a:solidFill>
                  <a:srgbClr val="599A83"/>
                </a:solidFill>
              </a:defRPr>
            </a:lvl1pPr>
          </a:lstStyle>
          <a:p>
            <a:pPr lvl="0"/>
            <a:r>
              <a:rPr lang="en-CA" dirty="0"/>
              <a:t>Author 1 Name</a:t>
            </a:r>
          </a:p>
        </p:txBody>
      </p:sp>
      <p:sp>
        <p:nvSpPr>
          <p:cNvPr id="13" name="Text Placeholder 12"/>
          <p:cNvSpPr>
            <a:spLocks noGrp="1"/>
          </p:cNvSpPr>
          <p:nvPr>
            <p:ph type="body" sz="quarter" idx="19" hasCustomPrompt="1"/>
          </p:nvPr>
        </p:nvSpPr>
        <p:spPr>
          <a:xfrm>
            <a:off x="3318145" y="5503333"/>
            <a:ext cx="4673600" cy="710539"/>
          </a:xfrm>
        </p:spPr>
        <p:txBody>
          <a:bodyPr anchor="b"/>
          <a:lstStyle>
            <a:lvl1pPr>
              <a:defRPr sz="2100"/>
            </a:lvl1pPr>
          </a:lstStyle>
          <a:p>
            <a:pPr lvl="0"/>
            <a:r>
              <a:rPr lang="en-CA" dirty="0"/>
              <a:t>Author email</a:t>
            </a:r>
          </a:p>
        </p:txBody>
      </p:sp>
      <p:sp>
        <p:nvSpPr>
          <p:cNvPr id="9" name="Picture Placeholder 4"/>
          <p:cNvSpPr>
            <a:spLocks noGrp="1"/>
          </p:cNvSpPr>
          <p:nvPr>
            <p:ph type="pic" sz="quarter" idx="20" hasCustomPrompt="1"/>
          </p:nvPr>
        </p:nvSpPr>
        <p:spPr>
          <a:xfrm>
            <a:off x="8297171" y="2405062"/>
            <a:ext cx="2167288" cy="2013003"/>
          </a:xfrm>
        </p:spPr>
        <p:txBody>
          <a:bodyPr/>
          <a:lstStyle/>
          <a:p>
            <a:r>
              <a:rPr lang="en-US" dirty="0"/>
              <a:t>Author Photo</a:t>
            </a:r>
          </a:p>
        </p:txBody>
      </p:sp>
      <p:sp>
        <p:nvSpPr>
          <p:cNvPr id="10" name="Text Placeholder 10"/>
          <p:cNvSpPr>
            <a:spLocks noGrp="1"/>
          </p:cNvSpPr>
          <p:nvPr>
            <p:ph type="body" sz="quarter" idx="21" hasCustomPrompt="1"/>
          </p:nvPr>
        </p:nvSpPr>
        <p:spPr>
          <a:xfrm>
            <a:off x="10786290" y="3115733"/>
            <a:ext cx="4673448" cy="2387600"/>
          </a:xfrm>
        </p:spPr>
        <p:txBody>
          <a:bodyPr anchor="t"/>
          <a:lstStyle/>
          <a:p>
            <a:pPr lvl="0"/>
            <a:r>
              <a:rPr lang="en-CA" dirty="0"/>
              <a:t>Author description</a:t>
            </a:r>
          </a:p>
        </p:txBody>
      </p:sp>
      <p:sp>
        <p:nvSpPr>
          <p:cNvPr id="12" name="Text Placeholder 6"/>
          <p:cNvSpPr>
            <a:spLocks noGrp="1"/>
          </p:cNvSpPr>
          <p:nvPr>
            <p:ph type="body" sz="quarter" idx="22" hasCustomPrompt="1"/>
          </p:nvPr>
        </p:nvSpPr>
        <p:spPr>
          <a:xfrm>
            <a:off x="10785502" y="2405062"/>
            <a:ext cx="4673600" cy="710671"/>
          </a:xfrm>
        </p:spPr>
        <p:txBody>
          <a:bodyPr/>
          <a:lstStyle>
            <a:lvl1pPr>
              <a:defRPr b="1">
                <a:solidFill>
                  <a:srgbClr val="599A83"/>
                </a:solidFill>
              </a:defRPr>
            </a:lvl1pPr>
          </a:lstStyle>
          <a:p>
            <a:pPr lvl="0"/>
            <a:r>
              <a:rPr lang="en-CA" dirty="0"/>
              <a:t>Author 2 Name</a:t>
            </a:r>
          </a:p>
        </p:txBody>
      </p:sp>
      <p:sp>
        <p:nvSpPr>
          <p:cNvPr id="14" name="Text Placeholder 12"/>
          <p:cNvSpPr>
            <a:spLocks noGrp="1"/>
          </p:cNvSpPr>
          <p:nvPr>
            <p:ph type="body" sz="quarter" idx="23" hasCustomPrompt="1"/>
          </p:nvPr>
        </p:nvSpPr>
        <p:spPr>
          <a:xfrm>
            <a:off x="10785502" y="5503333"/>
            <a:ext cx="4673600" cy="710539"/>
          </a:xfrm>
        </p:spPr>
        <p:txBody>
          <a:bodyPr anchor="b"/>
          <a:lstStyle>
            <a:lvl1pPr>
              <a:defRPr sz="2100"/>
            </a:lvl1pPr>
          </a:lstStyle>
          <a:p>
            <a:pPr lvl="0"/>
            <a:r>
              <a:rPr lang="en-CA" dirty="0"/>
              <a:t>Author email</a:t>
            </a:r>
          </a:p>
        </p:txBody>
      </p:sp>
      <p:pic>
        <p:nvPicPr>
          <p:cNvPr id="15" name="Picture 14" descr="curtain-100.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3953797444"/>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ol Key Poi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key point text slide</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89278"/>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92832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Col Key Point, No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660398"/>
            <a:ext cx="11615780" cy="6874935"/>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A basic 1-column key point slide with no title. 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656364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key point slide</a:t>
            </a:r>
            <a:endParaRPr lang="en-US" dirty="0"/>
          </a:p>
        </p:txBody>
      </p:sp>
      <p:sp>
        <p:nvSpPr>
          <p:cNvPr id="14" name="Text Placeholder 5"/>
          <p:cNvSpPr>
            <a:spLocks noGrp="1"/>
          </p:cNvSpPr>
          <p:nvPr>
            <p:ph type="body" sz="quarter" idx="15" hasCustomPrompt="1"/>
          </p:nvPr>
        </p:nvSpPr>
        <p:spPr>
          <a:xfrm>
            <a:off x="812882" y="2404534"/>
            <a:ext cx="716245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2404534"/>
            <a:ext cx="71475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38618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basic 2-column key point text slide with subtitles</a:t>
            </a:r>
            <a:endParaRPr lang="en-US" dirty="0"/>
          </a:p>
        </p:txBody>
      </p:sp>
      <p:sp>
        <p:nvSpPr>
          <p:cNvPr id="14" name="Text Placeholder 5"/>
          <p:cNvSpPr>
            <a:spLocks noGrp="1"/>
          </p:cNvSpPr>
          <p:nvPr>
            <p:ph type="body" sz="quarter" idx="15" hasCustomPrompt="1"/>
          </p:nvPr>
        </p:nvSpPr>
        <p:spPr>
          <a:xfrm>
            <a:off x="812882" y="3115732"/>
            <a:ext cx="7162458" cy="4419601"/>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8297170" y="3115732"/>
            <a:ext cx="7147539" cy="4419602"/>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6"/>
          <p:cNvSpPr>
            <a:spLocks noGrp="1"/>
          </p:cNvSpPr>
          <p:nvPr>
            <p:ph type="body" sz="quarter" idx="18" hasCustomPrompt="1"/>
          </p:nvPr>
        </p:nvSpPr>
        <p:spPr>
          <a:xfrm>
            <a:off x="812883" y="2405062"/>
            <a:ext cx="7162458" cy="710671"/>
          </a:xfrm>
        </p:spPr>
        <p:txBody>
          <a:bodyPr/>
          <a:lstStyle>
            <a:lvl1pPr>
              <a:defRPr b="1">
                <a:solidFill>
                  <a:srgbClr val="599A83"/>
                </a:solidFill>
              </a:defRPr>
            </a:lvl1pPr>
          </a:lstStyle>
          <a:p>
            <a:pPr lvl="0"/>
            <a:r>
              <a:rPr lang="en-CA" dirty="0"/>
              <a:t>Subtitle</a:t>
            </a:r>
          </a:p>
        </p:txBody>
      </p:sp>
      <p:sp>
        <p:nvSpPr>
          <p:cNvPr id="11" name="Text Placeholder 6"/>
          <p:cNvSpPr>
            <a:spLocks noGrp="1"/>
          </p:cNvSpPr>
          <p:nvPr>
            <p:ph type="body" sz="quarter" idx="19" hasCustomPrompt="1"/>
          </p:nvPr>
        </p:nvSpPr>
        <p:spPr>
          <a:xfrm>
            <a:off x="8297170" y="2405062"/>
            <a:ext cx="7147539" cy="710671"/>
          </a:xfrm>
        </p:spPr>
        <p:txBody>
          <a:bodyPr/>
          <a:lstStyle>
            <a:lvl1pPr>
              <a:defRPr b="1">
                <a:solidFill>
                  <a:srgbClr val="599A83"/>
                </a:solidFill>
              </a:defRPr>
            </a:lvl1pPr>
          </a:lstStyle>
          <a:p>
            <a:pPr lvl="0"/>
            <a:r>
              <a:rPr lang="en-CA" dirty="0"/>
              <a:t>Subtitle</a:t>
            </a:r>
          </a:p>
        </p:txBody>
      </p:sp>
      <p:pic>
        <p:nvPicPr>
          <p:cNvPr id="12" name="Picture 11"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3" name="Picture 12"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20"/>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657022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Col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a:t>
            </a:r>
            <a:endParaRPr lang="en-US" dirty="0"/>
          </a:p>
        </p:txBody>
      </p:sp>
      <p:sp>
        <p:nvSpPr>
          <p:cNvPr id="14" name="Text Placeholder 5"/>
          <p:cNvSpPr>
            <a:spLocks noGrp="1"/>
          </p:cNvSpPr>
          <p:nvPr>
            <p:ph type="body" sz="quarter" idx="15" hasCustomPrompt="1"/>
          </p:nvPr>
        </p:nvSpPr>
        <p:spPr>
          <a:xfrm>
            <a:off x="812882" y="2404534"/>
            <a:ext cx="4673339"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2404534"/>
            <a:ext cx="4644000"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2404534"/>
            <a:ext cx="4673448"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pic>
        <p:nvPicPr>
          <p:cNvPr id="11" name="Picture 10"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2" name="Picture 11"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69520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ol Key Point w/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key point slide with subtitles</a:t>
            </a:r>
            <a:endParaRPr lang="en-US" dirty="0"/>
          </a:p>
        </p:txBody>
      </p:sp>
      <p:sp>
        <p:nvSpPr>
          <p:cNvPr id="14" name="Text Placeholder 5"/>
          <p:cNvSpPr>
            <a:spLocks noGrp="1"/>
          </p:cNvSpPr>
          <p:nvPr>
            <p:ph type="body" sz="quarter" idx="15" hasCustomPrompt="1"/>
          </p:nvPr>
        </p:nvSpPr>
        <p:spPr>
          <a:xfrm>
            <a:off x="812882" y="3115732"/>
            <a:ext cx="4673339"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6" name="Text Placeholder 5"/>
          <p:cNvSpPr>
            <a:spLocks noGrp="1"/>
          </p:cNvSpPr>
          <p:nvPr>
            <p:ph type="body" sz="quarter" idx="16" hasCustomPrompt="1"/>
          </p:nvPr>
        </p:nvSpPr>
        <p:spPr>
          <a:xfrm>
            <a:off x="5807945" y="3115732"/>
            <a:ext cx="4644000"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0" name="Text Placeholder 5"/>
          <p:cNvSpPr>
            <a:spLocks noGrp="1"/>
          </p:cNvSpPr>
          <p:nvPr>
            <p:ph type="body" sz="quarter" idx="17" hasCustomPrompt="1"/>
          </p:nvPr>
        </p:nvSpPr>
        <p:spPr>
          <a:xfrm>
            <a:off x="10786183" y="3115732"/>
            <a:ext cx="4673448" cy="4419601"/>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6"/>
          <p:cNvSpPr>
            <a:spLocks noGrp="1"/>
          </p:cNvSpPr>
          <p:nvPr>
            <p:ph type="body" sz="quarter" idx="18"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2" name="Text Placeholder 6"/>
          <p:cNvSpPr>
            <a:spLocks noGrp="1"/>
          </p:cNvSpPr>
          <p:nvPr>
            <p:ph type="body" sz="quarter" idx="19"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3" name="Text Placeholder 6"/>
          <p:cNvSpPr>
            <a:spLocks noGrp="1"/>
          </p:cNvSpPr>
          <p:nvPr>
            <p:ph type="body" sz="quarter" idx="20"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654566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Point Key Poi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6-column key point slide</a:t>
            </a:r>
            <a:endParaRPr lang="en-US" dirty="0"/>
          </a:p>
        </p:txBody>
      </p:sp>
      <p:sp>
        <p:nvSpPr>
          <p:cNvPr id="14" name="Text Placeholder 5"/>
          <p:cNvSpPr>
            <a:spLocks noGrp="1"/>
          </p:cNvSpPr>
          <p:nvPr>
            <p:ph type="body" sz="quarter" idx="15" hasCustomPrompt="1"/>
          </p:nvPr>
        </p:nvSpPr>
        <p:spPr>
          <a:xfrm>
            <a:off x="812882" y="2404534"/>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2404534"/>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2404534"/>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130801"/>
            <a:ext cx="4673339"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130801"/>
            <a:ext cx="4644000"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130801"/>
            <a:ext cx="4673448" cy="2409137"/>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21"/>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004804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Point Key Point w/ Subtitle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key point slide with subtitles</a:t>
            </a:r>
            <a:endParaRPr lang="en-US" dirty="0"/>
          </a:p>
        </p:txBody>
      </p:sp>
      <p:sp>
        <p:nvSpPr>
          <p:cNvPr id="14" name="Text Placeholder 5"/>
          <p:cNvSpPr>
            <a:spLocks noGrp="1"/>
          </p:cNvSpPr>
          <p:nvPr>
            <p:ph type="body" sz="quarter" idx="15" hasCustomPrompt="1"/>
          </p:nvPr>
        </p:nvSpPr>
        <p:spPr>
          <a:xfrm>
            <a:off x="812882" y="3115733"/>
            <a:ext cx="4673339"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6" name="Text Placeholder 5"/>
          <p:cNvSpPr>
            <a:spLocks noGrp="1"/>
          </p:cNvSpPr>
          <p:nvPr>
            <p:ph type="body" sz="quarter" idx="16" hasCustomPrompt="1"/>
          </p:nvPr>
        </p:nvSpPr>
        <p:spPr>
          <a:xfrm>
            <a:off x="5807945" y="3115733"/>
            <a:ext cx="4644000"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0" name="Text Placeholder 5"/>
          <p:cNvSpPr>
            <a:spLocks noGrp="1"/>
          </p:cNvSpPr>
          <p:nvPr>
            <p:ph type="body" sz="quarter" idx="17" hasCustomPrompt="1"/>
          </p:nvPr>
        </p:nvSpPr>
        <p:spPr>
          <a:xfrm>
            <a:off x="10786183" y="3115733"/>
            <a:ext cx="4673448" cy="16979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1" name="Text Placeholder 5"/>
          <p:cNvSpPr>
            <a:spLocks noGrp="1"/>
          </p:cNvSpPr>
          <p:nvPr>
            <p:ph type="body" sz="quarter" idx="18" hasCustomPrompt="1"/>
          </p:nvPr>
        </p:nvSpPr>
        <p:spPr>
          <a:xfrm>
            <a:off x="812882" y="5858406"/>
            <a:ext cx="4673339"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2" name="Text Placeholder 5"/>
          <p:cNvSpPr>
            <a:spLocks noGrp="1"/>
          </p:cNvSpPr>
          <p:nvPr>
            <p:ph type="body" sz="quarter" idx="19" hasCustomPrompt="1"/>
          </p:nvPr>
        </p:nvSpPr>
        <p:spPr>
          <a:xfrm>
            <a:off x="5807945" y="5858406"/>
            <a:ext cx="4644000"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3" name="Text Placeholder 5"/>
          <p:cNvSpPr>
            <a:spLocks noGrp="1"/>
          </p:cNvSpPr>
          <p:nvPr>
            <p:ph type="body" sz="quarter" idx="20" hasCustomPrompt="1"/>
          </p:nvPr>
        </p:nvSpPr>
        <p:spPr>
          <a:xfrm>
            <a:off x="10786183" y="5858406"/>
            <a:ext cx="4673448" cy="1681532"/>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subject</a:t>
            </a:r>
          </a:p>
        </p:txBody>
      </p:sp>
      <p:sp>
        <p:nvSpPr>
          <p:cNvPr id="17" name="Text Placeholder 6"/>
          <p:cNvSpPr>
            <a:spLocks noGrp="1"/>
          </p:cNvSpPr>
          <p:nvPr>
            <p:ph type="body" sz="quarter" idx="21" hasCustomPrompt="1"/>
          </p:nvPr>
        </p:nvSpPr>
        <p:spPr>
          <a:xfrm>
            <a:off x="812883" y="2405062"/>
            <a:ext cx="4673338" cy="710671"/>
          </a:xfrm>
        </p:spPr>
        <p:txBody>
          <a:bodyPr/>
          <a:lstStyle>
            <a:lvl1pPr>
              <a:defRPr b="1">
                <a:solidFill>
                  <a:srgbClr val="599A83"/>
                </a:solidFill>
              </a:defRPr>
            </a:lvl1pPr>
          </a:lstStyle>
          <a:p>
            <a:pPr lvl="0"/>
            <a:r>
              <a:rPr lang="en-CA" dirty="0"/>
              <a:t>Subtitle</a:t>
            </a:r>
          </a:p>
        </p:txBody>
      </p:sp>
      <p:sp>
        <p:nvSpPr>
          <p:cNvPr id="18" name="Text Placeholder 6"/>
          <p:cNvSpPr>
            <a:spLocks noGrp="1"/>
          </p:cNvSpPr>
          <p:nvPr>
            <p:ph type="body" sz="quarter" idx="22" hasCustomPrompt="1"/>
          </p:nvPr>
        </p:nvSpPr>
        <p:spPr>
          <a:xfrm>
            <a:off x="5807945" y="2405062"/>
            <a:ext cx="4644000" cy="710671"/>
          </a:xfrm>
        </p:spPr>
        <p:txBody>
          <a:bodyPr/>
          <a:lstStyle>
            <a:lvl1pPr>
              <a:defRPr b="1">
                <a:solidFill>
                  <a:srgbClr val="599A83"/>
                </a:solidFill>
              </a:defRPr>
            </a:lvl1pPr>
          </a:lstStyle>
          <a:p>
            <a:pPr lvl="0"/>
            <a:r>
              <a:rPr lang="en-CA" dirty="0"/>
              <a:t>Subtitle</a:t>
            </a:r>
          </a:p>
        </p:txBody>
      </p:sp>
      <p:sp>
        <p:nvSpPr>
          <p:cNvPr id="19" name="Text Placeholder 6"/>
          <p:cNvSpPr>
            <a:spLocks noGrp="1"/>
          </p:cNvSpPr>
          <p:nvPr>
            <p:ph type="body" sz="quarter" idx="23" hasCustomPrompt="1"/>
          </p:nvPr>
        </p:nvSpPr>
        <p:spPr>
          <a:xfrm>
            <a:off x="10786183" y="2405062"/>
            <a:ext cx="4673338" cy="710671"/>
          </a:xfrm>
        </p:spPr>
        <p:txBody>
          <a:bodyPr/>
          <a:lstStyle>
            <a:lvl1pPr>
              <a:defRPr b="1">
                <a:solidFill>
                  <a:srgbClr val="599A83"/>
                </a:solidFill>
              </a:defRPr>
            </a:lvl1pPr>
          </a:lstStyle>
          <a:p>
            <a:pPr lvl="0"/>
            <a:r>
              <a:rPr lang="en-CA" dirty="0"/>
              <a:t>Subtitle</a:t>
            </a:r>
          </a:p>
        </p:txBody>
      </p:sp>
      <p:sp>
        <p:nvSpPr>
          <p:cNvPr id="20" name="Text Placeholder 6"/>
          <p:cNvSpPr>
            <a:spLocks noGrp="1"/>
          </p:cNvSpPr>
          <p:nvPr>
            <p:ph type="body" sz="quarter" idx="24" hasCustomPrompt="1"/>
          </p:nvPr>
        </p:nvSpPr>
        <p:spPr>
          <a:xfrm>
            <a:off x="812883" y="5147735"/>
            <a:ext cx="4673338" cy="710671"/>
          </a:xfrm>
        </p:spPr>
        <p:txBody>
          <a:bodyPr/>
          <a:lstStyle>
            <a:lvl1pPr>
              <a:defRPr b="1">
                <a:solidFill>
                  <a:srgbClr val="599A83"/>
                </a:solidFill>
              </a:defRPr>
            </a:lvl1pPr>
          </a:lstStyle>
          <a:p>
            <a:pPr lvl="0"/>
            <a:r>
              <a:rPr lang="en-CA" dirty="0"/>
              <a:t>Subtitle</a:t>
            </a:r>
          </a:p>
        </p:txBody>
      </p:sp>
      <p:sp>
        <p:nvSpPr>
          <p:cNvPr id="21" name="Text Placeholder 6"/>
          <p:cNvSpPr>
            <a:spLocks noGrp="1"/>
          </p:cNvSpPr>
          <p:nvPr>
            <p:ph type="body" sz="quarter" idx="25" hasCustomPrompt="1"/>
          </p:nvPr>
        </p:nvSpPr>
        <p:spPr>
          <a:xfrm>
            <a:off x="5807945" y="5147735"/>
            <a:ext cx="4644000" cy="710671"/>
          </a:xfrm>
        </p:spPr>
        <p:txBody>
          <a:bodyPr/>
          <a:lstStyle>
            <a:lvl1pPr>
              <a:defRPr b="1">
                <a:solidFill>
                  <a:srgbClr val="599A83"/>
                </a:solidFill>
              </a:defRPr>
            </a:lvl1pPr>
          </a:lstStyle>
          <a:p>
            <a:pPr lvl="0"/>
            <a:r>
              <a:rPr lang="en-CA" dirty="0"/>
              <a:t>Subtitle</a:t>
            </a:r>
          </a:p>
        </p:txBody>
      </p:sp>
      <p:sp>
        <p:nvSpPr>
          <p:cNvPr id="22" name="Text Placeholder 6"/>
          <p:cNvSpPr>
            <a:spLocks noGrp="1"/>
          </p:cNvSpPr>
          <p:nvPr>
            <p:ph type="body" sz="quarter" idx="26" hasCustomPrompt="1"/>
          </p:nvPr>
        </p:nvSpPr>
        <p:spPr>
          <a:xfrm>
            <a:off x="10786183" y="5147735"/>
            <a:ext cx="4673338" cy="710671"/>
          </a:xfrm>
        </p:spPr>
        <p:txBody>
          <a:bodyPr/>
          <a:lstStyle>
            <a:lvl1pPr>
              <a:defRPr b="1">
                <a:solidFill>
                  <a:srgbClr val="599A83"/>
                </a:solidFill>
              </a:defRPr>
            </a:lvl1pPr>
          </a:lstStyle>
          <a:p>
            <a:pPr lvl="0"/>
            <a:r>
              <a:rPr lang="en-CA" dirty="0"/>
              <a:t>Subtitle</a:t>
            </a:r>
          </a:p>
        </p:txBody>
      </p:sp>
      <p:pic>
        <p:nvPicPr>
          <p:cNvPr id="23" name="Picture 2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4" name="Picture 2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5" name="Slide Number Placeholder 8"/>
          <p:cNvSpPr>
            <a:spLocks noGrp="1"/>
          </p:cNvSpPr>
          <p:nvPr>
            <p:ph type="sldNum" sz="quarter" idx="27"/>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1036385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Col Bulk Content w/ Titl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1-column bulk content slide for long content.</a:t>
            </a:r>
            <a:endParaRPr lang="en-US" dirty="0"/>
          </a:p>
        </p:txBody>
      </p:sp>
      <p:sp>
        <p:nvSpPr>
          <p:cNvPr id="12" name="Text Placeholder 5"/>
          <p:cNvSpPr>
            <a:spLocks noGrp="1"/>
          </p:cNvSpPr>
          <p:nvPr>
            <p:ph type="body" sz="quarter" idx="15" hasCustomPrompt="1"/>
          </p:nvPr>
        </p:nvSpPr>
        <p:spPr>
          <a:xfrm>
            <a:off x="812882" y="2404534"/>
            <a:ext cx="11615780" cy="5130800"/>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1"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3" name="Picture 1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4" name="Picture 1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550516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Col Bulk Content, No Title">
    <p:bg>
      <p:bgPr>
        <a:solidFill>
          <a:schemeClr val="bg1"/>
        </a:solidFill>
        <a:effectLst/>
      </p:bgPr>
    </p:bg>
    <p:spTree>
      <p:nvGrpSpPr>
        <p:cNvPr id="1" name=""/>
        <p:cNvGrpSpPr/>
        <p:nvPr/>
      </p:nvGrpSpPr>
      <p:grpSpPr>
        <a:xfrm>
          <a:off x="0" y="0"/>
          <a:ext cx="0" cy="0"/>
          <a:chOff x="0" y="0"/>
          <a:chExt cx="0" cy="0"/>
        </a:xfrm>
      </p:grpSpPr>
      <p:sp>
        <p:nvSpPr>
          <p:cNvPr id="11" name="Text Placeholder 5"/>
          <p:cNvSpPr>
            <a:spLocks noGrp="1"/>
          </p:cNvSpPr>
          <p:nvPr>
            <p:ph type="body" sz="quarter" idx="15" hasCustomPrompt="1"/>
          </p:nvPr>
        </p:nvSpPr>
        <p:spPr>
          <a:xfrm>
            <a:off x="812882" y="660398"/>
            <a:ext cx="11615780" cy="6874936"/>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solidFill>
                  <a:srgbClr val="599A83"/>
                </a:solidFill>
              </a:defRPr>
            </a:lvl4pPr>
          </a:lstStyle>
          <a:p>
            <a:pPr lvl="0"/>
            <a:r>
              <a:rPr lang="en-CA" dirty="0"/>
              <a:t>This is a 1-column bulk content slide without a title. 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4" name="Picture 13"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5" name="Picture 14"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977319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2-column bulk content slide for long content.</a:t>
            </a:r>
            <a:endParaRPr lang="en-US" dirty="0"/>
          </a:p>
        </p:txBody>
      </p:sp>
      <p:sp>
        <p:nvSpPr>
          <p:cNvPr id="12" name="Text Placeholder 5"/>
          <p:cNvSpPr>
            <a:spLocks noGrp="1"/>
          </p:cNvSpPr>
          <p:nvPr>
            <p:ph type="body" sz="quarter" idx="15" hasCustomPrompt="1"/>
          </p:nvPr>
        </p:nvSpPr>
        <p:spPr>
          <a:xfrm>
            <a:off x="812882" y="3115732"/>
            <a:ext cx="716245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8297169" y="3115732"/>
            <a:ext cx="71475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2" y="2405062"/>
            <a:ext cx="7162457"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8297168" y="2405062"/>
            <a:ext cx="7147539" cy="710671"/>
          </a:xfrm>
        </p:spPr>
        <p:txBody>
          <a:bodyPr/>
          <a:lstStyle>
            <a:lvl1pPr>
              <a:defRPr sz="2100" b="1">
                <a:solidFill>
                  <a:srgbClr val="599A83"/>
                </a:solidFill>
              </a:defRPr>
            </a:lvl1pPr>
          </a:lstStyle>
          <a:p>
            <a:pPr lvl="0"/>
            <a:r>
              <a:rPr lang="en-CA" dirty="0"/>
              <a:t>Bulk content columns always have subtitles</a:t>
            </a:r>
          </a:p>
        </p:txBody>
      </p:sp>
      <p:pic>
        <p:nvPicPr>
          <p:cNvPr id="17" name="Picture 16"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8" name="Picture 1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9"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277413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Col Bulk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3-column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4" name="Text Placeholder 5"/>
          <p:cNvSpPr>
            <a:spLocks noGrp="1"/>
          </p:cNvSpPr>
          <p:nvPr>
            <p:ph type="body" sz="quarter" idx="18" hasCustomPrompt="1"/>
          </p:nvPr>
        </p:nvSpPr>
        <p:spPr>
          <a:xfrm>
            <a:off x="10786183" y="3115732"/>
            <a:ext cx="4658525"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4419601"/>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our for ample reading – never when using this as supporting slides for a stand-up presentation. Bullets are available for hierarchy.</a:t>
            </a:r>
          </a:p>
          <a:p>
            <a:pPr lvl="1"/>
            <a:r>
              <a:rPr lang="en-CA" dirty="0"/>
              <a:t>Second level</a:t>
            </a:r>
          </a:p>
          <a:p>
            <a:pPr lvl="2"/>
            <a:r>
              <a:rPr lang="en-CA" dirty="0"/>
              <a:t>Third level</a:t>
            </a:r>
          </a:p>
          <a:p>
            <a:pPr lvl="3"/>
            <a:r>
              <a:rPr lang="en-CA" dirty="0"/>
              <a:t>Fourth level</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19" name="Picture 18"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383127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Point Bulk Content">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30" hasCustomPrompt="1"/>
          </p:nvPr>
        </p:nvSpPr>
        <p:spPr>
          <a:xfrm>
            <a:off x="812882" y="5858405"/>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8" name="Text Placeholder 5"/>
          <p:cNvSpPr>
            <a:spLocks noGrp="1"/>
          </p:cNvSpPr>
          <p:nvPr>
            <p:ph type="body" sz="quarter" idx="31" hasCustomPrompt="1"/>
          </p:nvPr>
        </p:nvSpPr>
        <p:spPr>
          <a:xfrm>
            <a:off x="10786183" y="5858405"/>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29" name="Text Placeholder 6"/>
          <p:cNvSpPr>
            <a:spLocks noGrp="1"/>
          </p:cNvSpPr>
          <p:nvPr>
            <p:ph type="body" sz="quarter" idx="32" hasCustomPrompt="1"/>
          </p:nvPr>
        </p:nvSpPr>
        <p:spPr>
          <a:xfrm>
            <a:off x="812883" y="5147735"/>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30" name="Text Placeholder 6"/>
          <p:cNvSpPr>
            <a:spLocks noGrp="1"/>
          </p:cNvSpPr>
          <p:nvPr>
            <p:ph type="body" sz="quarter" idx="33" hasCustomPrompt="1"/>
          </p:nvPr>
        </p:nvSpPr>
        <p:spPr>
          <a:xfrm>
            <a:off x="10786182" y="5147735"/>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31" name="Text Placeholder 5"/>
          <p:cNvSpPr>
            <a:spLocks noGrp="1"/>
          </p:cNvSpPr>
          <p:nvPr>
            <p:ph type="body" sz="quarter" idx="34" hasCustomPrompt="1"/>
          </p:nvPr>
        </p:nvSpPr>
        <p:spPr>
          <a:xfrm>
            <a:off x="5807947" y="5858405"/>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32" name="Text Placeholder 6"/>
          <p:cNvSpPr>
            <a:spLocks noGrp="1"/>
          </p:cNvSpPr>
          <p:nvPr>
            <p:ph type="body" sz="quarter" idx="35" hasCustomPrompt="1"/>
          </p:nvPr>
        </p:nvSpPr>
        <p:spPr>
          <a:xfrm>
            <a:off x="5807946" y="5147735"/>
            <a:ext cx="4643998" cy="710671"/>
          </a:xfrm>
        </p:spPr>
        <p:txBody>
          <a:bodyPr/>
          <a:lstStyle>
            <a:lvl1pPr>
              <a:defRPr sz="2100" b="1">
                <a:solidFill>
                  <a:srgbClr val="599A83"/>
                </a:solidFill>
              </a:defRPr>
            </a:lvl1pPr>
          </a:lstStyle>
          <a:p>
            <a:pPr lvl="0"/>
            <a:r>
              <a:rPr lang="en-CA" dirty="0"/>
              <a:t>Bulk content columns always have subtitles</a:t>
            </a:r>
          </a:p>
        </p:txBody>
      </p:sp>
      <p:sp>
        <p:nvSpPr>
          <p:cNvPr id="2"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6-point bulk content slide for long content.</a:t>
            </a:r>
            <a:endParaRPr lang="en-US" dirty="0"/>
          </a:p>
        </p:txBody>
      </p:sp>
      <p:sp>
        <p:nvSpPr>
          <p:cNvPr id="12" name="Text Placeholder 5"/>
          <p:cNvSpPr>
            <a:spLocks noGrp="1"/>
          </p:cNvSpPr>
          <p:nvPr>
            <p:ph type="body" sz="quarter" idx="15" hasCustomPrompt="1"/>
          </p:nvPr>
        </p:nvSpPr>
        <p:spPr>
          <a:xfrm>
            <a:off x="812882" y="3115732"/>
            <a:ext cx="4673339"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4" name="Text Placeholder 5"/>
          <p:cNvSpPr>
            <a:spLocks noGrp="1"/>
          </p:cNvSpPr>
          <p:nvPr>
            <p:ph type="body" sz="quarter" idx="18" hasCustomPrompt="1"/>
          </p:nvPr>
        </p:nvSpPr>
        <p:spPr>
          <a:xfrm>
            <a:off x="10786183" y="3115732"/>
            <a:ext cx="4658525"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5" name="Text Placeholder 6"/>
          <p:cNvSpPr>
            <a:spLocks noGrp="1"/>
          </p:cNvSpPr>
          <p:nvPr>
            <p:ph type="body" sz="quarter" idx="21" hasCustomPrompt="1"/>
          </p:nvPr>
        </p:nvSpPr>
        <p:spPr>
          <a:xfrm>
            <a:off x="812883" y="2405062"/>
            <a:ext cx="4673338" cy="710671"/>
          </a:xfrm>
        </p:spPr>
        <p:txBody>
          <a:bodyPr/>
          <a:lstStyle>
            <a:lvl1pPr>
              <a:defRPr sz="2100" b="1" baseline="0">
                <a:solidFill>
                  <a:srgbClr val="599A83"/>
                </a:solidFill>
              </a:defRPr>
            </a:lvl1pPr>
          </a:lstStyle>
          <a:p>
            <a:pPr lvl="0"/>
            <a:r>
              <a:rPr lang="en-CA" dirty="0"/>
              <a:t>Bulk content columns always have subtitles</a:t>
            </a:r>
          </a:p>
        </p:txBody>
      </p:sp>
      <p:sp>
        <p:nvSpPr>
          <p:cNvPr id="16" name="Text Placeholder 6"/>
          <p:cNvSpPr>
            <a:spLocks noGrp="1"/>
          </p:cNvSpPr>
          <p:nvPr>
            <p:ph type="body" sz="quarter" idx="22" hasCustomPrompt="1"/>
          </p:nvPr>
        </p:nvSpPr>
        <p:spPr>
          <a:xfrm>
            <a:off x="10786182" y="2405062"/>
            <a:ext cx="4658525" cy="710671"/>
          </a:xfrm>
        </p:spPr>
        <p:txBody>
          <a:bodyPr/>
          <a:lstStyle>
            <a:lvl1pPr>
              <a:defRPr sz="2100" b="1">
                <a:solidFill>
                  <a:srgbClr val="599A83"/>
                </a:solidFill>
              </a:defRPr>
            </a:lvl1pPr>
          </a:lstStyle>
          <a:p>
            <a:pPr lvl="0"/>
            <a:r>
              <a:rPr lang="en-CA" dirty="0"/>
              <a:t>Bulk content columns always have subtitles</a:t>
            </a:r>
          </a:p>
        </p:txBody>
      </p:sp>
      <p:sp>
        <p:nvSpPr>
          <p:cNvPr id="17" name="Text Placeholder 5"/>
          <p:cNvSpPr>
            <a:spLocks noGrp="1"/>
          </p:cNvSpPr>
          <p:nvPr>
            <p:ph type="body" sz="quarter" idx="24" hasCustomPrompt="1"/>
          </p:nvPr>
        </p:nvSpPr>
        <p:spPr>
          <a:xfrm>
            <a:off x="5807947" y="3115732"/>
            <a:ext cx="4643998" cy="1697939"/>
          </a:xfrm>
        </p:spPr>
        <p:txBody>
          <a:bodyPr/>
          <a:lstStyle>
            <a:lvl1pPr>
              <a:spcBef>
                <a:spcPts val="1704"/>
              </a:spcBef>
              <a:defRPr sz="2100" baseline="0"/>
            </a:lvl1pPr>
            <a:lvl2pPr>
              <a:defRPr sz="2100"/>
            </a:lvl2pPr>
            <a:lvl3pPr marL="2020367" indent="-457200">
              <a:buFont typeface="Arial"/>
              <a:buChar char="•"/>
              <a:defRPr sz="2100"/>
            </a:lvl3pPr>
            <a:lvl4pPr>
              <a:spcBef>
                <a:spcPts val="900"/>
              </a:spcBef>
              <a:defRPr sz="1600"/>
            </a:lvl4pPr>
          </a:lstStyle>
          <a:p>
            <a:pPr lvl="0"/>
            <a:r>
              <a:rPr lang="en-CA" dirty="0"/>
              <a:t>Click to edit content. Use this slide only for presentations that are being sent out for ample reading – never when using this as supporting slides for a stand-up presentation. </a:t>
            </a:r>
          </a:p>
        </p:txBody>
      </p:sp>
      <p:sp>
        <p:nvSpPr>
          <p:cNvPr id="18" name="Text Placeholder 6"/>
          <p:cNvSpPr>
            <a:spLocks noGrp="1"/>
          </p:cNvSpPr>
          <p:nvPr>
            <p:ph type="body" sz="quarter" idx="25" hasCustomPrompt="1"/>
          </p:nvPr>
        </p:nvSpPr>
        <p:spPr>
          <a:xfrm>
            <a:off x="5807946" y="2405062"/>
            <a:ext cx="4643998" cy="710671"/>
          </a:xfrm>
        </p:spPr>
        <p:txBody>
          <a:bodyPr/>
          <a:lstStyle>
            <a:lvl1pPr>
              <a:defRPr sz="2100" b="1">
                <a:solidFill>
                  <a:srgbClr val="599A83"/>
                </a:solidFill>
              </a:defRPr>
            </a:lvl1pPr>
          </a:lstStyle>
          <a:p>
            <a:pPr lvl="0"/>
            <a:r>
              <a:rPr lang="en-CA" dirty="0"/>
              <a:t>Bulk content columns always have subtitles</a:t>
            </a:r>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9793717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ey Numbers Large">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860800"/>
            <a:ext cx="4673339"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860800"/>
            <a:ext cx="4644000" cy="3679138"/>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860800"/>
            <a:ext cx="4673448" cy="3679138"/>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75441"/>
            <a:ext cx="4673340" cy="1226329"/>
          </a:xfrm>
        </p:spPr>
        <p:txBody>
          <a:bodyPr anchor="b"/>
          <a:lstStyle>
            <a:lvl1pPr>
              <a:lnSpc>
                <a:spcPct val="80000"/>
              </a:lnSpc>
              <a:defRPr sz="11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b"/>
          <a:lstStyle>
            <a:lvl1pPr>
              <a:lnSpc>
                <a:spcPct val="80000"/>
              </a:lnSpc>
              <a:defRPr sz="11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b"/>
          <a:lstStyle>
            <a:lvl1pPr>
              <a:lnSpc>
                <a:spcPct val="80000"/>
              </a:lnSpc>
              <a:defRPr sz="11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short numbers.</a:t>
            </a:r>
            <a:endParaRPr lang="en-US" dirty="0"/>
          </a:p>
        </p:txBody>
      </p:sp>
      <p:pic>
        <p:nvPicPr>
          <p:cNvPr id="33" name="Picture 32"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34" name="Picture 33"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35"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1326428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Numbers Medium">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3701769"/>
            <a:ext cx="4673339"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3" name="Text Placeholder 5"/>
          <p:cNvSpPr>
            <a:spLocks noGrp="1"/>
          </p:cNvSpPr>
          <p:nvPr>
            <p:ph type="body" sz="quarter" idx="19" hasCustomPrompt="1"/>
          </p:nvPr>
        </p:nvSpPr>
        <p:spPr>
          <a:xfrm>
            <a:off x="5807945" y="3701769"/>
            <a:ext cx="4644000" cy="3838169"/>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the figure above.</a:t>
            </a:r>
          </a:p>
        </p:txBody>
      </p:sp>
      <p:sp>
        <p:nvSpPr>
          <p:cNvPr id="26" name="Text Placeholder 5"/>
          <p:cNvSpPr>
            <a:spLocks noGrp="1"/>
          </p:cNvSpPr>
          <p:nvPr>
            <p:ph type="body" sz="quarter" idx="23" hasCustomPrompt="1"/>
          </p:nvPr>
        </p:nvSpPr>
        <p:spPr>
          <a:xfrm>
            <a:off x="10786183" y="3701769"/>
            <a:ext cx="4673448" cy="3838169"/>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very brief points about one the figure above.</a:t>
            </a:r>
          </a:p>
        </p:txBody>
      </p:sp>
      <p:sp>
        <p:nvSpPr>
          <p:cNvPr id="10" name="Text Placeholder 9"/>
          <p:cNvSpPr>
            <a:spLocks noGrp="1"/>
          </p:cNvSpPr>
          <p:nvPr>
            <p:ph type="body" sz="quarter" idx="16" hasCustomPrompt="1"/>
          </p:nvPr>
        </p:nvSpPr>
        <p:spPr>
          <a:xfrm>
            <a:off x="812881" y="2441575"/>
            <a:ext cx="4673340" cy="1260195"/>
          </a:xfrm>
        </p:spPr>
        <p:txBody>
          <a:bodyPr anchor="t"/>
          <a:lstStyle>
            <a:lvl1pPr>
              <a:lnSpc>
                <a:spcPct val="80000"/>
              </a:lnSpc>
              <a:defRPr sz="7200">
                <a:solidFill>
                  <a:srgbClr val="599A83"/>
                </a:solidFill>
              </a:defRPr>
            </a:lvl1pPr>
          </a:lstStyle>
          <a:p>
            <a:pPr lvl="0"/>
            <a:r>
              <a:rPr lang="en-CA" dirty="0"/>
              <a:t>$##,###</a:t>
            </a:r>
          </a:p>
        </p:txBody>
      </p:sp>
      <p:sp>
        <p:nvSpPr>
          <p:cNvPr id="21" name="Text Placeholder 9"/>
          <p:cNvSpPr>
            <a:spLocks noGrp="1"/>
          </p:cNvSpPr>
          <p:nvPr>
            <p:ph type="body" sz="quarter" idx="20" hasCustomPrompt="1"/>
          </p:nvPr>
        </p:nvSpPr>
        <p:spPr>
          <a:xfrm>
            <a:off x="5807945" y="2475441"/>
            <a:ext cx="4643999" cy="1226329"/>
          </a:xfrm>
        </p:spPr>
        <p:txBody>
          <a:bodyPr anchor="t"/>
          <a:lstStyle>
            <a:lvl1pPr>
              <a:lnSpc>
                <a:spcPct val="80000"/>
              </a:lnSpc>
              <a:defRPr sz="7200">
                <a:solidFill>
                  <a:srgbClr val="599A83"/>
                </a:solidFill>
              </a:defRPr>
            </a:lvl1pPr>
          </a:lstStyle>
          <a:p>
            <a:pPr lvl="0"/>
            <a:r>
              <a:rPr lang="en-CA" dirty="0"/>
              <a:t>#,####%</a:t>
            </a:r>
          </a:p>
        </p:txBody>
      </p:sp>
      <p:sp>
        <p:nvSpPr>
          <p:cNvPr id="24" name="Text Placeholder 9"/>
          <p:cNvSpPr>
            <a:spLocks noGrp="1"/>
          </p:cNvSpPr>
          <p:nvPr>
            <p:ph type="body" sz="quarter" idx="22" hasCustomPrompt="1"/>
          </p:nvPr>
        </p:nvSpPr>
        <p:spPr>
          <a:xfrm>
            <a:off x="10786183" y="2475441"/>
            <a:ext cx="4673448" cy="1226329"/>
          </a:xfrm>
        </p:spPr>
        <p:txBody>
          <a:bodyPr anchor="t"/>
          <a:lstStyle>
            <a:lvl1pPr>
              <a:lnSpc>
                <a:spcPct val="80000"/>
              </a:lnSpc>
              <a:defRPr sz="7200">
                <a:solidFill>
                  <a:srgbClr val="599A83"/>
                </a:solidFill>
              </a:defRPr>
            </a:lvl1pPr>
          </a:lstStyle>
          <a:p>
            <a:pPr lvl="0"/>
            <a:r>
              <a:rPr lang="en-CA" dirty="0"/>
              <a:t>#,###,####</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key numbers slide for long numbers.</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24"/>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3533607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oints with Icons">
    <p:bg>
      <p:bgPr>
        <a:solidFill>
          <a:schemeClr val="bg1"/>
        </a:solidFill>
        <a:effectLst/>
      </p:bgPr>
    </p:bg>
    <p:spTree>
      <p:nvGrpSpPr>
        <p:cNvPr id="1" name=""/>
        <p:cNvGrpSpPr/>
        <p:nvPr/>
      </p:nvGrpSpPr>
      <p:grpSpPr>
        <a:xfrm>
          <a:off x="0" y="0"/>
          <a:ext cx="0" cy="0"/>
          <a:chOff x="0" y="0"/>
          <a:chExt cx="0" cy="0"/>
        </a:xfrm>
      </p:grpSpPr>
      <p:sp>
        <p:nvSpPr>
          <p:cNvPr id="27" name="Text Placeholder 5"/>
          <p:cNvSpPr>
            <a:spLocks noGrp="1"/>
          </p:cNvSpPr>
          <p:nvPr>
            <p:ph type="body" sz="quarter" idx="18" hasCustomPrompt="1"/>
          </p:nvPr>
        </p:nvSpPr>
        <p:spPr>
          <a:xfrm>
            <a:off x="812882" y="4538133"/>
            <a:ext cx="4673339"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3" name="Text Placeholder 5"/>
          <p:cNvSpPr>
            <a:spLocks noGrp="1"/>
          </p:cNvSpPr>
          <p:nvPr>
            <p:ph type="body" sz="quarter" idx="19" hasCustomPrompt="1"/>
          </p:nvPr>
        </p:nvSpPr>
        <p:spPr>
          <a:xfrm>
            <a:off x="5807945" y="4538133"/>
            <a:ext cx="4644000" cy="3001805"/>
          </a:xfrm>
        </p:spPr>
        <p:txBody>
          <a:bodyPr/>
          <a:lstStyle>
            <a:lvl1pPr>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6" name="Text Placeholder 5"/>
          <p:cNvSpPr>
            <a:spLocks noGrp="1"/>
          </p:cNvSpPr>
          <p:nvPr>
            <p:ph type="body" sz="quarter" idx="23" hasCustomPrompt="1"/>
          </p:nvPr>
        </p:nvSpPr>
        <p:spPr>
          <a:xfrm>
            <a:off x="10786183" y="4538133"/>
            <a:ext cx="4673448" cy="3001805"/>
          </a:xfrm>
        </p:spPr>
        <p:txBody>
          <a:bodyPr/>
          <a:lstStyle>
            <a:lvl1pPr>
              <a:spcBef>
                <a:spcPts val="1600"/>
              </a:spcBef>
              <a:defRPr baseline="0"/>
            </a:lvl1pPr>
            <a:lvl3pPr marL="2020367" indent="-457200">
              <a:buFont typeface="Arial"/>
              <a:buChar char="•"/>
              <a:defRPr/>
            </a:lvl3pPr>
            <a:lvl4pPr>
              <a:spcBef>
                <a:spcPts val="1104"/>
              </a:spcBef>
              <a:defRPr/>
            </a:lvl4pPr>
          </a:lstStyle>
          <a:p>
            <a:pPr lvl="0"/>
            <a:r>
              <a:rPr lang="en-CA" dirty="0"/>
              <a:t>Click to edit content. Use this slide for a brief point, illustrated by the icon above.</a:t>
            </a:r>
          </a:p>
        </p:txBody>
      </p:sp>
      <p:sp>
        <p:nvSpPr>
          <p:cNvPr id="28" name="Title 1"/>
          <p:cNvSpPr>
            <a:spLocks noGrp="1"/>
          </p:cNvSpPr>
          <p:nvPr>
            <p:ph type="title" hasCustomPrompt="1"/>
          </p:nvPr>
        </p:nvSpPr>
        <p:spPr>
          <a:xfrm>
            <a:off x="812881" y="768365"/>
            <a:ext cx="9475914" cy="1335973"/>
          </a:xfrm>
        </p:spPr>
        <p:txBody>
          <a:bodyPr anchor="t">
            <a:noAutofit/>
          </a:bodyPr>
          <a:lstStyle>
            <a:lvl1pPr>
              <a:defRPr sz="4800" b="1" baseline="0">
                <a:solidFill>
                  <a:schemeClr val="accent1"/>
                </a:solidFill>
              </a:defRPr>
            </a:lvl1pPr>
          </a:lstStyle>
          <a:p>
            <a:r>
              <a:rPr lang="en-CA" dirty="0"/>
              <a:t>This is a key point slide with icons to illustrate points.</a:t>
            </a:r>
            <a:endParaRPr lang="en-US" dirty="0"/>
          </a:p>
        </p:txBody>
      </p:sp>
      <p:sp>
        <p:nvSpPr>
          <p:cNvPr id="12" name="Oval 11"/>
          <p:cNvSpPr/>
          <p:nvPr userDrawn="1"/>
        </p:nvSpPr>
        <p:spPr>
          <a:xfrm>
            <a:off x="728135"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Picture Placeholder 3"/>
          <p:cNvSpPr>
            <a:spLocks noGrp="1" noChangeAspect="1"/>
          </p:cNvSpPr>
          <p:nvPr>
            <p:ph type="pic" sz="quarter" idx="26" hasCustomPrompt="1"/>
          </p:nvPr>
        </p:nvSpPr>
        <p:spPr>
          <a:xfrm>
            <a:off x="1173631" y="2900693"/>
            <a:ext cx="864783" cy="864000"/>
          </a:xfrm>
        </p:spPr>
        <p:txBody>
          <a:bodyPr/>
          <a:lstStyle>
            <a:lvl1pPr>
              <a:defRPr>
                <a:solidFill>
                  <a:schemeClr val="bg1"/>
                </a:solidFill>
              </a:defRPr>
            </a:lvl1pPr>
          </a:lstStyle>
          <a:p>
            <a:r>
              <a:rPr lang="en-US" dirty="0"/>
              <a:t>Icon</a:t>
            </a:r>
          </a:p>
        </p:txBody>
      </p:sp>
      <p:sp>
        <p:nvSpPr>
          <p:cNvPr id="14" name="Oval 13"/>
          <p:cNvSpPr/>
          <p:nvPr userDrawn="1"/>
        </p:nvSpPr>
        <p:spPr>
          <a:xfrm>
            <a:off x="5723280"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Picture Placeholder 3"/>
          <p:cNvSpPr>
            <a:spLocks noGrp="1" noChangeAspect="1"/>
          </p:cNvSpPr>
          <p:nvPr>
            <p:ph type="pic" sz="quarter" idx="27" hasCustomPrompt="1"/>
          </p:nvPr>
        </p:nvSpPr>
        <p:spPr>
          <a:xfrm>
            <a:off x="6168776" y="2900693"/>
            <a:ext cx="864782" cy="864000"/>
          </a:xfrm>
        </p:spPr>
        <p:txBody>
          <a:bodyPr/>
          <a:lstStyle>
            <a:lvl1pPr>
              <a:defRPr>
                <a:solidFill>
                  <a:schemeClr val="bg1"/>
                </a:solidFill>
              </a:defRPr>
            </a:lvl1pPr>
          </a:lstStyle>
          <a:p>
            <a:r>
              <a:rPr lang="en-US" dirty="0"/>
              <a:t>Icon</a:t>
            </a:r>
          </a:p>
        </p:txBody>
      </p:sp>
      <p:sp>
        <p:nvSpPr>
          <p:cNvPr id="16" name="Oval 15"/>
          <p:cNvSpPr/>
          <p:nvPr userDrawn="1"/>
        </p:nvSpPr>
        <p:spPr>
          <a:xfrm>
            <a:off x="10701518" y="2454806"/>
            <a:ext cx="1755775" cy="1755775"/>
          </a:xfrm>
          <a:prstGeom prst="ellipse">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Picture Placeholder 3"/>
          <p:cNvSpPr>
            <a:spLocks noGrp="1" noChangeAspect="1"/>
          </p:cNvSpPr>
          <p:nvPr>
            <p:ph type="pic" sz="quarter" idx="28" hasCustomPrompt="1"/>
          </p:nvPr>
        </p:nvSpPr>
        <p:spPr>
          <a:xfrm>
            <a:off x="11147405" y="2900693"/>
            <a:ext cx="864000" cy="864000"/>
          </a:xfrm>
        </p:spPr>
        <p:txBody>
          <a:bodyPr/>
          <a:lstStyle>
            <a:lvl1pPr>
              <a:defRPr>
                <a:solidFill>
                  <a:schemeClr val="bg1"/>
                </a:solidFill>
              </a:defRPr>
            </a:lvl1pPr>
          </a:lstStyle>
          <a:p>
            <a:r>
              <a:rPr lang="en-US" dirty="0"/>
              <a:t>Icon</a:t>
            </a:r>
          </a:p>
        </p:txBody>
      </p:sp>
      <p:pic>
        <p:nvPicPr>
          <p:cNvPr id="18" name="Picture 17"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9" name="Picture 18"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0" name="Slide Number Placeholder 8"/>
          <p:cNvSpPr>
            <a:spLocks noGrp="1"/>
          </p:cNvSpPr>
          <p:nvPr>
            <p:ph type="sldNum" sz="quarter" idx="2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099631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Slide">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5" name="Media Placeholder 4"/>
          <p:cNvSpPr>
            <a:spLocks noGrp="1"/>
          </p:cNvSpPr>
          <p:nvPr>
            <p:ph type="media" sz="quarter" idx="10" hasCustomPrompt="1"/>
          </p:nvPr>
        </p:nvSpPr>
        <p:spPr>
          <a:xfrm>
            <a:off x="3287077" y="829734"/>
            <a:ext cx="9683434" cy="7501466"/>
          </a:xfrm>
        </p:spPr>
        <p:txBody>
          <a:bodyPr/>
          <a:lstStyle>
            <a:lvl1pPr>
              <a:defRPr>
                <a:solidFill>
                  <a:schemeClr val="bg1"/>
                </a:solidFill>
              </a:defRPr>
            </a:lvl1pPr>
          </a:lstStyle>
          <a:p>
            <a:r>
              <a:rPr lang="en-US" dirty="0"/>
              <a:t>Click this icon to insert a video</a:t>
            </a:r>
          </a:p>
        </p:txBody>
      </p:sp>
    </p:spTree>
    <p:extLst>
      <p:ext uri="{BB962C8B-B14F-4D97-AF65-F5344CB8AC3E}">
        <p14:creationId xmlns:p14="http://schemas.microsoft.com/office/powerpoint/2010/main" val="18803090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s or Stats V1">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6" name="Picture 5"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3" name="Rectangle 2"/>
          <p:cNvSpPr/>
          <p:nvPr userDrawn="1"/>
        </p:nvSpPr>
        <p:spPr>
          <a:xfrm>
            <a:off x="805366" y="838200"/>
            <a:ext cx="14646856" cy="746760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599A83"/>
                </a:solidFill>
              </a:defRPr>
            </a:lvl1pPr>
          </a:lstStyle>
          <a:p>
            <a:r>
              <a:rPr lang="en-CA" dirty="0"/>
              <a:t>Enter an impressive statistic or fact. e.g. 98% of Algonquin students have been hired immediately after graduation.</a:t>
            </a:r>
            <a:endParaRPr lang="en-US" dirty="0"/>
          </a:p>
        </p:txBody>
      </p:sp>
      <p:sp>
        <p:nvSpPr>
          <p:cNvPr id="7"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tx2"/>
                </a:solidFill>
              </a:defRPr>
            </a:lvl1pPr>
          </a:lstStyle>
          <a:p>
            <a:pPr lvl="0"/>
            <a:r>
              <a:rPr lang="en-CA" dirty="0"/>
              <a:t>THIS IS THE TITLE OF YOUR STATISTIC</a:t>
            </a:r>
            <a:endParaRPr lang="en-US" dirty="0"/>
          </a:p>
        </p:txBody>
      </p:sp>
      <p:sp>
        <p:nvSpPr>
          <p:cNvPr id="9" name="Text Placeholder 8"/>
          <p:cNvSpPr>
            <a:spLocks noGrp="1"/>
          </p:cNvSpPr>
          <p:nvPr>
            <p:ph type="body" sz="quarter" idx="14" hasCustomPrompt="1"/>
          </p:nvPr>
        </p:nvSpPr>
        <p:spPr>
          <a:xfrm>
            <a:off x="3287077" y="6561978"/>
            <a:ext cx="9683434" cy="388804"/>
          </a:xfrm>
        </p:spPr>
        <p:txBody>
          <a:bodyPr anchor="ctr"/>
          <a:lstStyle>
            <a:lvl1pPr algn="ctr">
              <a:defRPr sz="1600"/>
            </a:lvl1pPr>
          </a:lstStyle>
          <a:p>
            <a:pPr lvl="0"/>
            <a:r>
              <a:rPr lang="en-CA" dirty="0"/>
              <a:t>THIS IS A SPACE FOR A CITATION OR SOURCE</a:t>
            </a:r>
            <a:endParaRPr lang="en-US" dirty="0"/>
          </a:p>
        </p:txBody>
      </p:sp>
    </p:spTree>
    <p:extLst>
      <p:ext uri="{BB962C8B-B14F-4D97-AF65-F5344CB8AC3E}">
        <p14:creationId xmlns:p14="http://schemas.microsoft.com/office/powerpoint/2010/main" val="25743703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s or Stats V2">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5" name="Picture 4" descr="swoosh-85.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8" name="Title 1"/>
          <p:cNvSpPr>
            <a:spLocks noGrp="1"/>
          </p:cNvSpPr>
          <p:nvPr>
            <p:ph type="title" hasCustomPrompt="1"/>
          </p:nvPr>
        </p:nvSpPr>
        <p:spPr>
          <a:xfrm>
            <a:off x="3287077" y="2787076"/>
            <a:ext cx="9683434" cy="3492669"/>
          </a:xfrm>
        </p:spPr>
        <p:txBody>
          <a:bodyPr/>
          <a:lstStyle>
            <a:lvl1pPr algn="ctr">
              <a:lnSpc>
                <a:spcPct val="110000"/>
              </a:lnSpc>
              <a:defRPr sz="4800" baseline="0">
                <a:solidFill>
                  <a:srgbClr val="A6C8BC"/>
                </a:solidFill>
              </a:defRPr>
            </a:lvl1pPr>
          </a:lstStyle>
          <a:p>
            <a:r>
              <a:rPr lang="en-CA" dirty="0"/>
              <a:t>Enter an impressive statistic or fact. e.g. 98% of Algonquin students have been hired immediately after graduation.</a:t>
            </a:r>
            <a:endParaRPr lang="en-US" dirty="0"/>
          </a:p>
        </p:txBody>
      </p:sp>
      <p:sp>
        <p:nvSpPr>
          <p:cNvPr id="10" name="Text Placeholder 6"/>
          <p:cNvSpPr>
            <a:spLocks noGrp="1"/>
          </p:cNvSpPr>
          <p:nvPr>
            <p:ph type="body" sz="quarter" idx="13" hasCustomPrompt="1"/>
          </p:nvPr>
        </p:nvSpPr>
        <p:spPr>
          <a:xfrm>
            <a:off x="3287077" y="2125170"/>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287077" y="6561978"/>
            <a:ext cx="9683434"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5860235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or Stats V3">
    <p:bg>
      <p:bgPr>
        <a:blipFill rotWithShape="1">
          <a:blip r:embed="rId2"/>
          <a:stretch>
            <a:fillRect/>
          </a:stretch>
        </a:blipFill>
        <a:effectLst/>
      </p:bgPr>
    </p:bg>
    <p:spTree>
      <p:nvGrpSpPr>
        <p:cNvPr id="1" name=""/>
        <p:cNvGrpSpPr/>
        <p:nvPr/>
      </p:nvGrpSpPr>
      <p:grpSpPr>
        <a:xfrm>
          <a:off x="0" y="0"/>
          <a:ext cx="0" cy="0"/>
          <a:chOff x="0" y="0"/>
          <a:chExt cx="0" cy="0"/>
        </a:xfrm>
      </p:grpSpPr>
      <p:pic>
        <p:nvPicPr>
          <p:cNvPr id="3" name="Picture 2" descr="campus-scape.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A6C8BC"/>
                </a:solidFill>
              </a:defRPr>
            </a:lvl1pPr>
          </a:lstStyle>
          <a:p>
            <a:r>
              <a:rPr lang="en-CA" dirty="0"/>
              <a:t>Enter an impressive statistic or fact. e.g. We raised $1,000,000 this year. Highlight a number by making it bold and white.</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bg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34219924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s or Stats V4">
    <p:bg>
      <p:bgPr>
        <a:solidFill>
          <a:schemeClr val="bg1"/>
        </a:solidFill>
        <a:effectLst/>
      </p:bgPr>
    </p:bg>
    <p:spTree>
      <p:nvGrpSpPr>
        <p:cNvPr id="1" name=""/>
        <p:cNvGrpSpPr/>
        <p:nvPr/>
      </p:nvGrpSpPr>
      <p:grpSpPr>
        <a:xfrm>
          <a:off x="0" y="0"/>
          <a:ext cx="0" cy="0"/>
          <a:chOff x="0" y="0"/>
          <a:chExt cx="0" cy="0"/>
        </a:xfrm>
      </p:grpSpPr>
      <p:pic>
        <p:nvPicPr>
          <p:cNvPr id="4" name="Picture 3" descr="campus-scape.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965700"/>
            <a:ext cx="16256000" cy="4178300"/>
          </a:xfrm>
          <a:prstGeom prst="rect">
            <a:avLst/>
          </a:prstGeom>
        </p:spPr>
      </p:pic>
      <p:sp>
        <p:nvSpPr>
          <p:cNvPr id="5" name="Title 1"/>
          <p:cNvSpPr>
            <a:spLocks noGrp="1"/>
          </p:cNvSpPr>
          <p:nvPr>
            <p:ph type="title" hasCustomPrompt="1"/>
          </p:nvPr>
        </p:nvSpPr>
        <p:spPr>
          <a:xfrm>
            <a:off x="3287077" y="1313874"/>
            <a:ext cx="9683434" cy="3492669"/>
          </a:xfrm>
        </p:spPr>
        <p:txBody>
          <a:bodyPr/>
          <a:lstStyle>
            <a:lvl1pPr algn="ctr">
              <a:lnSpc>
                <a:spcPct val="110000"/>
              </a:lnSpc>
              <a:defRPr sz="4800" baseline="0">
                <a:solidFill>
                  <a:srgbClr val="599A83"/>
                </a:solidFill>
              </a:defRPr>
            </a:lvl1pPr>
          </a:lstStyle>
          <a:p>
            <a:r>
              <a:rPr lang="en-CA" dirty="0"/>
              <a:t>Enter an impressive statistic or fact. e.g. We raised $1,000,000 this year. Highlight a number by making it bold and 100% green.</a:t>
            </a:r>
            <a:endParaRPr lang="en-US" dirty="0"/>
          </a:p>
        </p:txBody>
      </p:sp>
      <p:sp>
        <p:nvSpPr>
          <p:cNvPr id="6" name="Text Placeholder 6"/>
          <p:cNvSpPr>
            <a:spLocks noGrp="1"/>
          </p:cNvSpPr>
          <p:nvPr>
            <p:ph type="body" sz="quarter" idx="13" hasCustomPrompt="1"/>
          </p:nvPr>
        </p:nvSpPr>
        <p:spPr>
          <a:xfrm>
            <a:off x="3287077" y="651968"/>
            <a:ext cx="9683434" cy="510712"/>
          </a:xfrm>
        </p:spPr>
        <p:txBody>
          <a:bodyPr anchor="ctr"/>
          <a:lstStyle>
            <a:lvl1pPr algn="ctr">
              <a:lnSpc>
                <a:spcPct val="100000"/>
              </a:lnSpc>
              <a:defRPr sz="2100" b="1">
                <a:solidFill>
                  <a:schemeClr val="accent1"/>
                </a:solidFill>
              </a:defRPr>
            </a:lvl1pPr>
          </a:lstStyle>
          <a:p>
            <a:pPr lvl="0"/>
            <a:r>
              <a:rPr lang="en-CA" dirty="0"/>
              <a:t>THIS IS THE TITLE OF YOUR STATISTIC</a:t>
            </a:r>
            <a:endParaRPr lang="en-US" dirty="0"/>
          </a:p>
        </p:txBody>
      </p:sp>
    </p:spTree>
    <p:extLst>
      <p:ext uri="{BB962C8B-B14F-4D97-AF65-F5344CB8AC3E}">
        <p14:creationId xmlns:p14="http://schemas.microsoft.com/office/powerpoint/2010/main" val="4002699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s or Stats v5">
    <p:bg>
      <p:bgRef idx="1001">
        <a:schemeClr val="bg2"/>
      </p:bgRef>
    </p:bg>
    <p:spTree>
      <p:nvGrpSpPr>
        <p:cNvPr id="1" name=""/>
        <p:cNvGrpSpPr/>
        <p:nvPr/>
      </p:nvGrpSpPr>
      <p:grpSpPr>
        <a:xfrm>
          <a:off x="0" y="0"/>
          <a:ext cx="0" cy="0"/>
          <a:chOff x="0" y="0"/>
          <a:chExt cx="0" cy="0"/>
        </a:xfrm>
      </p:grpSpPr>
      <p:sp>
        <p:nvSpPr>
          <p:cNvPr id="4" name="Picture Placeholder 3"/>
          <p:cNvSpPr>
            <a:spLocks noGrp="1"/>
          </p:cNvSpPr>
          <p:nvPr>
            <p:ph type="pic" sz="quarter" idx="15" hasCustomPrompt="1"/>
          </p:nvPr>
        </p:nvSpPr>
        <p:spPr>
          <a:xfrm>
            <a:off x="0" y="0"/>
            <a:ext cx="8127735" cy="4571404"/>
          </a:xfrm>
          <a:solidFill>
            <a:schemeClr val="bg2"/>
          </a:solidFill>
          <a:ln>
            <a:noFill/>
          </a:ln>
        </p:spPr>
        <p:txBody>
          <a:bodyPr/>
          <a:lstStyle>
            <a:lvl1pPr algn="ctr">
              <a:defRPr baseline="0">
                <a:ln>
                  <a:noFill/>
                </a:ln>
                <a:solidFill>
                  <a:schemeClr val="tx1"/>
                </a:solidFill>
              </a:defRPr>
            </a:lvl1pPr>
          </a:lstStyle>
          <a:p>
            <a:r>
              <a:rPr lang="en-US" dirty="0"/>
              <a:t>Click this icon to insert a background photo, the resize this box so it covers the whole screen. Make sure it’s good quality.</a:t>
            </a:r>
          </a:p>
        </p:txBody>
      </p:sp>
      <p:sp>
        <p:nvSpPr>
          <p:cNvPr id="12" name="Title 1"/>
          <p:cNvSpPr>
            <a:spLocks noGrp="1"/>
          </p:cNvSpPr>
          <p:nvPr>
            <p:ph type="title" hasCustomPrompt="1"/>
          </p:nvPr>
        </p:nvSpPr>
        <p:spPr>
          <a:xfrm>
            <a:off x="2980794" y="2552251"/>
            <a:ext cx="10296000" cy="4039500"/>
          </a:xfrm>
          <a:solidFill>
            <a:srgbClr val="FFFFFF"/>
          </a:solidFill>
          <a:ln>
            <a:noFill/>
          </a:ln>
          <a:effectLst>
            <a:outerShdw blurRad="381000" dir="2700000" sx="98000" sy="98000" algn="tl" rotWithShape="0">
              <a:srgbClr val="000000">
                <a:alpha val="85000"/>
              </a:srgbClr>
            </a:outerShdw>
          </a:effectLst>
        </p:spPr>
        <p:txBody>
          <a:bodyPr lIns="324000" tIns="1080000" rIns="324000" bIns="1080000"/>
          <a:lstStyle>
            <a:lvl1pPr algn="ctr">
              <a:lnSpc>
                <a:spcPct val="90000"/>
              </a:lnSpc>
              <a:defRPr sz="11200">
                <a:solidFill>
                  <a:srgbClr val="599A83"/>
                </a:solidFill>
              </a:defRPr>
            </a:lvl1pPr>
          </a:lstStyle>
          <a:p>
            <a:r>
              <a:rPr lang="en-CA" dirty="0"/>
              <a:t>$#,###,###</a:t>
            </a:r>
            <a:endParaRPr lang="en-US" dirty="0"/>
          </a:p>
        </p:txBody>
      </p:sp>
      <p:sp>
        <p:nvSpPr>
          <p:cNvPr id="10" name="Text Placeholder 6"/>
          <p:cNvSpPr>
            <a:spLocks noGrp="1"/>
          </p:cNvSpPr>
          <p:nvPr>
            <p:ph type="body" sz="quarter" idx="13" hasCustomPrompt="1"/>
          </p:nvPr>
        </p:nvSpPr>
        <p:spPr>
          <a:xfrm>
            <a:off x="3301893" y="3012628"/>
            <a:ext cx="9653802" cy="510712"/>
          </a:xfrm>
        </p:spPr>
        <p:txBody>
          <a:bodyPr anchor="ctr"/>
          <a:lstStyle>
            <a:lvl1pPr algn="ctr">
              <a:lnSpc>
                <a:spcPct val="100000"/>
              </a:lnSpc>
              <a:defRPr sz="2100" b="1" baseline="0">
                <a:solidFill>
                  <a:srgbClr val="00673E"/>
                </a:solidFill>
              </a:defRPr>
            </a:lvl1pPr>
          </a:lstStyle>
          <a:p>
            <a:pPr lvl="0"/>
            <a:r>
              <a:rPr lang="en-CA" dirty="0"/>
              <a:t>THIS IS THE TITLE OF YOUR STATISTIC</a:t>
            </a:r>
            <a:endParaRPr lang="en-US" dirty="0"/>
          </a:p>
        </p:txBody>
      </p:sp>
      <p:sp>
        <p:nvSpPr>
          <p:cNvPr id="11" name="Text Placeholder 8"/>
          <p:cNvSpPr>
            <a:spLocks noGrp="1"/>
          </p:cNvSpPr>
          <p:nvPr>
            <p:ph type="body" sz="quarter" idx="14" hasCustomPrompt="1"/>
          </p:nvPr>
        </p:nvSpPr>
        <p:spPr>
          <a:xfrm>
            <a:off x="3301893" y="5643918"/>
            <a:ext cx="9653802" cy="388804"/>
          </a:xfrm>
        </p:spPr>
        <p:txBody>
          <a:bodyPr anchor="ctr"/>
          <a:lstStyle>
            <a:lvl1pPr algn="ctr">
              <a:defRPr sz="1600">
                <a:solidFill>
                  <a:schemeClr val="bg1"/>
                </a:solidFill>
              </a:defRPr>
            </a:lvl1pPr>
          </a:lstStyle>
          <a:p>
            <a:pPr lvl="0"/>
            <a:r>
              <a:rPr lang="en-CA" dirty="0"/>
              <a:t>THIS IS A SPACE FOR A CITATION OR SOURCE</a:t>
            </a:r>
            <a:endParaRPr lang="en-US" dirty="0"/>
          </a:p>
        </p:txBody>
      </p:sp>
    </p:spTree>
    <p:extLst>
      <p:ext uri="{BB962C8B-B14F-4D97-AF65-F5344CB8AC3E}">
        <p14:creationId xmlns:p14="http://schemas.microsoft.com/office/powerpoint/2010/main" val="812104667"/>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igh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8128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812881" y="768365"/>
            <a:ext cx="7484182" cy="1335973"/>
          </a:xfrm>
        </p:spPr>
        <p:txBody>
          <a:bodyPr anchor="t">
            <a:noAutofit/>
          </a:bodyPr>
          <a:lstStyle>
            <a:lvl1pPr>
              <a:defRPr sz="4800" b="1" baseline="0">
                <a:solidFill>
                  <a:srgbClr val="00673E"/>
                </a:solidFill>
              </a:defRPr>
            </a:lvl1pPr>
          </a:lstStyle>
          <a:p>
            <a:r>
              <a:rPr lang="en-CA" dirty="0"/>
              <a:t>A slide with a right-aligned image</a:t>
            </a:r>
            <a:endParaRPr lang="en-US" dirty="0"/>
          </a:p>
        </p:txBody>
      </p:sp>
      <p:sp>
        <p:nvSpPr>
          <p:cNvPr id="10" name="Text Placeholder 9"/>
          <p:cNvSpPr>
            <a:spLocks noGrp="1"/>
          </p:cNvSpPr>
          <p:nvPr>
            <p:ph type="body" sz="quarter" idx="14" hasCustomPrompt="1"/>
          </p:nvPr>
        </p:nvSpPr>
        <p:spPr>
          <a:xfrm>
            <a:off x="3318825"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1" name="Picture Placeholder 4"/>
          <p:cNvSpPr>
            <a:spLocks noGrp="1"/>
          </p:cNvSpPr>
          <p:nvPr>
            <p:ph type="pic" sz="quarter" idx="16" hasCustomPrompt="1"/>
          </p:nvPr>
        </p:nvSpPr>
        <p:spPr>
          <a:xfrm>
            <a:off x="9346896" y="853030"/>
            <a:ext cx="6910691" cy="6682303"/>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7" hasCustomPrompt="1"/>
          </p:nvPr>
        </p:nvSpPr>
        <p:spPr>
          <a:xfrm>
            <a:off x="9346896"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5" name="Picture 1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6" name="Picture 15"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7"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2563347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eft-Aligned Image with Text + Title">
    <p:bg>
      <p:bgPr>
        <a:solidFill>
          <a:schemeClr val="bg1"/>
        </a:solidFill>
        <a:effectLst/>
      </p:bgPr>
    </p:bg>
    <p:spTree>
      <p:nvGrpSpPr>
        <p:cNvPr id="1" name=""/>
        <p:cNvGrpSpPr/>
        <p:nvPr/>
      </p:nvGrpSpPr>
      <p:grpSpPr>
        <a:xfrm>
          <a:off x="0" y="0"/>
          <a:ext cx="0" cy="0"/>
          <a:chOff x="0" y="0"/>
          <a:chExt cx="0" cy="0"/>
        </a:xfrm>
      </p:grpSpPr>
      <p:sp>
        <p:nvSpPr>
          <p:cNvPr id="12" name="Text Placeholder 5"/>
          <p:cNvSpPr>
            <a:spLocks noGrp="1"/>
          </p:cNvSpPr>
          <p:nvPr>
            <p:ph type="body" sz="quarter" idx="15" hasCustomPrompt="1"/>
          </p:nvPr>
        </p:nvSpPr>
        <p:spPr>
          <a:xfrm>
            <a:off x="7992382" y="2404534"/>
            <a:ext cx="7484181" cy="5130800"/>
          </a:xfrm>
        </p:spPr>
        <p:txBody>
          <a:bodyPr/>
          <a:lstStyle>
            <a:lvl1pPr>
              <a:spcBef>
                <a:spcPts val="1600"/>
              </a:spcBef>
              <a:defRPr baseline="0"/>
            </a:lvl1pPr>
            <a:lvl3pPr marL="2020367" indent="-457200">
              <a:buFont typeface="Arial"/>
              <a:buChar char="•"/>
              <a:defRPr/>
            </a:lvl3pPr>
            <a:lvl4pPr>
              <a:spcBef>
                <a:spcPts val="1104"/>
              </a:spcBef>
              <a:defRPr>
                <a:solidFill>
                  <a:srgbClr val="599A83"/>
                </a:solidFill>
              </a:defRPr>
            </a:lvl4pPr>
          </a:lstStyle>
          <a:p>
            <a:pPr lvl="0"/>
            <a:r>
              <a:rPr lang="en-CA" dirty="0"/>
              <a:t>Click to edit content. Keep in minimal on key point slides. Bullets are available for hierarchy.</a:t>
            </a:r>
          </a:p>
          <a:p>
            <a:pPr lvl="1"/>
            <a:r>
              <a:rPr lang="en-CA" dirty="0"/>
              <a:t>Second level</a:t>
            </a:r>
          </a:p>
          <a:p>
            <a:pPr lvl="2"/>
            <a:r>
              <a:rPr lang="en-CA" dirty="0"/>
              <a:t>Third level</a:t>
            </a:r>
          </a:p>
          <a:p>
            <a:pPr lvl="3"/>
            <a:r>
              <a:rPr lang="en-CA" dirty="0"/>
              <a:t>Fourth level</a:t>
            </a:r>
          </a:p>
        </p:txBody>
      </p:sp>
      <p:sp>
        <p:nvSpPr>
          <p:cNvPr id="2" name="Title 1"/>
          <p:cNvSpPr>
            <a:spLocks noGrp="1"/>
          </p:cNvSpPr>
          <p:nvPr>
            <p:ph type="title" hasCustomPrompt="1"/>
          </p:nvPr>
        </p:nvSpPr>
        <p:spPr>
          <a:xfrm>
            <a:off x="7992381" y="768365"/>
            <a:ext cx="7484182" cy="1335973"/>
          </a:xfrm>
        </p:spPr>
        <p:txBody>
          <a:bodyPr anchor="t">
            <a:noAutofit/>
          </a:bodyPr>
          <a:lstStyle>
            <a:lvl1pPr>
              <a:defRPr sz="4800" b="1" baseline="0">
                <a:solidFill>
                  <a:srgbClr val="00673E"/>
                </a:solidFill>
              </a:defRPr>
            </a:lvl1pPr>
          </a:lstStyle>
          <a:p>
            <a:r>
              <a:rPr lang="en-CA" dirty="0"/>
              <a:t>A slide with a left-aligned image</a:t>
            </a:r>
            <a:endParaRPr lang="en-US" dirty="0"/>
          </a:p>
        </p:txBody>
      </p:sp>
      <p:sp>
        <p:nvSpPr>
          <p:cNvPr id="10" name="Text Placeholder 9"/>
          <p:cNvSpPr>
            <a:spLocks noGrp="1"/>
          </p:cNvSpPr>
          <p:nvPr>
            <p:ph type="body" sz="quarter" idx="14" hasCustomPrompt="1"/>
          </p:nvPr>
        </p:nvSpPr>
        <p:spPr>
          <a:xfrm>
            <a:off x="7992381" y="6267279"/>
            <a:ext cx="4978238" cy="1268053"/>
          </a:xfrm>
        </p:spPr>
        <p:txBody>
          <a:bodyPr anchor="b"/>
          <a:lstStyle>
            <a:lvl1pPr>
              <a:defRPr sz="2100">
                <a:solidFill>
                  <a:srgbClr val="599A83"/>
                </a:solidFill>
              </a:defRPr>
            </a:lvl1pPr>
          </a:lstStyle>
          <a:p>
            <a:pPr lvl="0"/>
            <a:r>
              <a:rPr lang="en-CA" dirty="0"/>
              <a:t>An optional annotation or extra information text box</a:t>
            </a:r>
            <a:endParaRPr lang="en-US" dirty="0"/>
          </a:p>
        </p:txBody>
      </p:sp>
      <p:sp>
        <p:nvSpPr>
          <p:cNvPr id="14" name="Picture Placeholder 4"/>
          <p:cNvSpPr>
            <a:spLocks noGrp="1"/>
          </p:cNvSpPr>
          <p:nvPr>
            <p:ph type="pic" sz="quarter" idx="16" hasCustomPrompt="1"/>
          </p:nvPr>
        </p:nvSpPr>
        <p:spPr>
          <a:xfrm>
            <a:off x="0" y="853030"/>
            <a:ext cx="6910691" cy="6682303"/>
          </a:xfrm>
        </p:spPr>
        <p:txBody>
          <a:bodyPr/>
          <a:lstStyle>
            <a:lvl1pPr>
              <a:defRPr baseline="0"/>
            </a:lvl1pPr>
          </a:lstStyle>
          <a:p>
            <a:r>
              <a:rPr lang="en-US" dirty="0"/>
              <a:t>Click on this icon to insert a photo.</a:t>
            </a:r>
          </a:p>
        </p:txBody>
      </p:sp>
      <p:sp>
        <p:nvSpPr>
          <p:cNvPr id="15" name="Text Placeholder 8"/>
          <p:cNvSpPr>
            <a:spLocks noGrp="1"/>
          </p:cNvSpPr>
          <p:nvPr>
            <p:ph type="body" sz="quarter" idx="17" hasCustomPrompt="1"/>
          </p:nvPr>
        </p:nvSpPr>
        <p:spPr>
          <a:xfrm>
            <a:off x="0" y="5489054"/>
            <a:ext cx="5029037" cy="778226"/>
          </a:xfrm>
          <a:solidFill>
            <a:srgbClr val="43B02A"/>
          </a:solidFill>
          <a:ln>
            <a:noFill/>
          </a:ln>
        </p:spPr>
        <p:txBody>
          <a:bodyPr wrap="square" lIns="252000" tIns="252000" rIns="252000" bIns="252000" anchor="ctr">
            <a:spAutoFit/>
          </a:bodyPr>
          <a:lstStyle>
            <a:lvl1pPr>
              <a:lnSpc>
                <a:spcPct val="80000"/>
              </a:lnSpc>
              <a:defRPr sz="2100" b="1" baseline="0">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42185459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 Frame Photo">
    <p:bg>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1186" y="0"/>
            <a:ext cx="16256402" cy="9144000"/>
          </a:xfrm>
        </p:spPr>
        <p:txBody>
          <a:bodyPr/>
          <a:lstStyle>
            <a:lvl1pPr marL="0" indent="0">
              <a:buNone/>
              <a:defRPr sz="4000" baseline="0"/>
            </a:lvl1pPr>
            <a:lvl2pPr marL="781583" indent="0">
              <a:buNone/>
              <a:defRPr sz="4800"/>
            </a:lvl2pPr>
            <a:lvl3pPr marL="1563167" indent="0">
              <a:buNone/>
              <a:defRPr sz="4100"/>
            </a:lvl3pPr>
            <a:lvl4pPr marL="2344750" indent="0">
              <a:buNone/>
              <a:defRPr sz="3400"/>
            </a:lvl4pPr>
            <a:lvl5pPr marL="3126334" indent="0">
              <a:buNone/>
              <a:defRPr sz="3400"/>
            </a:lvl5pPr>
            <a:lvl6pPr marL="3907917" indent="0">
              <a:buNone/>
              <a:defRPr sz="3400"/>
            </a:lvl6pPr>
            <a:lvl7pPr marL="4689500" indent="0">
              <a:buNone/>
              <a:defRPr sz="3400"/>
            </a:lvl7pPr>
            <a:lvl8pPr marL="5471084" indent="0">
              <a:buNone/>
              <a:defRPr sz="3400"/>
            </a:lvl8pPr>
            <a:lvl9pPr marL="6252667" indent="0">
              <a:buNone/>
              <a:defRPr sz="3400"/>
            </a:lvl9pPr>
          </a:lstStyle>
          <a:p>
            <a:r>
              <a:rPr lang="en-US" dirty="0"/>
              <a:t>Click on this icon to insert a photo.</a:t>
            </a:r>
          </a:p>
        </p:txBody>
      </p:sp>
      <p:sp>
        <p:nvSpPr>
          <p:cNvPr id="8" name="Text Placeholder 8"/>
          <p:cNvSpPr>
            <a:spLocks noGrp="1"/>
          </p:cNvSpPr>
          <p:nvPr>
            <p:ph type="body" sz="quarter" idx="16" hasCustomPrompt="1"/>
          </p:nvPr>
        </p:nvSpPr>
        <p:spPr>
          <a:xfrm>
            <a:off x="1" y="6313857"/>
            <a:ext cx="7958408" cy="759384"/>
          </a:xfrm>
          <a:solidFill>
            <a:srgbClr val="43B02A"/>
          </a:solidFill>
          <a:ln>
            <a:noFill/>
          </a:ln>
        </p:spPr>
        <p:txBody>
          <a:bodyPr wrap="square" lIns="252000" tIns="180000" rIns="252000" bIns="252000" anchor="ctr">
            <a:spAutoFit/>
          </a:bodyPr>
          <a:lstStyle>
            <a:lvl1pPr>
              <a:lnSpc>
                <a:spcPct val="100000"/>
              </a:lnSpc>
              <a:defRPr sz="2100" b="1" baseline="0">
                <a:ln>
                  <a:noFill/>
                </a:ln>
                <a:solidFill>
                  <a:schemeClr val="bg1"/>
                </a:solidFill>
                <a:effectLst/>
              </a:defRPr>
            </a:lvl1pPr>
          </a:lstStyle>
          <a:p>
            <a:pPr lvl="0"/>
            <a:r>
              <a:rPr lang="en-CA" dirty="0"/>
              <a:t>Optional short caption here</a:t>
            </a:r>
            <a:endParaRPr lang="en-US" dirty="0"/>
          </a:p>
        </p:txBody>
      </p:sp>
    </p:spTree>
    <p:extLst>
      <p:ext uri="{BB962C8B-B14F-4D97-AF65-F5344CB8AC3E}">
        <p14:creationId xmlns:p14="http://schemas.microsoft.com/office/powerpoint/2010/main" val="17575853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Photos">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3763845"/>
            <a:ext cx="16257588" cy="1739093"/>
          </a:xfrm>
          <a:prstGeom prst="rect">
            <a:avLst/>
          </a:prstGeom>
        </p:spPr>
      </p:pic>
      <p:sp>
        <p:nvSpPr>
          <p:cNvPr id="4" name="Picture Placeholder 3"/>
          <p:cNvSpPr>
            <a:spLocks noGrp="1"/>
          </p:cNvSpPr>
          <p:nvPr>
            <p:ph type="pic" sz="quarter" idx="10" hasCustomPrompt="1"/>
          </p:nvPr>
        </p:nvSpPr>
        <p:spPr>
          <a:xfrm>
            <a:off x="8332918" y="829734"/>
            <a:ext cx="7111897" cy="6696000"/>
          </a:xfrm>
        </p:spPr>
        <p:txBody>
          <a:bodyPr/>
          <a:lstStyle/>
          <a:p>
            <a:r>
              <a:rPr lang="en-US" dirty="0"/>
              <a:t>Click on this icon to insert a photo.</a:t>
            </a:r>
          </a:p>
        </p:txBody>
      </p:sp>
      <p:sp>
        <p:nvSpPr>
          <p:cNvPr id="6" name="Picture Placeholder 5"/>
          <p:cNvSpPr>
            <a:spLocks noGrp="1"/>
          </p:cNvSpPr>
          <p:nvPr>
            <p:ph type="pic" sz="quarter" idx="11" hasCustomPrompt="1"/>
          </p:nvPr>
        </p:nvSpPr>
        <p:spPr>
          <a:xfrm>
            <a:off x="829707" y="829734"/>
            <a:ext cx="7145633" cy="6696000"/>
          </a:xfrm>
        </p:spPr>
        <p:txBody>
          <a:bodyPr/>
          <a:lstStyle/>
          <a:p>
            <a:r>
              <a:rPr lang="en-US" dirty="0"/>
              <a:t>Click on this icon to insert a photo.</a:t>
            </a:r>
          </a:p>
        </p:txBody>
      </p:sp>
      <p:sp>
        <p:nvSpPr>
          <p:cNvPr id="9"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1" name="Text Placeholder 8"/>
          <p:cNvSpPr>
            <a:spLocks noGrp="1"/>
          </p:cNvSpPr>
          <p:nvPr>
            <p:ph type="body" sz="quarter" idx="18" hasCustomPrompt="1"/>
          </p:nvPr>
        </p:nvSpPr>
        <p:spPr>
          <a:xfrm>
            <a:off x="8332919" y="5498998"/>
            <a:ext cx="4654526"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pic>
        <p:nvPicPr>
          <p:cNvPr id="16" name="Picture 15"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17" name="Picture 16"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8"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077262753"/>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hoto with Description">
    <p:bg>
      <p:bgPr>
        <a:solidFill>
          <a:schemeClr val="bg1"/>
        </a:solidFill>
        <a:effectLst/>
      </p:bgPr>
    </p:bg>
    <p:spTree>
      <p:nvGrpSpPr>
        <p:cNvPr id="1" name=""/>
        <p:cNvGrpSpPr/>
        <p:nvPr/>
      </p:nvGrpSpPr>
      <p:grpSpPr>
        <a:xfrm>
          <a:off x="0" y="0"/>
          <a:ext cx="0" cy="0"/>
          <a:chOff x="0" y="0"/>
          <a:chExt cx="0" cy="0"/>
        </a:xfrm>
      </p:grpSpPr>
      <p:pic>
        <p:nvPicPr>
          <p:cNvPr id="11" name="Picture 10"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2" name="Picture Placeholder 5"/>
          <p:cNvSpPr>
            <a:spLocks noGrp="1"/>
          </p:cNvSpPr>
          <p:nvPr>
            <p:ph type="pic" sz="quarter" idx="11" hasCustomPrompt="1"/>
          </p:nvPr>
        </p:nvSpPr>
        <p:spPr>
          <a:xfrm>
            <a:off x="829707" y="829734"/>
            <a:ext cx="11598955" cy="6696000"/>
          </a:xfrm>
        </p:spPr>
        <p:txBody>
          <a:bodyPr/>
          <a:lstStyle>
            <a:lvl1pPr>
              <a:defRPr baseline="0"/>
            </a:lvl1pPr>
          </a:lstStyle>
          <a:p>
            <a:r>
              <a:rPr lang="en-US" dirty="0"/>
              <a:t>Click on this icon to insert a photo.</a:t>
            </a:r>
          </a:p>
        </p:txBody>
      </p:sp>
      <p:sp>
        <p:nvSpPr>
          <p:cNvPr id="13" name="Text Placeholder 8"/>
          <p:cNvSpPr>
            <a:spLocks noGrp="1"/>
          </p:cNvSpPr>
          <p:nvPr>
            <p:ph type="body" sz="quarter" idx="16" hasCustomPrompt="1"/>
          </p:nvPr>
        </p:nvSpPr>
        <p:spPr>
          <a:xfrm>
            <a:off x="829707" y="5498998"/>
            <a:ext cx="4673447" cy="778226"/>
          </a:xfrm>
          <a:solidFill>
            <a:srgbClr val="43B02A"/>
          </a:solidFill>
          <a:ln>
            <a:noFill/>
          </a:ln>
        </p:spPr>
        <p:txBody>
          <a:bodyPr wrap="square" lIns="252000" tIns="252000" rIns="252000" bIns="252000" anchor="ctr">
            <a:spAutoFit/>
          </a:bodyPr>
          <a:lstStyle>
            <a:lvl1pPr>
              <a:lnSpc>
                <a:spcPct val="80000"/>
              </a:lnSpc>
              <a:defRPr sz="2100" b="1">
                <a:ln>
                  <a:noFill/>
                </a:ln>
                <a:solidFill>
                  <a:schemeClr val="bg1"/>
                </a:solidFill>
                <a:effectLst/>
              </a:defRPr>
            </a:lvl1pPr>
          </a:lstStyle>
          <a:p>
            <a:pPr lvl="0"/>
            <a:r>
              <a:rPr lang="en-CA" dirty="0"/>
              <a:t>Optional short caption here</a:t>
            </a:r>
            <a:endParaRPr lang="en-US" dirty="0"/>
          </a:p>
        </p:txBody>
      </p:sp>
      <p:sp>
        <p:nvSpPr>
          <p:cNvPr id="14"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19" name="Picture 18"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0" name="Picture 19"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1"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1807220022"/>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aphic + Title and Description">
    <p:bg>
      <p:bgPr>
        <a:solidFill>
          <a:schemeClr val="bg1"/>
        </a:solidFill>
        <a:effectLst/>
      </p:bgPr>
    </p:bg>
    <p:spTree>
      <p:nvGrpSpPr>
        <p:cNvPr id="1" name=""/>
        <p:cNvGrpSpPr/>
        <p:nvPr/>
      </p:nvGrpSpPr>
      <p:grpSpPr>
        <a:xfrm>
          <a:off x="0" y="0"/>
          <a:ext cx="0" cy="0"/>
          <a:chOff x="0" y="0"/>
          <a:chExt cx="0" cy="0"/>
        </a:xfrm>
      </p:grpSpPr>
      <p:pic>
        <p:nvPicPr>
          <p:cNvPr id="12" name="Picture 11" descr="swoosh-85.eps"/>
          <p:cNvPicPr>
            <a:picLocks noChangeAspect="1"/>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0" y="5194193"/>
            <a:ext cx="16257588" cy="1739093"/>
          </a:xfrm>
          <a:prstGeom prst="rect">
            <a:avLst/>
          </a:prstGeom>
        </p:spPr>
      </p:pic>
      <p:sp>
        <p:nvSpPr>
          <p:cNvPr id="13" name="Picture Placeholder 5"/>
          <p:cNvSpPr>
            <a:spLocks noGrp="1"/>
          </p:cNvSpPr>
          <p:nvPr>
            <p:ph type="pic" sz="quarter" idx="11" hasCustomPrompt="1"/>
          </p:nvPr>
        </p:nvSpPr>
        <p:spPr>
          <a:xfrm>
            <a:off x="829708" y="2404534"/>
            <a:ext cx="9459088" cy="5121200"/>
          </a:xfrm>
        </p:spPr>
        <p:txBody>
          <a:bodyPr/>
          <a:lstStyle/>
          <a:p>
            <a:r>
              <a:rPr lang="en-US" dirty="0"/>
              <a:t>Click on this icon to insert a graphic.</a:t>
            </a:r>
          </a:p>
        </p:txBody>
      </p:sp>
      <p:sp>
        <p:nvSpPr>
          <p:cNvPr id="20"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graphic slide with a title and optional annotation</a:t>
            </a:r>
            <a:endParaRPr lang="en-US" dirty="0"/>
          </a:p>
        </p:txBody>
      </p:sp>
      <p:sp>
        <p:nvSpPr>
          <p:cNvPr id="23"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pic>
        <p:nvPicPr>
          <p:cNvPr id="24" name="Picture 23" descr="green-bar.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25" name="Picture 24" descr="ac-icon.eps"/>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26"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Tree>
    <p:extLst>
      <p:ext uri="{BB962C8B-B14F-4D97-AF65-F5344CB8AC3E}">
        <p14:creationId xmlns:p14="http://schemas.microsoft.com/office/powerpoint/2010/main" val="55613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or Chart">
    <p:bg>
      <p:bgRef idx="1001">
        <a:schemeClr val="bg1"/>
      </p:bgRef>
    </p:bg>
    <p:spTree>
      <p:nvGrpSpPr>
        <p:cNvPr id="1" name=""/>
        <p:cNvGrpSpPr/>
        <p:nvPr/>
      </p:nvGrpSpPr>
      <p:grpSpPr>
        <a:xfrm>
          <a:off x="0" y="0"/>
          <a:ext cx="0" cy="0"/>
          <a:chOff x="0" y="0"/>
          <a:chExt cx="0" cy="0"/>
        </a:xfrm>
      </p:grpSpPr>
      <p:pic>
        <p:nvPicPr>
          <p:cNvPr id="5" name="Picture 4" descr="green-bar.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331201"/>
            <a:ext cx="16256000" cy="819342"/>
          </a:xfrm>
          <a:prstGeom prst="rect">
            <a:avLst/>
          </a:prstGeom>
        </p:spPr>
      </p:pic>
      <p:pic>
        <p:nvPicPr>
          <p:cNvPr id="8" name="Picture 7" descr="ac-icon.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5703717" y="8595468"/>
            <a:ext cx="394669" cy="290809"/>
          </a:xfrm>
          <a:prstGeom prst="rect">
            <a:avLst/>
          </a:prstGeom>
        </p:spPr>
      </p:pic>
      <p:sp>
        <p:nvSpPr>
          <p:cNvPr id="13" name="Slide Number Placeholder 8"/>
          <p:cNvSpPr>
            <a:spLocks noGrp="1"/>
          </p:cNvSpPr>
          <p:nvPr>
            <p:ph type="sldNum" sz="quarter" idx="19"/>
          </p:nvPr>
        </p:nvSpPr>
        <p:spPr>
          <a:xfrm>
            <a:off x="199082" y="8497455"/>
            <a:ext cx="529132" cy="486834"/>
          </a:xfrm>
        </p:spPr>
        <p:txBody>
          <a:bodyPr/>
          <a:lstStyle>
            <a:lvl1pPr>
              <a:defRPr>
                <a:solidFill>
                  <a:schemeClr val="accent3"/>
                </a:solidFill>
              </a:defRPr>
            </a:lvl1pPr>
          </a:lstStyle>
          <a:p>
            <a:fld id="{DEF3F5F5-7776-394F-A41F-3BAFC9CC9F8E}" type="slidenum">
              <a:rPr lang="en-US" smtClean="0"/>
              <a:pPr/>
              <a:t>‹#›</a:t>
            </a:fld>
            <a:endParaRPr lang="en-US" dirty="0"/>
          </a:p>
        </p:txBody>
      </p:sp>
      <p:sp>
        <p:nvSpPr>
          <p:cNvPr id="15" name="Title 1"/>
          <p:cNvSpPr>
            <a:spLocks noGrp="1"/>
          </p:cNvSpPr>
          <p:nvPr>
            <p:ph type="title" hasCustomPrompt="1"/>
          </p:nvPr>
        </p:nvSpPr>
        <p:spPr>
          <a:xfrm>
            <a:off x="812881" y="768365"/>
            <a:ext cx="9475914" cy="1335973"/>
          </a:xfrm>
        </p:spPr>
        <p:txBody>
          <a:bodyPr anchor="t">
            <a:noAutofit/>
          </a:bodyPr>
          <a:lstStyle>
            <a:lvl1pPr>
              <a:defRPr sz="4800" b="1" baseline="0">
                <a:solidFill>
                  <a:srgbClr val="00673E"/>
                </a:solidFill>
              </a:defRPr>
            </a:lvl1pPr>
          </a:lstStyle>
          <a:p>
            <a:r>
              <a:rPr lang="en-CA" dirty="0"/>
              <a:t>This is a chart or table slide with optional annotation</a:t>
            </a:r>
            <a:endParaRPr lang="en-US" dirty="0"/>
          </a:p>
        </p:txBody>
      </p:sp>
      <p:sp>
        <p:nvSpPr>
          <p:cNvPr id="17" name="Table Placeholder 3"/>
          <p:cNvSpPr>
            <a:spLocks noGrp="1"/>
          </p:cNvSpPr>
          <p:nvPr>
            <p:ph type="tbl" sz="quarter" idx="20" hasCustomPrompt="1"/>
          </p:nvPr>
        </p:nvSpPr>
        <p:spPr>
          <a:xfrm>
            <a:off x="812800" y="2405063"/>
            <a:ext cx="9475788" cy="5121275"/>
          </a:xfrm>
        </p:spPr>
        <p:txBody>
          <a:bodyPr/>
          <a:lstStyle>
            <a:lvl1pPr>
              <a:defRPr baseline="0"/>
            </a:lvl1pPr>
          </a:lstStyle>
          <a:p>
            <a:r>
              <a:rPr lang="en-US" dirty="0"/>
              <a:t>Click on the icon to insert a table or chart.</a:t>
            </a:r>
          </a:p>
        </p:txBody>
      </p:sp>
      <p:sp>
        <p:nvSpPr>
          <p:cNvPr id="18" name="Text Placeholder 9"/>
          <p:cNvSpPr>
            <a:spLocks noGrp="1"/>
          </p:cNvSpPr>
          <p:nvPr>
            <p:ph type="body" sz="quarter" idx="14" hasCustomPrompt="1"/>
          </p:nvPr>
        </p:nvSpPr>
        <p:spPr>
          <a:xfrm>
            <a:off x="13104841" y="735011"/>
            <a:ext cx="2339868" cy="6800322"/>
          </a:xfrm>
        </p:spPr>
        <p:txBody>
          <a:bodyPr/>
          <a:lstStyle>
            <a:lvl1pPr>
              <a:spcBef>
                <a:spcPts val="1700"/>
              </a:spcBef>
              <a:defRPr sz="2100">
                <a:solidFill>
                  <a:srgbClr val="599A83"/>
                </a:solidFill>
              </a:defRPr>
            </a:lvl1pPr>
          </a:lstStyle>
          <a:p>
            <a:pPr lvl="0"/>
            <a:r>
              <a:rPr lang="en-CA" dirty="0"/>
              <a:t>An optional annotation or extra information text box</a:t>
            </a:r>
            <a:endParaRPr lang="en-US" dirty="0"/>
          </a:p>
        </p:txBody>
      </p:sp>
    </p:spTree>
    <p:extLst>
      <p:ext uri="{BB962C8B-B14F-4D97-AF65-F5344CB8AC3E}">
        <p14:creationId xmlns:p14="http://schemas.microsoft.com/office/powerpoint/2010/main" val="149802344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utro Slide">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2948421" y="3117806"/>
            <a:ext cx="10360746" cy="2612172"/>
          </a:xfrm>
        </p:spPr>
        <p:txBody>
          <a:bodyPr lIns="0" tIns="0" rIns="0" bIns="0" anchor="ctr">
            <a:noAutofit/>
          </a:bodyPr>
          <a:lstStyle>
            <a:lvl1pPr marL="0" indent="0" algn="ctr">
              <a:buNone/>
              <a:defRPr sz="4800" baseline="0">
                <a:solidFill>
                  <a:schemeClr val="accent5"/>
                </a:solidFill>
              </a:defRPr>
            </a:lvl1pPr>
            <a:lvl2pPr marL="781583" indent="0" algn="ctr">
              <a:buNone/>
              <a:defRPr>
                <a:solidFill>
                  <a:schemeClr val="tx1">
                    <a:tint val="75000"/>
                  </a:schemeClr>
                </a:solidFill>
              </a:defRPr>
            </a:lvl2pPr>
            <a:lvl3pPr marL="1563167" indent="0" algn="ctr">
              <a:buNone/>
              <a:defRPr>
                <a:solidFill>
                  <a:schemeClr val="tx1">
                    <a:tint val="75000"/>
                  </a:schemeClr>
                </a:solidFill>
              </a:defRPr>
            </a:lvl3pPr>
            <a:lvl4pPr marL="2344750" indent="0" algn="ctr">
              <a:buNone/>
              <a:defRPr>
                <a:solidFill>
                  <a:schemeClr val="tx1">
                    <a:tint val="75000"/>
                  </a:schemeClr>
                </a:solidFill>
              </a:defRPr>
            </a:lvl4pPr>
            <a:lvl5pPr marL="3126334" indent="0" algn="ctr">
              <a:buNone/>
              <a:defRPr>
                <a:solidFill>
                  <a:schemeClr val="tx1">
                    <a:tint val="75000"/>
                  </a:schemeClr>
                </a:solidFill>
              </a:defRPr>
            </a:lvl5pPr>
            <a:lvl6pPr marL="3907917" indent="0" algn="ctr">
              <a:buNone/>
              <a:defRPr>
                <a:solidFill>
                  <a:schemeClr val="tx1">
                    <a:tint val="75000"/>
                  </a:schemeClr>
                </a:solidFill>
              </a:defRPr>
            </a:lvl6pPr>
            <a:lvl7pPr marL="4689500" indent="0" algn="ctr">
              <a:buNone/>
              <a:defRPr>
                <a:solidFill>
                  <a:schemeClr val="tx1">
                    <a:tint val="75000"/>
                  </a:schemeClr>
                </a:solidFill>
              </a:defRPr>
            </a:lvl7pPr>
            <a:lvl8pPr marL="5471084" indent="0" algn="ctr">
              <a:buNone/>
              <a:defRPr>
                <a:solidFill>
                  <a:schemeClr val="tx1">
                    <a:tint val="75000"/>
                  </a:schemeClr>
                </a:solidFill>
              </a:defRPr>
            </a:lvl8pPr>
            <a:lvl9pPr marL="6252667" indent="0" algn="ctr">
              <a:buNone/>
              <a:defRPr>
                <a:solidFill>
                  <a:schemeClr val="tx1">
                    <a:tint val="75000"/>
                  </a:schemeClr>
                </a:solidFill>
              </a:defRPr>
            </a:lvl9pPr>
          </a:lstStyle>
          <a:p>
            <a:r>
              <a:rPr lang="en-CA" dirty="0"/>
              <a:t>Questions? Put your contact prompt message and your email here.</a:t>
            </a:r>
            <a:endParaRPr lang="en-US" dirty="0"/>
          </a:p>
        </p:txBody>
      </p:sp>
      <p:sp>
        <p:nvSpPr>
          <p:cNvPr id="2" name="Title 1"/>
          <p:cNvSpPr>
            <a:spLocks noGrp="1"/>
          </p:cNvSpPr>
          <p:nvPr>
            <p:ph type="ctrTitle" hasCustomPrompt="1"/>
          </p:nvPr>
        </p:nvSpPr>
        <p:spPr>
          <a:xfrm>
            <a:off x="3320943" y="2082794"/>
            <a:ext cx="9615704" cy="1018079"/>
          </a:xfrm>
        </p:spPr>
        <p:txBody>
          <a:bodyPr anchor="b"/>
          <a:lstStyle>
            <a:lvl1pPr algn="ctr">
              <a:defRPr baseline="0">
                <a:solidFill>
                  <a:srgbClr val="00673E"/>
                </a:solidFill>
              </a:defRPr>
            </a:lvl1pPr>
          </a:lstStyle>
          <a:p>
            <a:r>
              <a:rPr lang="en-CA" dirty="0"/>
              <a:t>Thank you message</a:t>
            </a:r>
            <a:endParaRPr lang="en-US" dirty="0"/>
          </a:p>
        </p:txBody>
      </p:sp>
      <p:sp>
        <p:nvSpPr>
          <p:cNvPr id="5" name="Text Placeholder 4"/>
          <p:cNvSpPr>
            <a:spLocks noGrp="1"/>
          </p:cNvSpPr>
          <p:nvPr>
            <p:ph type="body" sz="quarter" idx="10" hasCustomPrompt="1"/>
          </p:nvPr>
        </p:nvSpPr>
        <p:spPr>
          <a:xfrm>
            <a:off x="3320941" y="6017839"/>
            <a:ext cx="9615706" cy="462413"/>
          </a:xfrm>
        </p:spPr>
        <p:txBody>
          <a:bodyPr anchor="t"/>
          <a:lstStyle>
            <a:lvl1pPr algn="ctr">
              <a:defRPr>
                <a:solidFill>
                  <a:schemeClr val="accent2"/>
                </a:solidFill>
              </a:defRPr>
            </a:lvl1pPr>
          </a:lstStyle>
          <a:p>
            <a:pPr lvl="0"/>
            <a:r>
              <a:rPr lang="en-CA" dirty="0" err="1"/>
              <a:t>www.algonquincollege.com</a:t>
            </a:r>
            <a:r>
              <a:rPr lang="en-CA" dirty="0"/>
              <a:t>/</a:t>
            </a:r>
            <a:r>
              <a:rPr lang="en-CA" dirty="0" err="1"/>
              <a:t>relevantURL</a:t>
            </a:r>
            <a:endParaRPr lang="en-US" dirty="0"/>
          </a:p>
        </p:txBody>
      </p:sp>
      <p:pic>
        <p:nvPicPr>
          <p:cNvPr id="13" name="Picture 12" descr="ac-icon-green.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7683" y="828547"/>
            <a:ext cx="635142" cy="467999"/>
          </a:xfrm>
          <a:prstGeom prst="rect">
            <a:avLst/>
          </a:prstGeom>
        </p:spPr>
      </p:pic>
      <p:pic>
        <p:nvPicPr>
          <p:cNvPr id="14" name="Picture 13" descr="curtain-100.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7365826"/>
            <a:ext cx="16257588" cy="1778174"/>
          </a:xfrm>
          <a:prstGeom prst="rect">
            <a:avLst/>
          </a:prstGeom>
        </p:spPr>
      </p:pic>
    </p:spTree>
    <p:extLst>
      <p:ext uri="{BB962C8B-B14F-4D97-AF65-F5344CB8AC3E}">
        <p14:creationId xmlns:p14="http://schemas.microsoft.com/office/powerpoint/2010/main" val="52650834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lank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836049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80" y="666518"/>
            <a:ext cx="14631829" cy="1467081"/>
          </a:xfrm>
          <a:prstGeom prst="rect">
            <a:avLst/>
          </a:prstGeom>
        </p:spPr>
        <p:txBody>
          <a:bodyPr vert="horz" lIns="0" tIns="0" rIns="0" bIns="0" rtlCol="0" anchor="ctr">
            <a:noAutofit/>
          </a:bodyPr>
          <a:lstStyle/>
          <a:p>
            <a:r>
              <a:rPr lang="en-CA" dirty="0"/>
              <a:t>Click to edit Master title style</a:t>
            </a:r>
            <a:endParaRPr lang="en-US" dirty="0"/>
          </a:p>
        </p:txBody>
      </p:sp>
      <p:sp>
        <p:nvSpPr>
          <p:cNvPr id="3" name="Text Placeholder 2"/>
          <p:cNvSpPr>
            <a:spLocks noGrp="1"/>
          </p:cNvSpPr>
          <p:nvPr>
            <p:ph type="body" idx="1"/>
          </p:nvPr>
        </p:nvSpPr>
        <p:spPr>
          <a:xfrm>
            <a:off x="812880" y="2133600"/>
            <a:ext cx="14631829" cy="5204532"/>
          </a:xfrm>
          <a:prstGeom prst="rect">
            <a:avLst/>
          </a:prstGeom>
        </p:spPr>
        <p:txBody>
          <a:bodyPr vert="horz" lIns="0" tIns="0" rIns="0" bIns="0" rtlCol="0">
            <a:noAutofit/>
          </a:bodyPr>
          <a:lstStyle/>
          <a:p>
            <a:pPr lvl="0"/>
            <a:r>
              <a:rPr lang="en-CA" dirty="0"/>
              <a:t>Click to edit Master text styles</a:t>
            </a:r>
          </a:p>
          <a:p>
            <a:pPr lvl="1"/>
            <a:r>
              <a:rPr lang="en-CA" dirty="0"/>
              <a:t>First level</a:t>
            </a:r>
          </a:p>
          <a:p>
            <a:pPr lvl="2"/>
            <a:r>
              <a:rPr lang="en-CA" dirty="0"/>
              <a:t>Second level</a:t>
            </a:r>
          </a:p>
          <a:p>
            <a:pPr lvl="0"/>
            <a:endParaRPr lang="en-CA" dirty="0"/>
          </a:p>
        </p:txBody>
      </p:sp>
      <p:sp>
        <p:nvSpPr>
          <p:cNvPr id="6" name="Slide Number Placeholder 5"/>
          <p:cNvSpPr>
            <a:spLocks noGrp="1"/>
          </p:cNvSpPr>
          <p:nvPr>
            <p:ph type="sldNum" sz="quarter" idx="4"/>
          </p:nvPr>
        </p:nvSpPr>
        <p:spPr>
          <a:xfrm>
            <a:off x="812880" y="8475135"/>
            <a:ext cx="1180185" cy="486834"/>
          </a:xfrm>
          <a:prstGeom prst="rect">
            <a:avLst/>
          </a:prstGeom>
        </p:spPr>
        <p:txBody>
          <a:bodyPr vert="horz" lIns="0" tIns="0" rIns="0" bIns="0" rtlCol="0" anchor="ctr"/>
          <a:lstStyle>
            <a:lvl1pPr algn="l">
              <a:defRPr sz="2100" b="1">
                <a:solidFill>
                  <a:schemeClr val="tx1">
                    <a:tint val="75000"/>
                  </a:schemeClr>
                </a:solidFill>
              </a:defRPr>
            </a:lvl1pPr>
          </a:lstStyle>
          <a:p>
            <a:fld id="{C1424084-422A-4246-8522-ECCBA4948A88}" type="slidenum">
              <a:rPr lang="en-US" smtClean="0"/>
              <a:pPr/>
              <a:t>‹#›</a:t>
            </a:fld>
            <a:endParaRPr lang="en-US" dirty="0"/>
          </a:p>
        </p:txBody>
      </p:sp>
    </p:spTree>
    <p:extLst>
      <p:ext uri="{BB962C8B-B14F-4D97-AF65-F5344CB8AC3E}">
        <p14:creationId xmlns:p14="http://schemas.microsoft.com/office/powerpoint/2010/main" val="368378811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79" r:id="rId3"/>
    <p:sldLayoutId id="2147483686" r:id="rId4"/>
    <p:sldLayoutId id="2147483650" r:id="rId5"/>
    <p:sldLayoutId id="2147483693" r:id="rId6"/>
    <p:sldLayoutId id="2147483685" r:id="rId7"/>
    <p:sldLayoutId id="2147483687" r:id="rId8"/>
    <p:sldLayoutId id="2147483688" r:id="rId9"/>
    <p:sldLayoutId id="2147483689" r:id="rId10"/>
    <p:sldLayoutId id="2147483690" r:id="rId11"/>
    <p:sldLayoutId id="2147483691" r:id="rId12"/>
    <p:sldLayoutId id="2147483692" r:id="rId13"/>
    <p:sldLayoutId id="2147483694" r:id="rId14"/>
    <p:sldLayoutId id="2147483695" r:id="rId15"/>
    <p:sldLayoutId id="2147483696" r:id="rId16"/>
    <p:sldLayoutId id="2147483697" r:id="rId17"/>
    <p:sldLayoutId id="2147483677" r:id="rId18"/>
    <p:sldLayoutId id="2147483698" r:id="rId19"/>
    <p:sldLayoutId id="2147483699" r:id="rId20"/>
    <p:sldLayoutId id="2147483682" r:id="rId21"/>
    <p:sldLayoutId id="2147483654" r:id="rId22"/>
    <p:sldLayoutId id="2147483662" r:id="rId23"/>
    <p:sldLayoutId id="2147483683" r:id="rId24"/>
    <p:sldLayoutId id="2147483684" r:id="rId25"/>
    <p:sldLayoutId id="2147483664" r:id="rId26"/>
    <p:sldLayoutId id="2147483700" r:id="rId27"/>
    <p:sldLayoutId id="2147483701" r:id="rId28"/>
    <p:sldLayoutId id="2147483657" r:id="rId29"/>
    <p:sldLayoutId id="2147483674" r:id="rId30"/>
    <p:sldLayoutId id="2147483675" r:id="rId31"/>
    <p:sldLayoutId id="2147483681" r:id="rId32"/>
    <p:sldLayoutId id="2147483667" r:id="rId33"/>
    <p:sldLayoutId id="2147483680" r:id="rId34"/>
    <p:sldLayoutId id="2147483702" r:id="rId35"/>
  </p:sldLayoutIdLst>
  <p:hf hdr="0" ftr="0" dt="0"/>
  <p:txStyles>
    <p:titleStyle>
      <a:lvl1pPr algn="l" defTabSz="781583" rtl="0" eaLnBrk="1" latinLnBrk="0" hangingPunct="1">
        <a:lnSpc>
          <a:spcPct val="80000"/>
        </a:lnSpc>
        <a:spcBef>
          <a:spcPct val="0"/>
        </a:spcBef>
        <a:buNone/>
        <a:defRPr sz="7200" kern="1200">
          <a:solidFill>
            <a:schemeClr val="accent5"/>
          </a:solidFill>
          <a:latin typeface="+mj-lt"/>
          <a:ea typeface="+mj-ea"/>
          <a:cs typeface="+mj-cs"/>
        </a:defRPr>
      </a:lvl1pPr>
    </p:titleStyle>
    <p:bodyStyle>
      <a:lvl1pPr marL="0" indent="0" algn="l" defTabSz="781583" rtl="0" eaLnBrk="1" latinLnBrk="0" hangingPunct="1">
        <a:lnSpc>
          <a:spcPct val="110000"/>
        </a:lnSpc>
        <a:spcBef>
          <a:spcPct val="20000"/>
        </a:spcBef>
        <a:buClr>
          <a:schemeClr val="accent2"/>
        </a:buClr>
        <a:buFontTx/>
        <a:buNone/>
        <a:defRPr sz="3200" kern="1200">
          <a:solidFill>
            <a:schemeClr val="accent5"/>
          </a:solidFill>
          <a:latin typeface="+mn-lt"/>
          <a:ea typeface="+mn-ea"/>
          <a:cs typeface="+mn-cs"/>
        </a:defRPr>
      </a:lvl1pPr>
      <a:lvl2pPr marL="1270073" indent="-488490" algn="l" defTabSz="781583" rtl="0" eaLnBrk="1" latinLnBrk="0" hangingPunct="1">
        <a:lnSpc>
          <a:spcPct val="110000"/>
        </a:lnSpc>
        <a:spcBef>
          <a:spcPct val="20000"/>
        </a:spcBef>
        <a:buClr>
          <a:schemeClr val="accent2"/>
        </a:buClr>
        <a:buSzPct val="75000"/>
        <a:buFont typeface="Arial"/>
        <a:buChar char="•"/>
        <a:defRPr sz="3200" kern="1200">
          <a:solidFill>
            <a:schemeClr val="accent5"/>
          </a:solidFill>
          <a:latin typeface="+mn-lt"/>
          <a:ea typeface="+mn-ea"/>
          <a:cs typeface="+mn-cs"/>
        </a:defRPr>
      </a:lvl2pPr>
      <a:lvl3pPr marL="2020367" indent="-457200" algn="l" defTabSz="781583" rtl="0" eaLnBrk="1" latinLnBrk="0" hangingPunct="1">
        <a:lnSpc>
          <a:spcPct val="110000"/>
        </a:lnSpc>
        <a:spcBef>
          <a:spcPct val="20000"/>
        </a:spcBef>
        <a:buClr>
          <a:schemeClr val="accent2"/>
        </a:buClr>
        <a:buSzPct val="60000"/>
        <a:buFont typeface="Wingdings" charset="2"/>
        <a:buChar char="§"/>
        <a:defRPr sz="3200" kern="1200" baseline="0">
          <a:solidFill>
            <a:schemeClr val="accent5"/>
          </a:solidFill>
          <a:latin typeface="+mn-lt"/>
          <a:ea typeface="+mn-ea"/>
          <a:cs typeface="+mn-cs"/>
        </a:defRPr>
      </a:lvl3pPr>
      <a:lvl4pPr marL="2735542" indent="-390792" algn="l" defTabSz="781583" rtl="0" eaLnBrk="1" latinLnBrk="0" hangingPunct="1">
        <a:lnSpc>
          <a:spcPct val="120000"/>
        </a:lnSpc>
        <a:spcBef>
          <a:spcPct val="20000"/>
        </a:spcBef>
        <a:buClr>
          <a:schemeClr val="accent2"/>
        </a:buClr>
        <a:buSzPct val="90000"/>
        <a:buFont typeface="Arial"/>
        <a:buChar char="–"/>
        <a:defRPr sz="2100" kern="1200">
          <a:solidFill>
            <a:schemeClr val="accent4"/>
          </a:solidFill>
          <a:latin typeface="+mn-lt"/>
          <a:ea typeface="+mn-ea"/>
          <a:cs typeface="+mn-cs"/>
        </a:defRPr>
      </a:lvl4pPr>
      <a:lvl5pPr marL="3517125" indent="-390792" algn="l" defTabSz="781583" rtl="0" eaLnBrk="1" latinLnBrk="0" hangingPunct="1">
        <a:spcBef>
          <a:spcPct val="20000"/>
        </a:spcBef>
        <a:buFont typeface="Arial"/>
        <a:buChar char="»"/>
        <a:defRPr sz="3400" kern="1200">
          <a:solidFill>
            <a:schemeClr val="accent5"/>
          </a:solidFill>
          <a:latin typeface="+mn-lt"/>
          <a:ea typeface="+mn-ea"/>
          <a:cs typeface="+mn-cs"/>
        </a:defRPr>
      </a:lvl5pPr>
      <a:lvl6pPr marL="4298709" indent="-390792" algn="l" defTabSz="781583" rtl="0" eaLnBrk="1" latinLnBrk="0" hangingPunct="1">
        <a:spcBef>
          <a:spcPct val="20000"/>
        </a:spcBef>
        <a:buFont typeface="Arial"/>
        <a:buChar char="•"/>
        <a:defRPr sz="3400" kern="1200">
          <a:solidFill>
            <a:schemeClr val="tx1"/>
          </a:solidFill>
          <a:latin typeface="+mn-lt"/>
          <a:ea typeface="+mn-ea"/>
          <a:cs typeface="+mn-cs"/>
        </a:defRPr>
      </a:lvl6pPr>
      <a:lvl7pPr marL="5080292" indent="-390792" algn="l" defTabSz="781583" rtl="0" eaLnBrk="1" latinLnBrk="0" hangingPunct="1">
        <a:spcBef>
          <a:spcPct val="20000"/>
        </a:spcBef>
        <a:buFont typeface="Arial"/>
        <a:buChar char="•"/>
        <a:defRPr sz="3400" kern="1200">
          <a:solidFill>
            <a:schemeClr val="tx1"/>
          </a:solidFill>
          <a:latin typeface="+mn-lt"/>
          <a:ea typeface="+mn-ea"/>
          <a:cs typeface="+mn-cs"/>
        </a:defRPr>
      </a:lvl7pPr>
      <a:lvl8pPr marL="5861876" indent="-390792" algn="l" defTabSz="781583" rtl="0" eaLnBrk="1" latinLnBrk="0" hangingPunct="1">
        <a:spcBef>
          <a:spcPct val="20000"/>
        </a:spcBef>
        <a:buFont typeface="Arial"/>
        <a:buChar char="•"/>
        <a:defRPr sz="3400" kern="1200">
          <a:solidFill>
            <a:schemeClr val="tx1"/>
          </a:solidFill>
          <a:latin typeface="+mn-lt"/>
          <a:ea typeface="+mn-ea"/>
          <a:cs typeface="+mn-cs"/>
        </a:defRPr>
      </a:lvl8pPr>
      <a:lvl9pPr marL="6643459" indent="-390792" algn="l" defTabSz="781583" rtl="0" eaLnBrk="1" latinLnBrk="0" hangingPunct="1">
        <a:spcBef>
          <a:spcPct val="20000"/>
        </a:spcBef>
        <a:buFont typeface="Arial"/>
        <a:buChar char="•"/>
        <a:defRPr sz="3400" kern="1200">
          <a:solidFill>
            <a:schemeClr val="tx1"/>
          </a:solidFill>
          <a:latin typeface="+mn-lt"/>
          <a:ea typeface="+mn-ea"/>
          <a:cs typeface="+mn-cs"/>
        </a:defRPr>
      </a:lvl9pPr>
    </p:bodyStyle>
    <p:otherStyle>
      <a:defPPr>
        <a:defRPr lang="en-US"/>
      </a:defPPr>
      <a:lvl1pPr marL="0" algn="l" defTabSz="781583" rtl="0" eaLnBrk="1" latinLnBrk="0" hangingPunct="1">
        <a:defRPr sz="3100" kern="1200">
          <a:solidFill>
            <a:schemeClr val="tx1"/>
          </a:solidFill>
          <a:latin typeface="+mn-lt"/>
          <a:ea typeface="+mn-ea"/>
          <a:cs typeface="+mn-cs"/>
        </a:defRPr>
      </a:lvl1pPr>
      <a:lvl2pPr marL="781583" algn="l" defTabSz="781583" rtl="0" eaLnBrk="1" latinLnBrk="0" hangingPunct="1">
        <a:defRPr sz="3100" kern="1200">
          <a:solidFill>
            <a:schemeClr val="tx1"/>
          </a:solidFill>
          <a:latin typeface="+mn-lt"/>
          <a:ea typeface="+mn-ea"/>
          <a:cs typeface="+mn-cs"/>
        </a:defRPr>
      </a:lvl2pPr>
      <a:lvl3pPr marL="1563167" algn="l" defTabSz="781583" rtl="0" eaLnBrk="1" latinLnBrk="0" hangingPunct="1">
        <a:defRPr sz="3100" kern="1200">
          <a:solidFill>
            <a:schemeClr val="tx1"/>
          </a:solidFill>
          <a:latin typeface="+mn-lt"/>
          <a:ea typeface="+mn-ea"/>
          <a:cs typeface="+mn-cs"/>
        </a:defRPr>
      </a:lvl3pPr>
      <a:lvl4pPr marL="2344750" algn="l" defTabSz="781583" rtl="0" eaLnBrk="1" latinLnBrk="0" hangingPunct="1">
        <a:defRPr sz="3100" kern="1200">
          <a:solidFill>
            <a:schemeClr val="tx1"/>
          </a:solidFill>
          <a:latin typeface="+mn-lt"/>
          <a:ea typeface="+mn-ea"/>
          <a:cs typeface="+mn-cs"/>
        </a:defRPr>
      </a:lvl4pPr>
      <a:lvl5pPr marL="3126334" algn="l" defTabSz="781583" rtl="0" eaLnBrk="1" latinLnBrk="0" hangingPunct="1">
        <a:defRPr sz="3100" kern="1200">
          <a:solidFill>
            <a:schemeClr val="tx1"/>
          </a:solidFill>
          <a:latin typeface="+mn-lt"/>
          <a:ea typeface="+mn-ea"/>
          <a:cs typeface="+mn-cs"/>
        </a:defRPr>
      </a:lvl5pPr>
      <a:lvl6pPr marL="3907917" algn="l" defTabSz="781583" rtl="0" eaLnBrk="1" latinLnBrk="0" hangingPunct="1">
        <a:defRPr sz="3100" kern="1200">
          <a:solidFill>
            <a:schemeClr val="tx1"/>
          </a:solidFill>
          <a:latin typeface="+mn-lt"/>
          <a:ea typeface="+mn-ea"/>
          <a:cs typeface="+mn-cs"/>
        </a:defRPr>
      </a:lvl6pPr>
      <a:lvl7pPr marL="4689500" algn="l" defTabSz="781583" rtl="0" eaLnBrk="1" latinLnBrk="0" hangingPunct="1">
        <a:defRPr sz="3100" kern="1200">
          <a:solidFill>
            <a:schemeClr val="tx1"/>
          </a:solidFill>
          <a:latin typeface="+mn-lt"/>
          <a:ea typeface="+mn-ea"/>
          <a:cs typeface="+mn-cs"/>
        </a:defRPr>
      </a:lvl7pPr>
      <a:lvl8pPr marL="5471084" algn="l" defTabSz="781583" rtl="0" eaLnBrk="1" latinLnBrk="0" hangingPunct="1">
        <a:defRPr sz="3100" kern="1200">
          <a:solidFill>
            <a:schemeClr val="tx1"/>
          </a:solidFill>
          <a:latin typeface="+mn-lt"/>
          <a:ea typeface="+mn-ea"/>
          <a:cs typeface="+mn-cs"/>
        </a:defRPr>
      </a:lvl8pPr>
      <a:lvl9pPr marL="6252667" algn="l" defTabSz="781583" rtl="0" eaLnBrk="1" latinLnBrk="0" hangingPunct="1">
        <a:defRPr sz="3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www.youtube.com/watch?v=lfHX2hHRMVQ&amp;list=PLzuuYNsE1EZAXYR4FJ75jcJseBmo4KQ9-&amp;index=2"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hyperlink" Target="https://www.youtube.com/watch?v=0g4j2k_Ggc4&amp;list=PLzuuYNsE1EZAXYR4FJ75jcJseBmo4KQ9-&amp;index=5"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Markov Decision Processes</a:t>
            </a:r>
          </a:p>
        </p:txBody>
      </p:sp>
      <p:sp>
        <p:nvSpPr>
          <p:cNvPr id="5" name="Slide Number Placeholder 4"/>
          <p:cNvSpPr>
            <a:spLocks noGrp="1"/>
          </p:cNvSpPr>
          <p:nvPr>
            <p:ph type="sldNum" sz="quarter" idx="11"/>
          </p:nvPr>
        </p:nvSpPr>
        <p:spPr>
          <a:xfrm>
            <a:off x="199082" y="8572491"/>
            <a:ext cx="529132" cy="486834"/>
          </a:xfrm>
        </p:spPr>
        <p:txBody>
          <a:bodyPr/>
          <a:lstStyle/>
          <a:p>
            <a:fld id="{DEF3F5F5-7776-394F-A41F-3BAFC9CC9F8E}" type="slidenum">
              <a:rPr lang="en-US" smtClean="0"/>
              <a:pPr/>
              <a:t>1</a:t>
            </a:fld>
            <a:endParaRPr lang="en-US" dirty="0"/>
          </a:p>
        </p:txBody>
      </p:sp>
    </p:spTree>
    <p:extLst>
      <p:ext uri="{BB962C8B-B14F-4D97-AF65-F5344CB8AC3E}">
        <p14:creationId xmlns:p14="http://schemas.microsoft.com/office/powerpoint/2010/main" val="357303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1C06-DCD2-BD95-F7B5-079D0F3D712E}"/>
              </a:ext>
            </a:extLst>
          </p:cNvPr>
          <p:cNvSpPr>
            <a:spLocks noGrp="1"/>
          </p:cNvSpPr>
          <p:nvPr>
            <p:ph type="title"/>
          </p:nvPr>
        </p:nvSpPr>
        <p:spPr/>
        <p:txBody>
          <a:bodyPr/>
          <a:lstStyle/>
          <a:p>
            <a:r>
              <a:rPr lang="en-US" dirty="0"/>
              <a:t>Resource: David Silver's Lecture 2</a:t>
            </a:r>
            <a:br>
              <a:rPr lang="en-US" dirty="0"/>
            </a:br>
            <a:endParaRPr lang="en-US" dirty="0"/>
          </a:p>
        </p:txBody>
      </p:sp>
      <p:sp>
        <p:nvSpPr>
          <p:cNvPr id="3" name="Text Placeholder 2">
            <a:extLst>
              <a:ext uri="{FF2B5EF4-FFF2-40B4-BE49-F238E27FC236}">
                <a16:creationId xmlns:a16="http://schemas.microsoft.com/office/drawing/2014/main" id="{C353A500-DC2C-8396-E0CE-FAAC8CDA3D4E}"/>
              </a:ext>
            </a:extLst>
          </p:cNvPr>
          <p:cNvSpPr>
            <a:spLocks noGrp="1"/>
          </p:cNvSpPr>
          <p:nvPr>
            <p:ph type="body" sz="quarter" idx="15"/>
          </p:nvPr>
        </p:nvSpPr>
        <p:spPr>
          <a:xfrm>
            <a:off x="812881" y="2104337"/>
            <a:ext cx="14594132" cy="6023663"/>
          </a:xfrm>
        </p:spPr>
        <p:txBody>
          <a:bodyPr/>
          <a:lstStyle/>
          <a:p>
            <a:r>
              <a:rPr lang="en-US" dirty="0">
                <a:hlinkClick r:id="rId2"/>
              </a:rPr>
              <a:t>https://www.youtube.com/watch?v=lfHX2hHRMVQ&amp;list=PLzuuYNsE1EZAXYR4FJ75jcJseBmo4KQ9-&amp;index=2</a:t>
            </a:r>
            <a:endParaRPr lang="en-US" dirty="0"/>
          </a:p>
          <a:p>
            <a:pPr marL="457200" indent="-457200">
              <a:buFont typeface="Arial" panose="020B0604020202020204" pitchFamily="34" charset="0"/>
              <a:buChar char="•"/>
            </a:pPr>
            <a:r>
              <a:rPr lang="en-US" dirty="0"/>
              <a:t>Markov Processes: 6:25 (chains of Markov states)</a:t>
            </a:r>
          </a:p>
          <a:p>
            <a:pPr marL="457200" indent="-457200">
              <a:buFont typeface="Arial" panose="020B0604020202020204" pitchFamily="34" charset="0"/>
              <a:buChar char="•"/>
            </a:pPr>
            <a:r>
              <a:rPr lang="en-US" dirty="0"/>
              <a:t>Markov Reward Processes: 13:00 (chains of Markov states with reward)</a:t>
            </a:r>
          </a:p>
          <a:p>
            <a:pPr marL="457200" indent="-457200">
              <a:buFont typeface="Arial" panose="020B0604020202020204" pitchFamily="34" charset="0"/>
              <a:buChar char="•"/>
            </a:pPr>
            <a:r>
              <a:rPr lang="en-US" dirty="0"/>
              <a:t>Bellman Equation: 29:10</a:t>
            </a:r>
          </a:p>
          <a:p>
            <a:pPr marL="457200" indent="-457200">
              <a:buFont typeface="Arial" panose="020B0604020202020204" pitchFamily="34" charset="0"/>
              <a:buChar char="•"/>
            </a:pPr>
            <a:r>
              <a:rPr lang="en-US" dirty="0"/>
              <a:t>Markov Decision Processes: 43:00 (add actions)</a:t>
            </a:r>
          </a:p>
          <a:p>
            <a:pPr marL="457200" indent="-457200">
              <a:buFont typeface="Arial" panose="020B0604020202020204" pitchFamily="34" charset="0"/>
              <a:buChar char="•"/>
            </a:pPr>
            <a:r>
              <a:rPr lang="en-US" dirty="0"/>
              <a:t>Policy: 46:25</a:t>
            </a:r>
          </a:p>
        </p:txBody>
      </p:sp>
      <p:sp>
        <p:nvSpPr>
          <p:cNvPr id="5" name="Slide Number Placeholder 4">
            <a:extLst>
              <a:ext uri="{FF2B5EF4-FFF2-40B4-BE49-F238E27FC236}">
                <a16:creationId xmlns:a16="http://schemas.microsoft.com/office/drawing/2014/main" id="{BF7CB6CB-AF39-0907-64D1-C3B86EEF9240}"/>
              </a:ext>
            </a:extLst>
          </p:cNvPr>
          <p:cNvSpPr>
            <a:spLocks noGrp="1"/>
          </p:cNvSpPr>
          <p:nvPr>
            <p:ph type="sldNum" sz="quarter" idx="19"/>
          </p:nvPr>
        </p:nvSpPr>
        <p:spPr/>
        <p:txBody>
          <a:bodyPr/>
          <a:lstStyle/>
          <a:p>
            <a:fld id="{DEF3F5F5-7776-394F-A41F-3BAFC9CC9F8E}" type="slidenum">
              <a:rPr lang="en-US" smtClean="0"/>
              <a:pPr/>
              <a:t>2</a:t>
            </a:fld>
            <a:endParaRPr lang="en-US" dirty="0"/>
          </a:p>
        </p:txBody>
      </p:sp>
    </p:spTree>
    <p:extLst>
      <p:ext uri="{BB962C8B-B14F-4D97-AF65-F5344CB8AC3E}">
        <p14:creationId xmlns:p14="http://schemas.microsoft.com/office/powerpoint/2010/main" val="2849854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F9B79-EFDC-FE56-BFD3-8675B196D1A2}"/>
              </a:ext>
            </a:extLst>
          </p:cNvPr>
          <p:cNvSpPr>
            <a:spLocks noGrp="1"/>
          </p:cNvSpPr>
          <p:nvPr>
            <p:ph type="title"/>
          </p:nvPr>
        </p:nvSpPr>
        <p:spPr/>
        <p:txBody>
          <a:bodyPr/>
          <a:lstStyle/>
          <a:p>
            <a:r>
              <a:rPr lang="en-US" dirty="0"/>
              <a:t>Where we are in the Textbook</a:t>
            </a:r>
          </a:p>
        </p:txBody>
      </p:sp>
      <p:sp>
        <p:nvSpPr>
          <p:cNvPr id="3" name="Text Placeholder 2">
            <a:extLst>
              <a:ext uri="{FF2B5EF4-FFF2-40B4-BE49-F238E27FC236}">
                <a16:creationId xmlns:a16="http://schemas.microsoft.com/office/drawing/2014/main" id="{9879D5AB-E925-E01A-2879-193565AC4A2C}"/>
              </a:ext>
            </a:extLst>
          </p:cNvPr>
          <p:cNvSpPr>
            <a:spLocks noGrp="1"/>
          </p:cNvSpPr>
          <p:nvPr>
            <p:ph type="body" sz="quarter" idx="15"/>
          </p:nvPr>
        </p:nvSpPr>
        <p:spPr/>
        <p:txBody>
          <a:bodyPr/>
          <a:lstStyle/>
          <a:p>
            <a:r>
              <a:rPr lang="en-US" dirty="0"/>
              <a:t>Let’s look at the textbook Table of Contents</a:t>
            </a:r>
          </a:p>
        </p:txBody>
      </p:sp>
      <p:sp>
        <p:nvSpPr>
          <p:cNvPr id="5" name="Slide Number Placeholder 4">
            <a:extLst>
              <a:ext uri="{FF2B5EF4-FFF2-40B4-BE49-F238E27FC236}">
                <a16:creationId xmlns:a16="http://schemas.microsoft.com/office/drawing/2014/main" id="{E797D780-049E-F8B7-6596-F6A7E7170DE4}"/>
              </a:ext>
            </a:extLst>
          </p:cNvPr>
          <p:cNvSpPr>
            <a:spLocks noGrp="1"/>
          </p:cNvSpPr>
          <p:nvPr>
            <p:ph type="sldNum" sz="quarter" idx="19"/>
          </p:nvPr>
        </p:nvSpPr>
        <p:spPr/>
        <p:txBody>
          <a:bodyPr/>
          <a:lstStyle/>
          <a:p>
            <a:fld id="{DEF3F5F5-7776-394F-A41F-3BAFC9CC9F8E}" type="slidenum">
              <a:rPr lang="en-US" smtClean="0"/>
              <a:pPr/>
              <a:t>3</a:t>
            </a:fld>
            <a:endParaRPr lang="en-US" dirty="0"/>
          </a:p>
        </p:txBody>
      </p:sp>
    </p:spTree>
    <p:extLst>
      <p:ext uri="{BB962C8B-B14F-4D97-AF65-F5344CB8AC3E}">
        <p14:creationId xmlns:p14="http://schemas.microsoft.com/office/powerpoint/2010/main" val="409246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96388-2942-6DC0-0D50-7561041AB492}"/>
              </a:ext>
            </a:extLst>
          </p:cNvPr>
          <p:cNvSpPr>
            <a:spLocks noGrp="1"/>
          </p:cNvSpPr>
          <p:nvPr>
            <p:ph type="title"/>
          </p:nvPr>
        </p:nvSpPr>
        <p:spPr/>
        <p:txBody>
          <a:bodyPr/>
          <a:lstStyle/>
          <a:p>
            <a:r>
              <a:rPr lang="en-US" dirty="0"/>
              <a:t>David Silver </a:t>
            </a:r>
            <a:r>
              <a:rPr lang="en-US" dirty="0" err="1"/>
              <a:t>Qlearning</a:t>
            </a:r>
            <a:endParaRPr lang="en-US" dirty="0"/>
          </a:p>
        </p:txBody>
      </p:sp>
      <p:sp>
        <p:nvSpPr>
          <p:cNvPr id="3" name="Text Placeholder 2">
            <a:extLst>
              <a:ext uri="{FF2B5EF4-FFF2-40B4-BE49-F238E27FC236}">
                <a16:creationId xmlns:a16="http://schemas.microsoft.com/office/drawing/2014/main" id="{EC072295-FF38-1905-5E5F-7E3387E49578}"/>
              </a:ext>
            </a:extLst>
          </p:cNvPr>
          <p:cNvSpPr>
            <a:spLocks noGrp="1"/>
          </p:cNvSpPr>
          <p:nvPr>
            <p:ph type="body" sz="quarter" idx="15"/>
          </p:nvPr>
        </p:nvSpPr>
        <p:spPr/>
        <p:txBody>
          <a:bodyPr/>
          <a:lstStyle/>
          <a:p>
            <a:r>
              <a:rPr lang="en-US" dirty="0">
                <a:hlinkClick r:id="rId2"/>
              </a:rPr>
              <a:t>https://www.youtube.com/watch?v=0g4j2k_Ggc4&amp;list=PLzuuYNsE1EZAXYR4FJ75jcJseBmo4KQ9-&amp;index=5</a:t>
            </a:r>
            <a:endParaRPr lang="en-US" dirty="0"/>
          </a:p>
          <a:p>
            <a:r>
              <a:rPr lang="en-US" dirty="0" err="1"/>
              <a:t>Qlearning</a:t>
            </a:r>
            <a:r>
              <a:rPr lang="en-US" dirty="0"/>
              <a:t>: 1:29</a:t>
            </a:r>
          </a:p>
        </p:txBody>
      </p:sp>
      <p:sp>
        <p:nvSpPr>
          <p:cNvPr id="5" name="Slide Number Placeholder 4">
            <a:extLst>
              <a:ext uri="{FF2B5EF4-FFF2-40B4-BE49-F238E27FC236}">
                <a16:creationId xmlns:a16="http://schemas.microsoft.com/office/drawing/2014/main" id="{3D28FB33-E60B-5798-F20E-0E3AFA3488B4}"/>
              </a:ext>
            </a:extLst>
          </p:cNvPr>
          <p:cNvSpPr>
            <a:spLocks noGrp="1"/>
          </p:cNvSpPr>
          <p:nvPr>
            <p:ph type="sldNum" sz="quarter" idx="19"/>
          </p:nvPr>
        </p:nvSpPr>
        <p:spPr/>
        <p:txBody>
          <a:bodyPr/>
          <a:lstStyle/>
          <a:p>
            <a:fld id="{DEF3F5F5-7776-394F-A41F-3BAFC9CC9F8E}" type="slidenum">
              <a:rPr lang="en-US" smtClean="0"/>
              <a:pPr/>
              <a:t>4</a:t>
            </a:fld>
            <a:endParaRPr lang="en-US" dirty="0"/>
          </a:p>
        </p:txBody>
      </p:sp>
    </p:spTree>
    <p:extLst>
      <p:ext uri="{BB962C8B-B14F-4D97-AF65-F5344CB8AC3E}">
        <p14:creationId xmlns:p14="http://schemas.microsoft.com/office/powerpoint/2010/main" val="1844385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00317F-BBAD-7463-991A-EF14D51E7CD4}"/>
              </a:ext>
            </a:extLst>
          </p:cNvPr>
          <p:cNvSpPr>
            <a:spLocks noGrp="1"/>
          </p:cNvSpPr>
          <p:nvPr>
            <p:ph type="body" sz="quarter" idx="15"/>
          </p:nvPr>
        </p:nvSpPr>
        <p:spPr>
          <a:xfrm>
            <a:off x="812882" y="1330035"/>
            <a:ext cx="14163882" cy="6774873"/>
          </a:xfrm>
        </p:spPr>
        <p:txBody>
          <a:bodyPr/>
          <a:lstStyle/>
          <a:p>
            <a:pPr marL="457200" indent="-457200">
              <a:buFont typeface="Arial" panose="020B0604020202020204" pitchFamily="34" charset="0"/>
              <a:buChar char="•"/>
            </a:pPr>
            <a:r>
              <a:rPr lang="en-US" dirty="0"/>
              <a:t>Question: Why does our </a:t>
            </a:r>
            <a:r>
              <a:rPr lang="en-US" dirty="0" err="1"/>
              <a:t>CliffWalking</a:t>
            </a:r>
            <a:r>
              <a:rPr lang="en-US" dirty="0"/>
              <a:t> Example converge on the shortest path?</a:t>
            </a:r>
          </a:p>
          <a:p>
            <a:pPr marL="457200" indent="-457200">
              <a:buFont typeface="Arial" panose="020B0604020202020204" pitchFamily="34" charset="0"/>
              <a:buChar char="•"/>
            </a:pPr>
            <a:r>
              <a:rPr lang="en-US" dirty="0"/>
              <a:t>In grid-based worlds, there is a similarity in structure between the Q-table and the grid world itself (we can animate the learning of the Q function in grid-based worlds</a:t>
            </a:r>
          </a:p>
          <a:p>
            <a:pPr marL="457200" indent="-457200">
              <a:buFont typeface="Arial" panose="020B0604020202020204" pitchFamily="34" charset="0"/>
              <a:buChar char="•"/>
            </a:pPr>
            <a:r>
              <a:rPr lang="en-US" dirty="0"/>
              <a:t>Discussion</a:t>
            </a:r>
          </a:p>
          <a:p>
            <a:pPr marL="1727273" lvl="1" indent="-457200">
              <a:buFont typeface="Arial" panose="020B0604020202020204" pitchFamily="34" charset="0"/>
              <a:buChar char="•"/>
            </a:pPr>
            <a:r>
              <a:rPr lang="en-US" dirty="0"/>
              <a:t>How does the reward (besides cliff) affect the eventual path?</a:t>
            </a:r>
          </a:p>
          <a:p>
            <a:pPr marL="2477567" lvl="2">
              <a:buFont typeface="Arial" panose="020B0604020202020204" pitchFamily="34" charset="0"/>
              <a:buChar char="•"/>
            </a:pPr>
            <a:r>
              <a:rPr lang="en-US" dirty="0"/>
              <a:t>Negative reward? 0 reward?  Positive reward?</a:t>
            </a:r>
          </a:p>
          <a:p>
            <a:pPr marL="1727273" lvl="1" indent="-457200">
              <a:buFont typeface="Arial" panose="020B0604020202020204" pitchFamily="34" charset="0"/>
              <a:buChar char="•"/>
            </a:pPr>
            <a:r>
              <a:rPr lang="en-US" dirty="0"/>
              <a:t>How does the initialization of the </a:t>
            </a:r>
            <a:r>
              <a:rPr lang="en-US" dirty="0" err="1"/>
              <a:t>qtable</a:t>
            </a:r>
            <a:r>
              <a:rPr lang="en-US" dirty="0"/>
              <a:t> affect convergence?</a:t>
            </a:r>
          </a:p>
          <a:p>
            <a:pPr marL="2477567" lvl="2">
              <a:buFont typeface="Arial" panose="020B0604020202020204" pitchFamily="34" charset="0"/>
              <a:buChar char="•"/>
            </a:pPr>
            <a:r>
              <a:rPr lang="en-US" dirty="0"/>
              <a:t>Randomized?  Initialize to zero?</a:t>
            </a:r>
          </a:p>
          <a:p>
            <a:pPr marL="1727273" lvl="1" indent="-457200">
              <a:buFont typeface="Arial" panose="020B0604020202020204" pitchFamily="34" charset="0"/>
              <a:buChar char="•"/>
            </a:pPr>
            <a:r>
              <a:rPr lang="en-US" dirty="0"/>
              <a:t>Do we set the action-values of the terminal state to zero?</a:t>
            </a:r>
          </a:p>
        </p:txBody>
      </p:sp>
      <p:sp>
        <p:nvSpPr>
          <p:cNvPr id="5" name="Slide Number Placeholder 4">
            <a:extLst>
              <a:ext uri="{FF2B5EF4-FFF2-40B4-BE49-F238E27FC236}">
                <a16:creationId xmlns:a16="http://schemas.microsoft.com/office/drawing/2014/main" id="{77FCAF2B-8A31-029D-C4EC-635213E489C5}"/>
              </a:ext>
            </a:extLst>
          </p:cNvPr>
          <p:cNvSpPr>
            <a:spLocks noGrp="1"/>
          </p:cNvSpPr>
          <p:nvPr>
            <p:ph type="sldNum" sz="quarter" idx="19"/>
          </p:nvPr>
        </p:nvSpPr>
        <p:spPr/>
        <p:txBody>
          <a:bodyPr/>
          <a:lstStyle/>
          <a:p>
            <a:fld id="{DEF3F5F5-7776-394F-A41F-3BAFC9CC9F8E}" type="slidenum">
              <a:rPr lang="en-US" smtClean="0"/>
              <a:pPr/>
              <a:t>5</a:t>
            </a:fld>
            <a:endParaRPr lang="en-US" dirty="0"/>
          </a:p>
        </p:txBody>
      </p:sp>
      <p:sp>
        <p:nvSpPr>
          <p:cNvPr id="2" name="Title 1">
            <a:extLst>
              <a:ext uri="{FF2B5EF4-FFF2-40B4-BE49-F238E27FC236}">
                <a16:creationId xmlns:a16="http://schemas.microsoft.com/office/drawing/2014/main" id="{9D68BCF5-AAB6-1109-04E7-56B7B48B1C29}"/>
              </a:ext>
            </a:extLst>
          </p:cNvPr>
          <p:cNvSpPr>
            <a:spLocks noGrp="1"/>
          </p:cNvSpPr>
          <p:nvPr>
            <p:ph type="title"/>
          </p:nvPr>
        </p:nvSpPr>
        <p:spPr>
          <a:xfrm>
            <a:off x="1450189" y="371104"/>
            <a:ext cx="10575555" cy="667987"/>
          </a:xfrm>
        </p:spPr>
        <p:txBody>
          <a:bodyPr/>
          <a:lstStyle/>
          <a:p>
            <a:r>
              <a:rPr lang="en-US" dirty="0"/>
              <a:t>Q-Learning Deep Dive</a:t>
            </a:r>
          </a:p>
        </p:txBody>
      </p:sp>
    </p:spTree>
    <p:extLst>
      <p:ext uri="{BB962C8B-B14F-4D97-AF65-F5344CB8AC3E}">
        <p14:creationId xmlns:p14="http://schemas.microsoft.com/office/powerpoint/2010/main" val="4124507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00317F-BBAD-7463-991A-EF14D51E7CD4}"/>
              </a:ext>
            </a:extLst>
          </p:cNvPr>
          <p:cNvSpPr>
            <a:spLocks noGrp="1"/>
          </p:cNvSpPr>
          <p:nvPr>
            <p:ph type="body" sz="quarter" idx="15"/>
          </p:nvPr>
        </p:nvSpPr>
        <p:spPr>
          <a:xfrm>
            <a:off x="812882" y="1330035"/>
            <a:ext cx="14163882" cy="6774873"/>
          </a:xfrm>
        </p:spPr>
        <p:txBody>
          <a:bodyPr/>
          <a:lstStyle/>
          <a:p>
            <a:pPr marL="457200" indent="-457200">
              <a:buFont typeface="Arial" panose="020B0604020202020204" pitchFamily="34" charset="0"/>
              <a:buChar char="•"/>
            </a:pPr>
            <a:r>
              <a:rPr lang="en-US" dirty="0"/>
              <a:t>An implementation of the SARSA algorithm</a:t>
            </a:r>
          </a:p>
          <a:p>
            <a:pPr>
              <a:spcBef>
                <a:spcPts val="0"/>
              </a:spcBef>
            </a:pPr>
            <a:r>
              <a:rPr lang="en-CA" sz="2400" dirty="0">
                <a:solidFill>
                  <a:srgbClr val="000000"/>
                </a:solidFill>
                <a:effectLst/>
                <a:latin typeface="Menlo" panose="020B0609030804020204" pitchFamily="49" charset="0"/>
              </a:rPr>
              <a:t># SARSA algorithm from Sutton textbook</a:t>
            </a:r>
          </a:p>
          <a:p>
            <a:pPr>
              <a:spcBef>
                <a:spcPts val="0"/>
              </a:spcBef>
            </a:pPr>
            <a:r>
              <a:rPr lang="en-CA" sz="2400" dirty="0">
                <a:solidFill>
                  <a:srgbClr val="000000"/>
                </a:solidFill>
                <a:effectLst/>
                <a:latin typeface="Menlo" panose="020B0609030804020204" pitchFamily="49" charset="0"/>
              </a:rPr>
              <a:t>#Algorithm parameters: step size alpha in (0, 1], small epsilon &gt; 0</a:t>
            </a:r>
          </a:p>
          <a:p>
            <a:pPr>
              <a:spcBef>
                <a:spcPts val="0"/>
              </a:spcBef>
            </a:pPr>
            <a:r>
              <a:rPr lang="en-CA" sz="2400" dirty="0">
                <a:solidFill>
                  <a:srgbClr val="000000"/>
                </a:solidFill>
                <a:effectLst/>
                <a:latin typeface="Menlo" panose="020B0609030804020204" pitchFamily="49" charset="0"/>
              </a:rPr>
              <a:t>#Initialize Q(</a:t>
            </a:r>
            <a:r>
              <a:rPr lang="en-CA" sz="2400" dirty="0" err="1">
                <a:solidFill>
                  <a:srgbClr val="000000"/>
                </a:solidFill>
                <a:effectLst/>
                <a:latin typeface="Menlo" panose="020B0609030804020204" pitchFamily="49" charset="0"/>
              </a:rPr>
              <a:t>s,a</a:t>
            </a:r>
            <a:r>
              <a:rPr lang="en-CA" sz="2400" dirty="0">
                <a:solidFill>
                  <a:srgbClr val="000000"/>
                </a:solidFill>
                <a:effectLst/>
                <a:latin typeface="Menlo" panose="020B0609030804020204" pitchFamily="49" charset="0"/>
              </a:rPr>
              <a:t>), for all s in </a:t>
            </a:r>
            <a:r>
              <a:rPr lang="en-CA" sz="2400" dirty="0" err="1">
                <a:solidFill>
                  <a:srgbClr val="000000"/>
                </a:solidFill>
                <a:effectLst/>
                <a:latin typeface="Menlo" panose="020B0609030804020204" pitchFamily="49" charset="0"/>
              </a:rPr>
              <a:t>S+,a</a:t>
            </a:r>
            <a:r>
              <a:rPr lang="en-CA" sz="2400" dirty="0">
                <a:solidFill>
                  <a:srgbClr val="000000"/>
                </a:solidFill>
                <a:effectLst/>
                <a:latin typeface="Menlo" panose="020B0609030804020204" pitchFamily="49" charset="0"/>
              </a:rPr>
              <a:t> in A(s), arbitrarily except that Q(terminal,·) = 0</a:t>
            </a:r>
          </a:p>
          <a:p>
            <a:pPr>
              <a:spcBef>
                <a:spcPts val="0"/>
              </a:spcBef>
            </a:pPr>
            <a:r>
              <a:rPr lang="en-CA" sz="2400" dirty="0">
                <a:solidFill>
                  <a:srgbClr val="000000"/>
                </a:solidFill>
                <a:effectLst/>
                <a:latin typeface="Menlo" panose="020B0609030804020204" pitchFamily="49" charset="0"/>
              </a:rPr>
              <a:t>#Loop for each episode:</a:t>
            </a:r>
          </a:p>
          <a:p>
            <a:pPr>
              <a:spcBef>
                <a:spcPts val="0"/>
              </a:spcBef>
            </a:pPr>
            <a:r>
              <a:rPr lang="en-CA" sz="2400" dirty="0">
                <a:solidFill>
                  <a:srgbClr val="000000"/>
                </a:solidFill>
                <a:effectLst/>
                <a:latin typeface="Menlo" panose="020B0609030804020204" pitchFamily="49" charset="0"/>
              </a:rPr>
              <a:t>#   Initialize S</a:t>
            </a:r>
          </a:p>
          <a:p>
            <a:pPr>
              <a:spcBef>
                <a:spcPts val="0"/>
              </a:spcBef>
            </a:pPr>
            <a:r>
              <a:rPr lang="en-CA" sz="2400" dirty="0">
                <a:solidFill>
                  <a:srgbClr val="000000"/>
                </a:solidFill>
                <a:effectLst/>
                <a:latin typeface="Menlo" panose="020B0609030804020204" pitchFamily="49" charset="0"/>
              </a:rPr>
              <a:t>#   Choose A from S using policy derived from Q (e.g., epsilon-greedy)</a:t>
            </a:r>
          </a:p>
          <a:p>
            <a:pPr>
              <a:spcBef>
                <a:spcPts val="0"/>
              </a:spcBef>
            </a:pPr>
            <a:r>
              <a:rPr lang="en-CA" sz="2400" dirty="0">
                <a:solidFill>
                  <a:srgbClr val="000000"/>
                </a:solidFill>
                <a:effectLst/>
                <a:latin typeface="Menlo" panose="020B0609030804020204" pitchFamily="49" charset="0"/>
              </a:rPr>
              <a:t>#   Loop for each step of episode:</a:t>
            </a:r>
          </a:p>
          <a:p>
            <a:pPr>
              <a:spcBef>
                <a:spcPts val="0"/>
              </a:spcBef>
            </a:pPr>
            <a:r>
              <a:rPr lang="en-CA" sz="2400" dirty="0">
                <a:solidFill>
                  <a:srgbClr val="000000"/>
                </a:solidFill>
                <a:effectLst/>
                <a:latin typeface="Menlo" panose="020B0609030804020204" pitchFamily="49" charset="0"/>
              </a:rPr>
              <a:t>#       Take action A, observe R, </a:t>
            </a:r>
            <a:r>
              <a:rPr lang="en-CA" sz="2400" dirty="0" err="1">
                <a:solidFill>
                  <a:srgbClr val="000000"/>
                </a:solidFill>
                <a:effectLst/>
                <a:latin typeface="Menlo" panose="020B0609030804020204" pitchFamily="49" charset="0"/>
              </a:rPr>
              <a:t>S_prime</a:t>
            </a:r>
            <a:endParaRPr lang="en-CA" sz="2400" dirty="0">
              <a:solidFill>
                <a:srgbClr val="000000"/>
              </a:solidFill>
              <a:effectLst/>
              <a:latin typeface="Menlo" panose="020B0609030804020204" pitchFamily="49" charset="0"/>
            </a:endParaRPr>
          </a:p>
          <a:p>
            <a:pPr>
              <a:spcBef>
                <a:spcPts val="0"/>
              </a:spcBef>
            </a:pPr>
            <a:r>
              <a:rPr lang="en-CA" sz="2400" dirty="0">
                <a:solidFill>
                  <a:srgbClr val="000000"/>
                </a:solidFill>
                <a:effectLst/>
                <a:latin typeface="Menlo" panose="020B0609030804020204" pitchFamily="49" charset="0"/>
              </a:rPr>
              <a:t>#       Choose </a:t>
            </a:r>
            <a:r>
              <a:rPr lang="en-CA" sz="2400" dirty="0" err="1">
                <a:solidFill>
                  <a:srgbClr val="000000"/>
                </a:solidFill>
                <a:effectLst/>
                <a:latin typeface="Menlo" panose="020B0609030804020204" pitchFamily="49" charset="0"/>
              </a:rPr>
              <a:t>A_prime</a:t>
            </a:r>
            <a:r>
              <a:rPr lang="en-CA" sz="2400" dirty="0">
                <a:solidFill>
                  <a:srgbClr val="000000"/>
                </a:solidFill>
                <a:effectLst/>
                <a:latin typeface="Menlo" panose="020B0609030804020204" pitchFamily="49" charset="0"/>
              </a:rPr>
              <a:t> from </a:t>
            </a:r>
            <a:r>
              <a:rPr lang="en-CA" sz="2400" dirty="0" err="1">
                <a:solidFill>
                  <a:srgbClr val="000000"/>
                </a:solidFill>
                <a:effectLst/>
                <a:latin typeface="Menlo" panose="020B0609030804020204" pitchFamily="49" charset="0"/>
              </a:rPr>
              <a:t>S_prime</a:t>
            </a:r>
            <a:r>
              <a:rPr lang="en-CA" sz="2400" dirty="0">
                <a:solidFill>
                  <a:srgbClr val="000000"/>
                </a:solidFill>
                <a:effectLst/>
                <a:latin typeface="Menlo" panose="020B0609030804020204" pitchFamily="49" charset="0"/>
              </a:rPr>
              <a:t> using policy derived from Q (e.g., epsilon-greedy)</a:t>
            </a:r>
          </a:p>
          <a:p>
            <a:pPr>
              <a:spcBef>
                <a:spcPts val="0"/>
              </a:spcBef>
            </a:pPr>
            <a:r>
              <a:rPr lang="en-CA" sz="2400" dirty="0">
                <a:solidFill>
                  <a:srgbClr val="000000"/>
                </a:solidFill>
                <a:effectLst/>
                <a:latin typeface="Menlo" panose="020B0609030804020204" pitchFamily="49" charset="0"/>
              </a:rPr>
              <a:t>#       Q(S, A) = Q(S, A) + alpha * </a:t>
            </a:r>
            <a:r>
              <a:rPr lang="en-CA" sz="2400">
                <a:solidFill>
                  <a:srgbClr val="000000"/>
                </a:solidFill>
                <a:effectLst/>
                <a:latin typeface="Menlo" panose="020B0609030804020204" pitchFamily="49" charset="0"/>
              </a:rPr>
              <a:t>(R + gamma * Q</a:t>
            </a:r>
            <a:r>
              <a:rPr lang="en-CA" sz="2400" dirty="0">
                <a:solidFill>
                  <a:srgbClr val="000000"/>
                </a:solidFill>
                <a:effectLst/>
                <a:latin typeface="Menlo" panose="020B0609030804020204" pitchFamily="49" charset="0"/>
              </a:rPr>
              <a:t>(</a:t>
            </a:r>
            <a:r>
              <a:rPr lang="en-CA" sz="2400" dirty="0" err="1">
                <a:solidFill>
                  <a:srgbClr val="000000"/>
                </a:solidFill>
                <a:effectLst/>
                <a:latin typeface="Menlo" panose="020B0609030804020204" pitchFamily="49" charset="0"/>
              </a:rPr>
              <a:t>S_prime</a:t>
            </a:r>
            <a:r>
              <a:rPr lang="en-CA" sz="2400" dirty="0">
                <a:solidFill>
                  <a:srgbClr val="000000"/>
                </a:solidFill>
                <a:effectLst/>
                <a:latin typeface="Menlo" panose="020B0609030804020204" pitchFamily="49" charset="0"/>
              </a:rPr>
              <a:t>, </a:t>
            </a:r>
            <a:r>
              <a:rPr lang="en-CA" sz="2400" dirty="0" err="1">
                <a:solidFill>
                  <a:srgbClr val="000000"/>
                </a:solidFill>
                <a:effectLst/>
                <a:latin typeface="Menlo" panose="020B0609030804020204" pitchFamily="49" charset="0"/>
              </a:rPr>
              <a:t>A_prime</a:t>
            </a:r>
            <a:r>
              <a:rPr lang="en-CA" sz="2400" dirty="0">
                <a:solidFill>
                  <a:srgbClr val="000000"/>
                </a:solidFill>
                <a:effectLst/>
                <a:latin typeface="Menlo" panose="020B0609030804020204" pitchFamily="49" charset="0"/>
              </a:rPr>
              <a:t>) - Q(S, A))</a:t>
            </a:r>
          </a:p>
          <a:p>
            <a:pPr>
              <a:spcBef>
                <a:spcPts val="0"/>
              </a:spcBef>
            </a:pPr>
            <a:r>
              <a:rPr lang="en-CA" sz="2400" dirty="0">
                <a:solidFill>
                  <a:srgbClr val="000000"/>
                </a:solidFill>
                <a:effectLst/>
                <a:latin typeface="Menlo" panose="020B0609030804020204" pitchFamily="49" charset="0"/>
              </a:rPr>
              <a:t>#        S = </a:t>
            </a:r>
            <a:r>
              <a:rPr lang="en-CA" sz="2400" dirty="0" err="1">
                <a:solidFill>
                  <a:srgbClr val="000000"/>
                </a:solidFill>
                <a:effectLst/>
                <a:latin typeface="Menlo" panose="020B0609030804020204" pitchFamily="49" charset="0"/>
              </a:rPr>
              <a:t>S_prime</a:t>
            </a:r>
            <a:r>
              <a:rPr lang="en-CA" sz="2400" dirty="0">
                <a:solidFill>
                  <a:srgbClr val="000000"/>
                </a:solidFill>
                <a:effectLst/>
                <a:latin typeface="Menlo" panose="020B0609030804020204" pitchFamily="49" charset="0"/>
              </a:rPr>
              <a:t>; A = </a:t>
            </a:r>
            <a:r>
              <a:rPr lang="en-CA" sz="2400" dirty="0" err="1">
                <a:solidFill>
                  <a:srgbClr val="000000"/>
                </a:solidFill>
                <a:effectLst/>
                <a:latin typeface="Menlo" panose="020B0609030804020204" pitchFamily="49" charset="0"/>
              </a:rPr>
              <a:t>A_prime</a:t>
            </a:r>
            <a:r>
              <a:rPr lang="en-CA" sz="2400" dirty="0">
                <a:solidFill>
                  <a:srgbClr val="000000"/>
                </a:solidFill>
                <a:effectLst/>
                <a:latin typeface="Menlo" panose="020B0609030804020204" pitchFamily="49" charset="0"/>
              </a:rPr>
              <a:t>;</a:t>
            </a:r>
          </a:p>
          <a:p>
            <a:pPr>
              <a:spcBef>
                <a:spcPts val="0"/>
              </a:spcBef>
            </a:pPr>
            <a:r>
              <a:rPr lang="en-CA" sz="2400" dirty="0">
                <a:solidFill>
                  <a:srgbClr val="000000"/>
                </a:solidFill>
                <a:effectLst/>
                <a:latin typeface="Menlo" panose="020B0609030804020204" pitchFamily="49" charset="0"/>
              </a:rPr>
              <a:t>#   until S is terminal</a:t>
            </a:r>
          </a:p>
          <a:p>
            <a:endParaRPr lang="en-US" dirty="0"/>
          </a:p>
        </p:txBody>
      </p:sp>
      <p:sp>
        <p:nvSpPr>
          <p:cNvPr id="5" name="Slide Number Placeholder 4">
            <a:extLst>
              <a:ext uri="{FF2B5EF4-FFF2-40B4-BE49-F238E27FC236}">
                <a16:creationId xmlns:a16="http://schemas.microsoft.com/office/drawing/2014/main" id="{77FCAF2B-8A31-029D-C4EC-635213E489C5}"/>
              </a:ext>
            </a:extLst>
          </p:cNvPr>
          <p:cNvSpPr>
            <a:spLocks noGrp="1"/>
          </p:cNvSpPr>
          <p:nvPr>
            <p:ph type="sldNum" sz="quarter" idx="19"/>
          </p:nvPr>
        </p:nvSpPr>
        <p:spPr/>
        <p:txBody>
          <a:bodyPr/>
          <a:lstStyle/>
          <a:p>
            <a:fld id="{DEF3F5F5-7776-394F-A41F-3BAFC9CC9F8E}" type="slidenum">
              <a:rPr lang="en-US" smtClean="0"/>
              <a:pPr/>
              <a:t>6</a:t>
            </a:fld>
            <a:endParaRPr lang="en-US" dirty="0"/>
          </a:p>
        </p:txBody>
      </p:sp>
      <p:sp>
        <p:nvSpPr>
          <p:cNvPr id="2" name="Title 1">
            <a:extLst>
              <a:ext uri="{FF2B5EF4-FFF2-40B4-BE49-F238E27FC236}">
                <a16:creationId xmlns:a16="http://schemas.microsoft.com/office/drawing/2014/main" id="{9D68BCF5-AAB6-1109-04E7-56B7B48B1C29}"/>
              </a:ext>
            </a:extLst>
          </p:cNvPr>
          <p:cNvSpPr>
            <a:spLocks noGrp="1"/>
          </p:cNvSpPr>
          <p:nvPr>
            <p:ph type="title"/>
          </p:nvPr>
        </p:nvSpPr>
        <p:spPr>
          <a:xfrm>
            <a:off x="1450189" y="371104"/>
            <a:ext cx="10575555" cy="667987"/>
          </a:xfrm>
        </p:spPr>
        <p:txBody>
          <a:bodyPr/>
          <a:lstStyle/>
          <a:p>
            <a:r>
              <a:rPr lang="en-US" dirty="0"/>
              <a:t>SARSA</a:t>
            </a:r>
          </a:p>
        </p:txBody>
      </p:sp>
    </p:spTree>
    <p:extLst>
      <p:ext uri="{BB962C8B-B14F-4D97-AF65-F5344CB8AC3E}">
        <p14:creationId xmlns:p14="http://schemas.microsoft.com/office/powerpoint/2010/main" val="6474112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B00317F-BBAD-7463-991A-EF14D51E7CD4}"/>
              </a:ext>
            </a:extLst>
          </p:cNvPr>
          <p:cNvSpPr>
            <a:spLocks noGrp="1"/>
          </p:cNvSpPr>
          <p:nvPr>
            <p:ph type="body" sz="quarter" idx="15"/>
          </p:nvPr>
        </p:nvSpPr>
        <p:spPr>
          <a:xfrm>
            <a:off x="826736" y="1039091"/>
            <a:ext cx="14163882" cy="7232073"/>
          </a:xfrm>
        </p:spPr>
        <p:txBody>
          <a:bodyPr/>
          <a:lstStyle/>
          <a:p>
            <a:pPr marL="457200" indent="-457200">
              <a:buFont typeface="Arial" panose="020B0604020202020204" pitchFamily="34" charset="0"/>
              <a:buChar char="•"/>
            </a:pPr>
            <a:r>
              <a:rPr lang="en-US" dirty="0"/>
              <a:t>SARSA is an on-policy control method and Q-learning is an off-policy control method</a:t>
            </a:r>
          </a:p>
          <a:p>
            <a:pPr marL="457200" indent="-457200">
              <a:buFont typeface="Arial" panose="020B0604020202020204" pitchFamily="34" charset="0"/>
              <a:buChar char="•"/>
            </a:pPr>
            <a:r>
              <a:rPr lang="en-US" dirty="0"/>
              <a:t>Why, what is the difference?</a:t>
            </a:r>
          </a:p>
          <a:p>
            <a:pPr marL="457200" indent="-457200">
              <a:buFont typeface="Arial" panose="020B0604020202020204" pitchFamily="34" charset="0"/>
              <a:buChar char="•"/>
            </a:pPr>
            <a:r>
              <a:rPr lang="en-US" dirty="0"/>
              <a:t>In both, we have an implicit policy (epsilon-greedy):</a:t>
            </a:r>
          </a:p>
          <a:p>
            <a:pPr>
              <a:spcBef>
                <a:spcPts val="0"/>
              </a:spcBef>
            </a:pPr>
            <a:r>
              <a:rPr lang="en-CA" sz="2400" dirty="0">
                <a:solidFill>
                  <a:srgbClr val="000000"/>
                </a:solidFill>
                <a:effectLst/>
                <a:latin typeface="Menlo" panose="020B0609030804020204" pitchFamily="49" charset="0"/>
              </a:rPr>
              <a:t>    # act randomly sometimes to allow exploration</a:t>
            </a:r>
          </a:p>
          <a:p>
            <a:pPr>
              <a:spcBef>
                <a:spcPts val="0"/>
              </a:spcBef>
            </a:pPr>
            <a:r>
              <a:rPr lang="en-CA" sz="2400" dirty="0">
                <a:solidFill>
                  <a:srgbClr val="000000"/>
                </a:solidFill>
                <a:effectLst/>
                <a:latin typeface="Menlo" panose="020B0609030804020204" pitchFamily="49" charset="0"/>
              </a:rPr>
              <a:t>    if </a:t>
            </a:r>
            <a:r>
              <a:rPr lang="en-CA" sz="2400" dirty="0" err="1">
                <a:solidFill>
                  <a:srgbClr val="000000"/>
                </a:solidFill>
                <a:effectLst/>
                <a:latin typeface="Menlo" panose="020B0609030804020204" pitchFamily="49" charset="0"/>
              </a:rPr>
              <a:t>np.random.uniform</a:t>
            </a:r>
            <a:r>
              <a:rPr lang="en-CA" sz="2400" dirty="0">
                <a:solidFill>
                  <a:srgbClr val="000000"/>
                </a:solidFill>
                <a:effectLst/>
                <a:latin typeface="Menlo" panose="020B0609030804020204" pitchFamily="49" charset="0"/>
              </a:rPr>
              <a:t>() &lt; epsilon:</a:t>
            </a:r>
          </a:p>
          <a:p>
            <a:pPr>
              <a:spcBef>
                <a:spcPts val="0"/>
              </a:spcBef>
            </a:pPr>
            <a:r>
              <a:rPr lang="en-CA" sz="2400" dirty="0">
                <a:solidFill>
                  <a:srgbClr val="000000"/>
                </a:solidFill>
                <a:effectLst/>
                <a:latin typeface="Menlo" panose="020B0609030804020204" pitchFamily="49" charset="0"/>
              </a:rPr>
              <a:t>        action = </a:t>
            </a:r>
            <a:r>
              <a:rPr lang="en-CA" sz="2400" dirty="0" err="1">
                <a:solidFill>
                  <a:srgbClr val="000000"/>
                </a:solidFill>
                <a:effectLst/>
                <a:latin typeface="Menlo" panose="020B0609030804020204" pitchFamily="49" charset="0"/>
              </a:rPr>
              <a:t>env.action_space.sample</a:t>
            </a:r>
            <a:r>
              <a:rPr lang="en-CA" sz="2400" dirty="0">
                <a:solidFill>
                  <a:srgbClr val="000000"/>
                </a:solidFill>
                <a:effectLst/>
                <a:latin typeface="Menlo" panose="020B0609030804020204" pitchFamily="49" charset="0"/>
              </a:rPr>
              <a:t>()</a:t>
            </a:r>
          </a:p>
          <a:p>
            <a:pPr>
              <a:spcBef>
                <a:spcPts val="0"/>
              </a:spcBef>
            </a:pPr>
            <a:r>
              <a:rPr lang="en-CA" sz="2400" dirty="0">
                <a:solidFill>
                  <a:srgbClr val="000000"/>
                </a:solidFill>
                <a:effectLst/>
                <a:latin typeface="Menlo" panose="020B0609030804020204" pitchFamily="49" charset="0"/>
              </a:rPr>
              <a:t>    # otherwise select max action in </a:t>
            </a:r>
            <a:r>
              <a:rPr lang="en-CA" sz="2400" dirty="0" err="1">
                <a:solidFill>
                  <a:srgbClr val="000000"/>
                </a:solidFill>
                <a:effectLst/>
                <a:latin typeface="Menlo" panose="020B0609030804020204" pitchFamily="49" charset="0"/>
              </a:rPr>
              <a:t>Qtable</a:t>
            </a:r>
            <a:r>
              <a:rPr lang="en-CA" sz="2400" dirty="0">
                <a:solidFill>
                  <a:srgbClr val="000000"/>
                </a:solidFill>
                <a:effectLst/>
                <a:latin typeface="Menlo" panose="020B0609030804020204" pitchFamily="49" charset="0"/>
              </a:rPr>
              <a:t> (act greedy)</a:t>
            </a:r>
          </a:p>
          <a:p>
            <a:pPr>
              <a:spcBef>
                <a:spcPts val="0"/>
              </a:spcBef>
            </a:pPr>
            <a:r>
              <a:rPr lang="en-CA" sz="2400" dirty="0">
                <a:solidFill>
                  <a:srgbClr val="000000"/>
                </a:solidFill>
                <a:effectLst/>
                <a:latin typeface="Menlo" panose="020B0609030804020204" pitchFamily="49" charset="0"/>
              </a:rPr>
              <a:t>    else:</a:t>
            </a:r>
          </a:p>
          <a:p>
            <a:pPr>
              <a:spcBef>
                <a:spcPts val="0"/>
              </a:spcBef>
            </a:pPr>
            <a:r>
              <a:rPr lang="en-CA" sz="2400" dirty="0">
                <a:solidFill>
                  <a:srgbClr val="000000"/>
                </a:solidFill>
                <a:effectLst/>
                <a:latin typeface="Menlo" panose="020B0609030804020204" pitchFamily="49" charset="0"/>
              </a:rPr>
              <a:t>        action = </a:t>
            </a:r>
            <a:r>
              <a:rPr lang="en-CA" sz="2400" dirty="0" err="1">
                <a:solidFill>
                  <a:srgbClr val="000000"/>
                </a:solidFill>
                <a:effectLst/>
                <a:latin typeface="Menlo" panose="020B0609030804020204" pitchFamily="49" charset="0"/>
              </a:rPr>
              <a:t>qtable</a:t>
            </a:r>
            <a:r>
              <a:rPr lang="en-CA" sz="2400" dirty="0">
                <a:solidFill>
                  <a:srgbClr val="000000"/>
                </a:solidFill>
                <a:effectLst/>
                <a:latin typeface="Menlo" panose="020B0609030804020204" pitchFamily="49" charset="0"/>
              </a:rPr>
              <a:t>[state].index(max(</a:t>
            </a:r>
            <a:r>
              <a:rPr lang="en-CA" sz="2400" dirty="0" err="1">
                <a:solidFill>
                  <a:srgbClr val="000000"/>
                </a:solidFill>
                <a:effectLst/>
                <a:latin typeface="Menlo" panose="020B0609030804020204" pitchFamily="49" charset="0"/>
              </a:rPr>
              <a:t>qtable</a:t>
            </a:r>
            <a:r>
              <a:rPr lang="en-CA" sz="2400" dirty="0">
                <a:solidFill>
                  <a:srgbClr val="000000"/>
                </a:solidFill>
                <a:effectLst/>
                <a:latin typeface="Menlo" panose="020B0609030804020204" pitchFamily="49" charset="0"/>
              </a:rPr>
              <a:t>[state]))</a:t>
            </a:r>
          </a:p>
          <a:p>
            <a:pPr marL="457200" indent="-457200">
              <a:buFont typeface="Arial" panose="020B0604020202020204" pitchFamily="34" charset="0"/>
              <a:buChar char="•"/>
            </a:pPr>
            <a:r>
              <a:rPr lang="en-US" dirty="0"/>
              <a:t>The difference is magnified if we set epsilon = 1 (totally random policy)</a:t>
            </a:r>
          </a:p>
          <a:p>
            <a:pPr marL="1727273" lvl="1" indent="-457200">
              <a:buFont typeface="Arial" panose="020B0604020202020204" pitchFamily="34" charset="0"/>
              <a:buChar char="•"/>
            </a:pPr>
            <a:r>
              <a:rPr lang="en-US" dirty="0"/>
              <a:t>SARSA update the </a:t>
            </a:r>
            <a:r>
              <a:rPr lang="en-US" dirty="0" err="1"/>
              <a:t>qtable</a:t>
            </a:r>
            <a:r>
              <a:rPr lang="en-US" dirty="0"/>
              <a:t> using the value of the random action</a:t>
            </a:r>
          </a:p>
          <a:p>
            <a:pPr marL="1727273" lvl="1" indent="-457200">
              <a:buFont typeface="Arial" panose="020B0604020202020204" pitchFamily="34" charset="0"/>
              <a:buChar char="•"/>
            </a:pPr>
            <a:r>
              <a:rPr lang="en-US" dirty="0"/>
              <a:t>Q-Learning update the </a:t>
            </a:r>
            <a:r>
              <a:rPr lang="en-US" dirty="0" err="1"/>
              <a:t>qtable</a:t>
            </a:r>
            <a:r>
              <a:rPr lang="en-US" dirty="0"/>
              <a:t> using the action with max value</a:t>
            </a:r>
          </a:p>
          <a:p>
            <a:endParaRPr lang="en-US" dirty="0"/>
          </a:p>
        </p:txBody>
      </p:sp>
      <p:sp>
        <p:nvSpPr>
          <p:cNvPr id="5" name="Slide Number Placeholder 4">
            <a:extLst>
              <a:ext uri="{FF2B5EF4-FFF2-40B4-BE49-F238E27FC236}">
                <a16:creationId xmlns:a16="http://schemas.microsoft.com/office/drawing/2014/main" id="{77FCAF2B-8A31-029D-C4EC-635213E489C5}"/>
              </a:ext>
            </a:extLst>
          </p:cNvPr>
          <p:cNvSpPr>
            <a:spLocks noGrp="1"/>
          </p:cNvSpPr>
          <p:nvPr>
            <p:ph type="sldNum" sz="quarter" idx="19"/>
          </p:nvPr>
        </p:nvSpPr>
        <p:spPr/>
        <p:txBody>
          <a:bodyPr/>
          <a:lstStyle/>
          <a:p>
            <a:fld id="{DEF3F5F5-7776-394F-A41F-3BAFC9CC9F8E}" type="slidenum">
              <a:rPr lang="en-US" smtClean="0"/>
              <a:pPr/>
              <a:t>7</a:t>
            </a:fld>
            <a:endParaRPr lang="en-US" dirty="0"/>
          </a:p>
        </p:txBody>
      </p:sp>
      <p:sp>
        <p:nvSpPr>
          <p:cNvPr id="2" name="Title 1">
            <a:extLst>
              <a:ext uri="{FF2B5EF4-FFF2-40B4-BE49-F238E27FC236}">
                <a16:creationId xmlns:a16="http://schemas.microsoft.com/office/drawing/2014/main" id="{9D68BCF5-AAB6-1109-04E7-56B7B48B1C29}"/>
              </a:ext>
            </a:extLst>
          </p:cNvPr>
          <p:cNvSpPr>
            <a:spLocks noGrp="1"/>
          </p:cNvSpPr>
          <p:nvPr>
            <p:ph type="title"/>
          </p:nvPr>
        </p:nvSpPr>
        <p:spPr>
          <a:xfrm>
            <a:off x="1450189" y="371104"/>
            <a:ext cx="10575555" cy="667987"/>
          </a:xfrm>
        </p:spPr>
        <p:txBody>
          <a:bodyPr/>
          <a:lstStyle/>
          <a:p>
            <a:r>
              <a:rPr lang="en-US" dirty="0"/>
              <a:t>On-policy vs Off-policy</a:t>
            </a:r>
          </a:p>
        </p:txBody>
      </p:sp>
    </p:spTree>
    <p:extLst>
      <p:ext uri="{BB962C8B-B14F-4D97-AF65-F5344CB8AC3E}">
        <p14:creationId xmlns:p14="http://schemas.microsoft.com/office/powerpoint/2010/main" val="151988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FA693-0D5B-9071-02D5-1B36742CA400}"/>
              </a:ext>
            </a:extLst>
          </p:cNvPr>
          <p:cNvSpPr>
            <a:spLocks noGrp="1"/>
          </p:cNvSpPr>
          <p:nvPr>
            <p:ph type="title"/>
          </p:nvPr>
        </p:nvSpPr>
        <p:spPr>
          <a:xfrm>
            <a:off x="812880" y="768365"/>
            <a:ext cx="14842755" cy="658653"/>
          </a:xfrm>
        </p:spPr>
        <p:txBody>
          <a:bodyPr/>
          <a:lstStyle/>
          <a:p>
            <a:r>
              <a:rPr lang="en-US" dirty="0"/>
              <a:t>Reinforcement Learning: what we know so far</a:t>
            </a:r>
            <a:br>
              <a:rPr lang="en-US" dirty="0"/>
            </a:br>
            <a:endParaRPr lang="en-US" dirty="0"/>
          </a:p>
        </p:txBody>
      </p:sp>
      <p:sp>
        <p:nvSpPr>
          <p:cNvPr id="3" name="Text Placeholder 2">
            <a:extLst>
              <a:ext uri="{FF2B5EF4-FFF2-40B4-BE49-F238E27FC236}">
                <a16:creationId xmlns:a16="http://schemas.microsoft.com/office/drawing/2014/main" id="{4A0F5E47-AB15-D297-54AE-FCB5A913B90A}"/>
              </a:ext>
            </a:extLst>
          </p:cNvPr>
          <p:cNvSpPr>
            <a:spLocks noGrp="1"/>
          </p:cNvSpPr>
          <p:nvPr>
            <p:ph type="body" sz="quarter" idx="15"/>
          </p:nvPr>
        </p:nvSpPr>
        <p:spPr>
          <a:xfrm>
            <a:off x="812881" y="1955409"/>
            <a:ext cx="15252423" cy="6420225"/>
          </a:xfrm>
        </p:spPr>
        <p:txBody>
          <a:bodyPr/>
          <a:lstStyle/>
          <a:p>
            <a:pPr marL="457200" indent="-457200">
              <a:buFont typeface="Arial" panose="020B0604020202020204" pitchFamily="34" charset="0"/>
              <a:buChar char="•"/>
            </a:pPr>
            <a:r>
              <a:rPr lang="en-US" dirty="0"/>
              <a:t>There is an agent and an environment</a:t>
            </a:r>
          </a:p>
          <a:p>
            <a:pPr marL="457200" indent="-457200">
              <a:buFont typeface="Arial" panose="020B0604020202020204" pitchFamily="34" charset="0"/>
              <a:buChar char="•"/>
            </a:pPr>
            <a:r>
              <a:rPr lang="en-US" dirty="0"/>
              <a:t>Repeatedly,</a:t>
            </a:r>
          </a:p>
          <a:p>
            <a:pPr marL="1727273" lvl="1" indent="-457200">
              <a:buFont typeface="Arial" panose="020B0604020202020204" pitchFamily="34" charset="0"/>
              <a:buChar char="•"/>
            </a:pPr>
            <a:r>
              <a:rPr lang="en-US" dirty="0"/>
              <a:t>The agent performs an action which affects the environment</a:t>
            </a:r>
          </a:p>
          <a:p>
            <a:pPr marL="1727273" lvl="1" indent="-457200">
              <a:buFont typeface="Arial" panose="020B0604020202020204" pitchFamily="34" charset="0"/>
              <a:buChar char="•"/>
            </a:pPr>
            <a:r>
              <a:rPr lang="en-US" dirty="0"/>
              <a:t>The environment enters a resulting state</a:t>
            </a:r>
          </a:p>
          <a:p>
            <a:pPr marL="1727273" lvl="1" indent="-457200">
              <a:buFont typeface="Arial" panose="020B0604020202020204" pitchFamily="34" charset="0"/>
              <a:buChar char="•"/>
            </a:pPr>
            <a:r>
              <a:rPr lang="en-US" dirty="0"/>
              <a:t>The agent receives the new state and a scalar reward</a:t>
            </a:r>
          </a:p>
          <a:p>
            <a:endParaRPr lang="en-US" dirty="0"/>
          </a:p>
          <a:p>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673CD013-7CF5-1D53-27CB-9D8003D624DE}"/>
              </a:ext>
            </a:extLst>
          </p:cNvPr>
          <p:cNvSpPr>
            <a:spLocks noGrp="1"/>
          </p:cNvSpPr>
          <p:nvPr>
            <p:ph type="sldNum" sz="quarter" idx="19"/>
          </p:nvPr>
        </p:nvSpPr>
        <p:spPr/>
        <p:txBody>
          <a:bodyPr/>
          <a:lstStyle/>
          <a:p>
            <a:fld id="{DEF3F5F5-7776-394F-A41F-3BAFC9CC9F8E}" type="slidenum">
              <a:rPr lang="en-US" smtClean="0"/>
              <a:pPr/>
              <a:t>8</a:t>
            </a:fld>
            <a:endParaRPr lang="en-US" dirty="0"/>
          </a:p>
        </p:txBody>
      </p:sp>
      <p:pic>
        <p:nvPicPr>
          <p:cNvPr id="7" name="Picture 6">
            <a:extLst>
              <a:ext uri="{FF2B5EF4-FFF2-40B4-BE49-F238E27FC236}">
                <a16:creationId xmlns:a16="http://schemas.microsoft.com/office/drawing/2014/main" id="{C6EDE40B-EAAD-84B9-A7D9-773B5BD216D3}"/>
              </a:ext>
            </a:extLst>
          </p:cNvPr>
          <p:cNvPicPr>
            <a:picLocks noChangeAspect="1"/>
          </p:cNvPicPr>
          <p:nvPr/>
        </p:nvPicPr>
        <p:blipFill>
          <a:blip r:embed="rId2"/>
          <a:stretch>
            <a:fillRect/>
          </a:stretch>
        </p:blipFill>
        <p:spPr>
          <a:xfrm>
            <a:off x="3888726" y="5165521"/>
            <a:ext cx="7772400" cy="2700879"/>
          </a:xfrm>
          <a:prstGeom prst="rect">
            <a:avLst/>
          </a:prstGeom>
        </p:spPr>
      </p:pic>
    </p:spTree>
    <p:extLst>
      <p:ext uri="{BB962C8B-B14F-4D97-AF65-F5344CB8AC3E}">
        <p14:creationId xmlns:p14="http://schemas.microsoft.com/office/powerpoint/2010/main" val="2099754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0" y="768365"/>
            <a:ext cx="13914501" cy="578521"/>
          </a:xfrm>
        </p:spPr>
        <p:txBody>
          <a:bodyPr/>
          <a:lstStyle/>
          <a:p>
            <a:r>
              <a:rPr lang="en-US" dirty="0"/>
              <a:t>Reinforcement Learning: what we know so far</a:t>
            </a:r>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9</a:t>
            </a:fld>
            <a:endParaRPr lang="en-US" dirty="0"/>
          </a:p>
        </p:txBody>
      </p:sp>
      <p:sp>
        <p:nvSpPr>
          <p:cNvPr id="8" name="Text Placeholder 7"/>
          <p:cNvSpPr>
            <a:spLocks noGrp="1"/>
          </p:cNvSpPr>
          <p:nvPr>
            <p:ph type="body" sz="quarter" idx="15"/>
          </p:nvPr>
        </p:nvSpPr>
        <p:spPr>
          <a:xfrm>
            <a:off x="812881" y="1902941"/>
            <a:ext cx="14904913" cy="6203091"/>
          </a:xfrm>
        </p:spPr>
        <p:txBody>
          <a:bodyPr/>
          <a:lstStyle/>
          <a:p>
            <a:pPr marL="457200" indent="-457200">
              <a:buFont typeface="Arial" panose="020B0604020202020204" pitchFamily="34" charset="0"/>
              <a:buChar char="•"/>
            </a:pPr>
            <a:r>
              <a:rPr lang="en-CA" dirty="0"/>
              <a:t>The agent learns by interacting with the environment</a:t>
            </a:r>
          </a:p>
          <a:p>
            <a:pPr marL="457200" indent="-457200">
              <a:buFont typeface="Arial" panose="020B0604020202020204" pitchFamily="34" charset="0"/>
              <a:buChar char="•"/>
            </a:pPr>
            <a:r>
              <a:rPr lang="en-CA" dirty="0"/>
              <a:t>The goal of the agent is to maximize reward</a:t>
            </a:r>
          </a:p>
          <a:p>
            <a:pPr marL="1727273" lvl="1" indent="-457200">
              <a:buFont typeface="Arial" panose="020B0604020202020204" pitchFamily="34" charset="0"/>
              <a:buChar char="•"/>
            </a:pPr>
            <a:r>
              <a:rPr lang="en-CA" dirty="0"/>
              <a:t>The agent learns how to maximize reward</a:t>
            </a:r>
          </a:p>
          <a:p>
            <a:pPr marL="1727273" lvl="1" indent="-457200">
              <a:buFont typeface="Arial" panose="020B0604020202020204" pitchFamily="34" charset="0"/>
              <a:buChar char="•"/>
            </a:pPr>
            <a:r>
              <a:rPr lang="en-CA" dirty="0"/>
              <a:t>The agent takes actions to maximize reward</a:t>
            </a:r>
          </a:p>
          <a:p>
            <a:pPr marL="457200" indent="-457200">
              <a:buFont typeface="Arial" panose="020B0604020202020204" pitchFamily="34" charset="0"/>
              <a:buChar char="•"/>
            </a:pPr>
            <a:r>
              <a:rPr lang="en-CA" dirty="0"/>
              <a:t>Reward Hypothesis (from Sutton):</a:t>
            </a:r>
          </a:p>
          <a:p>
            <a:r>
              <a:rPr lang="en-CA" dirty="0"/>
              <a:t>That all of what we mean by goals and purposes can be well thought of as the maximization of the expected value of the cumulative sum of a received scalar signal (called reward). </a:t>
            </a:r>
          </a:p>
          <a:p>
            <a:endParaRPr lang="en-CA" dirty="0"/>
          </a:p>
        </p:txBody>
      </p:sp>
    </p:spTree>
    <p:extLst>
      <p:ext uri="{BB962C8B-B14F-4D97-AF65-F5344CB8AC3E}">
        <p14:creationId xmlns:p14="http://schemas.microsoft.com/office/powerpoint/2010/main" val="8266282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93C65-F5FC-932F-7F4B-00A647B30BD7}"/>
              </a:ext>
            </a:extLst>
          </p:cNvPr>
          <p:cNvSpPr>
            <a:spLocks noGrp="1"/>
          </p:cNvSpPr>
          <p:nvPr>
            <p:ph type="title"/>
          </p:nvPr>
        </p:nvSpPr>
        <p:spPr>
          <a:xfrm>
            <a:off x="812882" y="518983"/>
            <a:ext cx="13457300" cy="741782"/>
          </a:xfrm>
        </p:spPr>
        <p:txBody>
          <a:bodyPr/>
          <a:lstStyle/>
          <a:p>
            <a:r>
              <a:rPr lang="en-US" dirty="0"/>
              <a:t>RL: High-level Programmer's methodology </a:t>
            </a:r>
          </a:p>
        </p:txBody>
      </p:sp>
      <p:sp>
        <p:nvSpPr>
          <p:cNvPr id="3" name="Text Placeholder 2">
            <a:extLst>
              <a:ext uri="{FF2B5EF4-FFF2-40B4-BE49-F238E27FC236}">
                <a16:creationId xmlns:a16="http://schemas.microsoft.com/office/drawing/2014/main" id="{0212D195-C2CB-B280-8672-57FA83ADD53B}"/>
              </a:ext>
            </a:extLst>
          </p:cNvPr>
          <p:cNvSpPr>
            <a:spLocks noGrp="1"/>
          </p:cNvSpPr>
          <p:nvPr>
            <p:ph type="body" sz="quarter" idx="15"/>
          </p:nvPr>
        </p:nvSpPr>
        <p:spPr>
          <a:xfrm>
            <a:off x="304799" y="1399309"/>
            <a:ext cx="15683345" cy="6871855"/>
          </a:xfrm>
        </p:spPr>
        <p:txBody>
          <a:bodyPr/>
          <a:lstStyle/>
          <a:p>
            <a:r>
              <a:rPr lang="en-US" dirty="0"/>
              <a:t>When applying RL to a problem in a domain, the programmer needs to</a:t>
            </a:r>
          </a:p>
          <a:p>
            <a:pPr marL="457200" indent="-457200">
              <a:buFont typeface="Arial" panose="020B0604020202020204" pitchFamily="34" charset="0"/>
              <a:buChar char="•"/>
            </a:pPr>
            <a:r>
              <a:rPr lang="en-US" dirty="0"/>
              <a:t>Identify the problem to be solved as a subset of the domain</a:t>
            </a:r>
          </a:p>
          <a:p>
            <a:pPr marL="1727273" lvl="1" indent="-457200">
              <a:buFont typeface="Arial" panose="020B0604020202020204" pitchFamily="34" charset="0"/>
              <a:buChar char="•"/>
            </a:pPr>
            <a:r>
              <a:rPr lang="en-US" dirty="0"/>
              <a:t>Example domain: AlphaGo playing Go</a:t>
            </a:r>
          </a:p>
          <a:p>
            <a:pPr marL="2477567" lvl="2">
              <a:buFont typeface="Arial" panose="020B0604020202020204" pitchFamily="34" charset="0"/>
              <a:buChar char="•"/>
            </a:pPr>
            <a:r>
              <a:rPr lang="en-US" dirty="0"/>
              <a:t>Was the physical act of placing the stones considered part of the problem?  No, but it could have been.  DeepMind did not identify that aspect of the domain as part of the problem to be solved.</a:t>
            </a:r>
          </a:p>
          <a:p>
            <a:pPr marL="457200">
              <a:buFont typeface="Arial" panose="020B0604020202020204" pitchFamily="34" charset="0"/>
              <a:buChar char="•"/>
            </a:pPr>
            <a:r>
              <a:rPr lang="en-US" dirty="0"/>
              <a:t>Given the problem, determine</a:t>
            </a:r>
          </a:p>
          <a:p>
            <a:pPr marL="1727273" lvl="1">
              <a:buFont typeface="Arial" panose="020B0604020202020204" pitchFamily="34" charset="0"/>
              <a:buChar char="•"/>
            </a:pPr>
            <a:r>
              <a:rPr lang="en-US" dirty="0"/>
              <a:t>What is the environment and what are the states? (simulated or actual)</a:t>
            </a:r>
          </a:p>
          <a:p>
            <a:pPr marL="1727273" lvl="1">
              <a:buFont typeface="Arial" panose="020B0604020202020204" pitchFamily="34" charset="0"/>
              <a:buChar char="•"/>
            </a:pPr>
            <a:r>
              <a:rPr lang="en-US" dirty="0"/>
              <a:t>What is the agent and what are the actions? (simulated or actual)</a:t>
            </a:r>
          </a:p>
          <a:p>
            <a:pPr marL="1727273" lvl="1">
              <a:buFont typeface="Arial" panose="020B0604020202020204" pitchFamily="34" charset="0"/>
              <a:buChar char="•"/>
            </a:pPr>
            <a:r>
              <a:rPr lang="en-US" dirty="0"/>
              <a:t>What is the reward function? (Implement it)</a:t>
            </a:r>
          </a:p>
          <a:p>
            <a:pPr marL="1727273" lvl="1">
              <a:buFont typeface="Arial" panose="020B0604020202020204" pitchFamily="34" charset="0"/>
              <a:buChar char="•"/>
            </a:pPr>
            <a:r>
              <a:rPr lang="en-US" dirty="0"/>
              <a:t>Big one: How is the agent going to learn to get better at maximizing reward?</a:t>
            </a:r>
          </a:p>
        </p:txBody>
      </p:sp>
      <p:sp>
        <p:nvSpPr>
          <p:cNvPr id="5" name="Slide Number Placeholder 4">
            <a:extLst>
              <a:ext uri="{FF2B5EF4-FFF2-40B4-BE49-F238E27FC236}">
                <a16:creationId xmlns:a16="http://schemas.microsoft.com/office/drawing/2014/main" id="{40468A71-91BB-1924-389A-614EC53DF262}"/>
              </a:ext>
            </a:extLst>
          </p:cNvPr>
          <p:cNvSpPr>
            <a:spLocks noGrp="1"/>
          </p:cNvSpPr>
          <p:nvPr>
            <p:ph type="sldNum" sz="quarter" idx="19"/>
          </p:nvPr>
        </p:nvSpPr>
        <p:spPr/>
        <p:txBody>
          <a:bodyPr/>
          <a:lstStyle/>
          <a:p>
            <a:fld id="{DEF3F5F5-7776-394F-A41F-3BAFC9CC9F8E}" type="slidenum">
              <a:rPr lang="en-US" smtClean="0"/>
              <a:pPr/>
              <a:t>10</a:t>
            </a:fld>
            <a:endParaRPr lang="en-US" dirty="0"/>
          </a:p>
        </p:txBody>
      </p:sp>
    </p:spTree>
    <p:extLst>
      <p:ext uri="{BB962C8B-B14F-4D97-AF65-F5344CB8AC3E}">
        <p14:creationId xmlns:p14="http://schemas.microsoft.com/office/powerpoint/2010/main" val="3574363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5F6C0-34C0-6ADE-A2BC-F3F9E84C3149}"/>
              </a:ext>
            </a:extLst>
          </p:cNvPr>
          <p:cNvSpPr>
            <a:spLocks noGrp="1"/>
          </p:cNvSpPr>
          <p:nvPr>
            <p:ph type="title"/>
          </p:nvPr>
        </p:nvSpPr>
        <p:spPr>
          <a:xfrm>
            <a:off x="812881" y="768365"/>
            <a:ext cx="14912028" cy="840301"/>
          </a:xfrm>
        </p:spPr>
        <p:txBody>
          <a:bodyPr/>
          <a:lstStyle/>
          <a:p>
            <a:r>
              <a:rPr lang="en-US" dirty="0"/>
              <a:t>Agent – Environment distinction</a:t>
            </a:r>
          </a:p>
        </p:txBody>
      </p:sp>
      <p:sp>
        <p:nvSpPr>
          <p:cNvPr id="3" name="Text Placeholder 2">
            <a:extLst>
              <a:ext uri="{FF2B5EF4-FFF2-40B4-BE49-F238E27FC236}">
                <a16:creationId xmlns:a16="http://schemas.microsoft.com/office/drawing/2014/main" id="{08C5FED0-C240-3450-FD42-B59BEFB0B5CB}"/>
              </a:ext>
            </a:extLst>
          </p:cNvPr>
          <p:cNvSpPr>
            <a:spLocks noGrp="1"/>
          </p:cNvSpPr>
          <p:nvPr>
            <p:ph type="body" sz="quarter" idx="15"/>
          </p:nvPr>
        </p:nvSpPr>
        <p:spPr>
          <a:xfrm>
            <a:off x="812881" y="1496291"/>
            <a:ext cx="15050573" cy="6039043"/>
          </a:xfrm>
        </p:spPr>
        <p:txBody>
          <a:bodyPr/>
          <a:lstStyle/>
          <a:p>
            <a:r>
              <a:rPr lang="en-US" dirty="0"/>
              <a:t>Read Sutton, last paragraph of Page 50, and Page 51</a:t>
            </a:r>
          </a:p>
          <a:p>
            <a:r>
              <a:rPr lang="en-US" dirty="0"/>
              <a:t>Examples of what you will read:</a:t>
            </a:r>
          </a:p>
          <a:p>
            <a:pPr marL="457200" indent="-457200">
              <a:buFont typeface="Arial" panose="020B0604020202020204" pitchFamily="34" charset="0"/>
              <a:buChar char="•"/>
            </a:pPr>
            <a:r>
              <a:rPr lang="en-CA" sz="1800" dirty="0">
                <a:effectLst/>
                <a:latin typeface="CMR10"/>
              </a:rPr>
              <a:t>The MDP framework is abstract and flexible and can be applied to many different problems in many different ways. </a:t>
            </a:r>
          </a:p>
          <a:p>
            <a:pPr marL="457200" indent="-457200">
              <a:buFont typeface="Arial" panose="020B0604020202020204" pitchFamily="34" charset="0"/>
              <a:buChar char="•"/>
            </a:pPr>
            <a:r>
              <a:rPr lang="en-CA" sz="1800" dirty="0">
                <a:effectLst/>
                <a:latin typeface="CMR10"/>
              </a:rPr>
              <a:t>In particular, the boundary between agent and environment is typically not the same as the physical boundary of a robot’s or animal’s body. </a:t>
            </a:r>
            <a:endParaRPr lang="en-CA" sz="1100" dirty="0"/>
          </a:p>
          <a:p>
            <a:pPr marL="457200" indent="-457200">
              <a:buFont typeface="Arial" panose="020B0604020202020204" pitchFamily="34" charset="0"/>
              <a:buChar char="•"/>
            </a:pPr>
            <a:r>
              <a:rPr lang="en-CA" sz="1800" dirty="0">
                <a:effectLst/>
                <a:latin typeface="CMR10"/>
              </a:rPr>
              <a:t>The general rule we follow is that anything that cannot be changed arbitrarily by the agent is considered to be outside of it and thus part of its environment.</a:t>
            </a:r>
          </a:p>
          <a:p>
            <a:pPr marL="457200" indent="-457200">
              <a:buFont typeface="Arial" panose="020B0604020202020204" pitchFamily="34" charset="0"/>
              <a:buChar char="•"/>
            </a:pPr>
            <a:r>
              <a:rPr lang="en-CA" sz="1800" dirty="0">
                <a:effectLst/>
                <a:latin typeface="CMR10"/>
              </a:rPr>
              <a:t> The agent–environment boundary can be located at different places for different purposes. </a:t>
            </a:r>
          </a:p>
          <a:p>
            <a:pPr marL="457200" indent="-457200">
              <a:buFont typeface="Arial" panose="020B0604020202020204" pitchFamily="34" charset="0"/>
              <a:buChar char="•"/>
            </a:pPr>
            <a:r>
              <a:rPr lang="en-CA" sz="1800" dirty="0">
                <a:effectLst/>
                <a:latin typeface="CMR10"/>
              </a:rPr>
              <a:t>[RL] proposes that whatever the details of the sensory, memory, and control apparatus, and whatever objective one is trying to achieve, any problem of learning goal-directed behavior can be reduced to three signals passing back and forth between an agent and its environment: one signal to represent the choices made by the agent (the actions), one signal to represent the basis on which the choices are made (the states), and one signal to define the agent’s goal (the rewards). </a:t>
            </a:r>
          </a:p>
          <a:p>
            <a:pPr marL="457200" indent="-457200">
              <a:buFont typeface="Arial" panose="020B0604020202020204" pitchFamily="34" charset="0"/>
              <a:buChar char="•"/>
            </a:pPr>
            <a:r>
              <a:rPr lang="en-CA" sz="1800" dirty="0">
                <a:effectLst/>
                <a:latin typeface="CMR10"/>
              </a:rPr>
              <a:t>Of course, the particular states and actions vary greatly from task to task, and how they are represented can strongly affect performance. In reinforcement learning, as in other kinds of learning, such representational choices are at present more art than science. </a:t>
            </a:r>
            <a:endParaRPr lang="en-CA" dirty="0"/>
          </a:p>
          <a:p>
            <a:pPr marL="457200" indent="-457200">
              <a:buFont typeface="Arial" panose="020B0604020202020204" pitchFamily="34" charset="0"/>
              <a:buChar char="•"/>
            </a:pPr>
            <a:endParaRPr lang="en-CA" dirty="0"/>
          </a:p>
          <a:p>
            <a:pPr marL="457200" indent="-457200">
              <a:buFont typeface="Arial" panose="020B0604020202020204" pitchFamily="34" charset="0"/>
              <a:buChar char="•"/>
            </a:pPr>
            <a:endParaRPr lang="en-CA" dirty="0"/>
          </a:p>
          <a:p>
            <a:pPr marL="457200" indent="-457200">
              <a:buFont typeface="Arial" panose="020B0604020202020204" pitchFamily="34" charset="0"/>
              <a:buChar char="•"/>
            </a:pPr>
            <a:endParaRPr lang="en-CA" dirty="0"/>
          </a:p>
          <a:p>
            <a:pPr marL="457200" indent="-4572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ED1A2889-E733-B24D-1679-A75FCDEA25D1}"/>
              </a:ext>
            </a:extLst>
          </p:cNvPr>
          <p:cNvSpPr>
            <a:spLocks noGrp="1"/>
          </p:cNvSpPr>
          <p:nvPr>
            <p:ph type="sldNum" sz="quarter" idx="19"/>
          </p:nvPr>
        </p:nvSpPr>
        <p:spPr/>
        <p:txBody>
          <a:bodyPr/>
          <a:lstStyle/>
          <a:p>
            <a:fld id="{DEF3F5F5-7776-394F-A41F-3BAFC9CC9F8E}" type="slidenum">
              <a:rPr lang="en-US" smtClean="0"/>
              <a:pPr/>
              <a:t>11</a:t>
            </a:fld>
            <a:endParaRPr lang="en-US" dirty="0"/>
          </a:p>
        </p:txBody>
      </p:sp>
    </p:spTree>
    <p:extLst>
      <p:ext uri="{BB962C8B-B14F-4D97-AF65-F5344CB8AC3E}">
        <p14:creationId xmlns:p14="http://schemas.microsoft.com/office/powerpoint/2010/main" val="4103956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1ACAD-BD4E-F17B-F1A3-9691F6B6AED4}"/>
              </a:ext>
            </a:extLst>
          </p:cNvPr>
          <p:cNvSpPr>
            <a:spLocks noGrp="1"/>
          </p:cNvSpPr>
          <p:nvPr>
            <p:ph type="title"/>
          </p:nvPr>
        </p:nvSpPr>
        <p:spPr>
          <a:xfrm>
            <a:off x="812882" y="448172"/>
            <a:ext cx="13803664" cy="840301"/>
          </a:xfrm>
        </p:spPr>
        <p:txBody>
          <a:bodyPr/>
          <a:lstStyle/>
          <a:p>
            <a:r>
              <a:rPr lang="en-US" dirty="0"/>
              <a:t>Rewards + Goals</a:t>
            </a:r>
          </a:p>
        </p:txBody>
      </p:sp>
      <p:sp>
        <p:nvSpPr>
          <p:cNvPr id="3" name="Text Placeholder 2">
            <a:extLst>
              <a:ext uri="{FF2B5EF4-FFF2-40B4-BE49-F238E27FC236}">
                <a16:creationId xmlns:a16="http://schemas.microsoft.com/office/drawing/2014/main" id="{9702BA7C-8479-38CD-412C-57A3AD4BBB8E}"/>
              </a:ext>
            </a:extLst>
          </p:cNvPr>
          <p:cNvSpPr>
            <a:spLocks noGrp="1"/>
          </p:cNvSpPr>
          <p:nvPr>
            <p:ph type="body" sz="quarter" idx="15"/>
          </p:nvPr>
        </p:nvSpPr>
        <p:spPr>
          <a:xfrm>
            <a:off x="812882" y="1136073"/>
            <a:ext cx="14842754" cy="6913418"/>
          </a:xfrm>
        </p:spPr>
        <p:txBody>
          <a:bodyPr/>
          <a:lstStyle/>
          <a:p>
            <a:r>
              <a:rPr lang="en-US" dirty="0"/>
              <a:t>Sutton, Pages 53-4:</a:t>
            </a:r>
          </a:p>
          <a:p>
            <a:pPr marL="457200" indent="-457200">
              <a:buFont typeface="Arial" panose="020B0604020202020204" pitchFamily="34" charset="0"/>
              <a:buChar char="•"/>
            </a:pPr>
            <a:r>
              <a:rPr lang="en-US" dirty="0"/>
              <a:t>We must provide rewards in such a way that in maximizing them the agent will also achieve our goals. It is thus critical that the rewards we set up truly indicate what we want accomplished. In particular, the reward signal is not the place to impart to the agent prior knowledge about how to achieve what we want it to do. </a:t>
            </a:r>
          </a:p>
          <a:p>
            <a:pPr marL="457200" indent="-457200">
              <a:buFont typeface="Arial" panose="020B0604020202020204" pitchFamily="34" charset="0"/>
              <a:buChar char="•"/>
            </a:pPr>
            <a:r>
              <a:rPr lang="en-US" dirty="0"/>
              <a:t>Do not design the reward around subgoals</a:t>
            </a:r>
          </a:p>
          <a:p>
            <a:pPr marL="457200" indent="-457200">
              <a:buFont typeface="Arial" panose="020B0604020202020204" pitchFamily="34" charset="0"/>
              <a:buChar char="•"/>
            </a:pPr>
            <a:r>
              <a:rPr lang="en-US" dirty="0"/>
              <a:t>The reward signal is your way of communicating to the robot </a:t>
            </a:r>
            <a:r>
              <a:rPr lang="en-US" b="1" dirty="0"/>
              <a:t>what</a:t>
            </a:r>
            <a:r>
              <a:rPr lang="en-US" dirty="0"/>
              <a:t> you want it to achieve, not </a:t>
            </a:r>
            <a:r>
              <a:rPr lang="en-US" b="1" dirty="0"/>
              <a:t>how</a:t>
            </a:r>
            <a:r>
              <a:rPr lang="en-US" dirty="0"/>
              <a:t> you want it achieved.  (compare with Declarative programming)</a:t>
            </a:r>
          </a:p>
          <a:p>
            <a:pPr marL="457200" indent="-457200">
              <a:buFont typeface="Arial" panose="020B0604020202020204" pitchFamily="34" charset="0"/>
              <a:buChar char="•"/>
            </a:pPr>
            <a:r>
              <a:rPr lang="en-US" dirty="0"/>
              <a:t>Do not base rewards on previous actions (unless the action sequence IS the goal, like maybe dance moves?)</a:t>
            </a:r>
          </a:p>
          <a:p>
            <a:pPr marL="457200" indent="-457200">
              <a:buFont typeface="Arial" panose="020B0604020202020204" pitchFamily="34" charset="0"/>
              <a:buChar char="•"/>
            </a:pPr>
            <a:endParaRPr lang="en-US" dirty="0"/>
          </a:p>
          <a:p>
            <a:endParaRPr lang="en-US" dirty="0"/>
          </a:p>
          <a:p>
            <a:endParaRPr lang="en-US" dirty="0"/>
          </a:p>
          <a:p>
            <a:endParaRPr lang="en-US" dirty="0"/>
          </a:p>
        </p:txBody>
      </p:sp>
      <p:sp>
        <p:nvSpPr>
          <p:cNvPr id="5" name="Slide Number Placeholder 4">
            <a:extLst>
              <a:ext uri="{FF2B5EF4-FFF2-40B4-BE49-F238E27FC236}">
                <a16:creationId xmlns:a16="http://schemas.microsoft.com/office/drawing/2014/main" id="{C9D53BB4-EBB2-853C-A52A-21C742F17322}"/>
              </a:ext>
            </a:extLst>
          </p:cNvPr>
          <p:cNvSpPr>
            <a:spLocks noGrp="1"/>
          </p:cNvSpPr>
          <p:nvPr>
            <p:ph type="sldNum" sz="quarter" idx="19"/>
          </p:nvPr>
        </p:nvSpPr>
        <p:spPr/>
        <p:txBody>
          <a:bodyPr/>
          <a:lstStyle/>
          <a:p>
            <a:fld id="{DEF3F5F5-7776-394F-A41F-3BAFC9CC9F8E}" type="slidenum">
              <a:rPr lang="en-US" smtClean="0"/>
              <a:pPr/>
              <a:t>12</a:t>
            </a:fld>
            <a:endParaRPr lang="en-US" dirty="0"/>
          </a:p>
        </p:txBody>
      </p:sp>
    </p:spTree>
    <p:extLst>
      <p:ext uri="{BB962C8B-B14F-4D97-AF65-F5344CB8AC3E}">
        <p14:creationId xmlns:p14="http://schemas.microsoft.com/office/powerpoint/2010/main" val="654374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BC78F-8904-1F5D-FB3A-FDC29A7CBCC9}"/>
              </a:ext>
            </a:extLst>
          </p:cNvPr>
          <p:cNvSpPr>
            <a:spLocks noGrp="1"/>
          </p:cNvSpPr>
          <p:nvPr>
            <p:ph type="title"/>
          </p:nvPr>
        </p:nvSpPr>
        <p:spPr>
          <a:xfrm>
            <a:off x="812881" y="768365"/>
            <a:ext cx="14205446" cy="840301"/>
          </a:xfrm>
        </p:spPr>
        <p:txBody>
          <a:bodyPr/>
          <a:lstStyle/>
          <a:p>
            <a:r>
              <a:rPr lang="en-US" dirty="0"/>
              <a:t>Returns and Episodes </a:t>
            </a:r>
            <a:br>
              <a:rPr lang="en-US" dirty="0"/>
            </a:br>
            <a:endParaRPr lang="en-US"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3E7E74C-862F-041A-BDCB-B1410134F115}"/>
                  </a:ext>
                </a:extLst>
              </p:cNvPr>
              <p:cNvSpPr>
                <a:spLocks noGrp="1"/>
              </p:cNvSpPr>
              <p:nvPr>
                <p:ph type="body" sz="quarter" idx="15"/>
              </p:nvPr>
            </p:nvSpPr>
            <p:spPr>
              <a:xfrm>
                <a:off x="812881" y="1608667"/>
                <a:ext cx="14565663" cy="6302278"/>
              </a:xfrm>
            </p:spPr>
            <p:txBody>
              <a:bodyPr/>
              <a:lstStyle/>
              <a:p>
                <a:pPr marL="457200" indent="-457200">
                  <a:buFont typeface="Arial" panose="020B0604020202020204" pitchFamily="34" charset="0"/>
                  <a:buChar char="•"/>
                </a:pPr>
                <a:r>
                  <a:rPr lang="en-US" dirty="0"/>
                  <a:t>Some processes/tasks have a terminal state (episodic tasks, episodes):</a:t>
                </a:r>
              </a:p>
              <a:p>
                <a:pPr marL="1727273" lvl="1" indent="-457200">
                  <a:buFont typeface="Arial" panose="020B0604020202020204" pitchFamily="34" charset="0"/>
                  <a:buChar char="•"/>
                </a:pPr>
                <a:r>
                  <a:rPr lang="en-US" dirty="0"/>
                  <a:t>A single play of a game</a:t>
                </a:r>
              </a:p>
              <a:p>
                <a:pPr marL="1727273" lvl="1" indent="-457200">
                  <a:buFont typeface="Arial" panose="020B0604020202020204" pitchFamily="34" charset="0"/>
                  <a:buChar char="•"/>
                </a:pPr>
                <a:r>
                  <a:rPr lang="en-US" dirty="0"/>
                  <a:t>A run through a maze, or race around a track (finish line)</a:t>
                </a:r>
              </a:p>
              <a:p>
                <a:pPr marL="1727273" lvl="1" indent="-457200">
                  <a:buFont typeface="Arial" panose="020B0604020202020204" pitchFamily="34" charset="0"/>
                  <a:buChar char="•"/>
                </a:pPr>
                <a:r>
                  <a:rPr lang="en-US" dirty="0"/>
                  <a:t>Making a cup of coffee</a:t>
                </a:r>
              </a:p>
              <a:p>
                <a:pPr marL="1727273" lvl="1" indent="-457200">
                  <a:buFont typeface="Arial" panose="020B0604020202020204" pitchFamily="34" charset="0"/>
                  <a:buChar char="•"/>
                </a:pPr>
                <a:r>
                  <a:rPr lang="en-US" dirty="0"/>
                  <a:t>These processes have a terminal state</a:t>
                </a:r>
              </a:p>
              <a:p>
                <a:pPr marL="1727273" lvl="1" indent="-457200">
                  <a:buFont typeface="Arial" panose="020B0604020202020204" pitchFamily="34" charset="0"/>
                  <a:buChar char="•"/>
                </a:pPr>
                <a:r>
                  <a:rPr lang="en-US" dirty="0"/>
                  <a:t>The time-step of termination, T, is a random variable that normally varies from episode to episode. </a:t>
                </a:r>
              </a:p>
              <a:p>
                <a:pPr marL="457200" indent="-457200">
                  <a:buFont typeface="Arial" panose="020B0604020202020204" pitchFamily="34" charset="0"/>
                  <a:buChar char="•"/>
                </a:pPr>
                <a:r>
                  <a:rPr lang="en-US" dirty="0"/>
                  <a:t>Other processes never finish (continuing tasks, T=</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a:t>
                </a:r>
              </a:p>
              <a:p>
                <a:pPr marL="1727273" lvl="1" indent="-457200">
                  <a:buFont typeface="Arial" panose="020B0604020202020204" pitchFamily="34" charset="0"/>
                  <a:buChar char="•"/>
                </a:pPr>
                <a:r>
                  <a:rPr lang="en-US" dirty="0"/>
                  <a:t>Controlling a power plant</a:t>
                </a:r>
              </a:p>
              <a:p>
                <a:pPr marL="1727273" lvl="1" indent="-457200">
                  <a:buFont typeface="Arial" panose="020B0604020202020204" pitchFamily="34" charset="0"/>
                  <a:buChar char="•"/>
                </a:pPr>
                <a:r>
                  <a:rPr lang="en-US" dirty="0"/>
                  <a:t>Home thermostat controlling humidity, temperature</a:t>
                </a:r>
              </a:p>
              <a:p>
                <a:pPr marL="1727273" lvl="1" indent="-457200">
                  <a:buFont typeface="Arial" panose="020B0604020202020204" pitchFamily="34" charset="0"/>
                  <a:buChar char="•"/>
                </a:pPr>
                <a:endParaRPr lang="en-US" dirty="0"/>
              </a:p>
            </p:txBody>
          </p:sp>
        </mc:Choice>
        <mc:Fallback xmlns="">
          <p:sp>
            <p:nvSpPr>
              <p:cNvPr id="3" name="Text Placeholder 2">
                <a:extLst>
                  <a:ext uri="{FF2B5EF4-FFF2-40B4-BE49-F238E27FC236}">
                    <a16:creationId xmlns:a16="http://schemas.microsoft.com/office/drawing/2014/main" id="{B3E7E74C-862F-041A-BDCB-B1410134F115}"/>
                  </a:ext>
                </a:extLst>
              </p:cNvPr>
              <p:cNvSpPr>
                <a:spLocks noGrp="1" noRot="1" noChangeAspect="1" noMove="1" noResize="1" noEditPoints="1" noAdjustHandles="1" noChangeArrowheads="1" noChangeShapeType="1" noTextEdit="1"/>
              </p:cNvSpPr>
              <p:nvPr>
                <p:ph type="body" sz="quarter" idx="15"/>
              </p:nvPr>
            </p:nvSpPr>
            <p:spPr>
              <a:xfrm>
                <a:off x="812881" y="1608667"/>
                <a:ext cx="14565663" cy="6302278"/>
              </a:xfrm>
              <a:blipFill>
                <a:blip r:embed="rId2"/>
                <a:stretch>
                  <a:fillRect l="-1567" t="-1606" b="-2410"/>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7F6CA9C7-0F55-DCF8-24AE-278FF98B3EC5}"/>
              </a:ext>
            </a:extLst>
          </p:cNvPr>
          <p:cNvSpPr>
            <a:spLocks noGrp="1"/>
          </p:cNvSpPr>
          <p:nvPr>
            <p:ph type="sldNum" sz="quarter" idx="19"/>
          </p:nvPr>
        </p:nvSpPr>
        <p:spPr/>
        <p:txBody>
          <a:bodyPr/>
          <a:lstStyle/>
          <a:p>
            <a:fld id="{DEF3F5F5-7776-394F-A41F-3BAFC9CC9F8E}" type="slidenum">
              <a:rPr lang="en-US" smtClean="0"/>
              <a:pPr/>
              <a:t>13</a:t>
            </a:fld>
            <a:endParaRPr lang="en-US" dirty="0"/>
          </a:p>
        </p:txBody>
      </p:sp>
    </p:spTree>
    <p:extLst>
      <p:ext uri="{BB962C8B-B14F-4D97-AF65-F5344CB8AC3E}">
        <p14:creationId xmlns:p14="http://schemas.microsoft.com/office/powerpoint/2010/main" val="1481566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43BD5-42F0-F887-298D-CEC6F423C93D}"/>
              </a:ext>
            </a:extLst>
          </p:cNvPr>
          <p:cNvSpPr>
            <a:spLocks noGrp="1"/>
          </p:cNvSpPr>
          <p:nvPr>
            <p:ph type="title"/>
          </p:nvPr>
        </p:nvSpPr>
        <p:spPr/>
        <p:txBody>
          <a:bodyPr/>
          <a:lstStyle/>
          <a:p>
            <a:r>
              <a:rPr lang="en-US" dirty="0"/>
              <a:t>Returns and Episodes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B726BAC-0D62-D4C0-3E11-D41E082BADF7}"/>
                  </a:ext>
                </a:extLst>
              </p:cNvPr>
              <p:cNvSpPr>
                <a:spLocks noGrp="1"/>
              </p:cNvSpPr>
              <p:nvPr>
                <p:ph type="body" sz="quarter" idx="15"/>
              </p:nvPr>
            </p:nvSpPr>
            <p:spPr>
              <a:xfrm>
                <a:off x="812881" y="1454727"/>
                <a:ext cx="14995154" cy="6920908"/>
              </a:xfrm>
            </p:spPr>
            <p:txBody>
              <a:bodyPr/>
              <a:lstStyle/>
              <a:p>
                <a:pPr marL="457200" indent="-457200">
                  <a:buFont typeface="Arial" panose="020B0604020202020204" pitchFamily="34" charset="0"/>
                  <a:buChar char="•"/>
                </a:pPr>
                <a:r>
                  <a:rPr lang="en-US" dirty="0"/>
                  <a:t>We seek to maximize expected return, where return, </a:t>
                </a:r>
                <a:r>
                  <a:rPr lang="en-US" i="1" dirty="0"/>
                  <a:t>G</a:t>
                </a:r>
                <a:r>
                  <a:rPr lang="en-US" i="1" baseline="-25000" dirty="0"/>
                  <a:t>t</a:t>
                </a:r>
                <a:r>
                  <a:rPr lang="en-US" dirty="0"/>
                  <a:t> could be defined as</a:t>
                </a:r>
              </a:p>
              <a:p>
                <a:r>
                  <a:rPr lang="en-US" i="1" dirty="0"/>
                  <a:t>G</a:t>
                </a:r>
                <a:r>
                  <a:rPr lang="en-US" i="1" baseline="-25000" dirty="0"/>
                  <a:t>t</a:t>
                </a:r>
                <a:r>
                  <a:rPr lang="en-US" i="1"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i="1" dirty="0"/>
                  <a:t> R</a:t>
                </a:r>
                <a:r>
                  <a:rPr lang="en-US" i="1" baseline="-25000" dirty="0"/>
                  <a:t>t+1 </a:t>
                </a:r>
                <a:r>
                  <a:rPr lang="en-US" i="1" dirty="0"/>
                  <a:t>+R</a:t>
                </a:r>
                <a:r>
                  <a:rPr lang="en-US" i="1" baseline="-25000" dirty="0"/>
                  <a:t>t+2 </a:t>
                </a:r>
                <a:r>
                  <a:rPr lang="en-US" i="1" dirty="0"/>
                  <a:t>+R</a:t>
                </a:r>
                <a:r>
                  <a:rPr lang="en-US" i="1" baseline="-25000" dirty="0"/>
                  <a:t>t+3 </a:t>
                </a:r>
                <a:r>
                  <a:rPr lang="en-US" i="1" dirty="0"/>
                  <a:t>+···+R</a:t>
                </a:r>
                <a:r>
                  <a:rPr lang="en-US" i="1" baseline="-25000" dirty="0"/>
                  <a:t>T</a:t>
                </a:r>
              </a:p>
              <a:p>
                <a:r>
                  <a:rPr lang="en-US" dirty="0"/>
                  <a:t>but this is a problem for continuing tasks, because return blows up.</a:t>
                </a:r>
              </a:p>
              <a:p>
                <a:pPr marL="457200" indent="-457200">
                  <a:buFont typeface="Arial" panose="020B0604020202020204" pitchFamily="34" charset="0"/>
                  <a:buChar char="•"/>
                </a:pPr>
                <a:r>
                  <a:rPr lang="en-US" dirty="0"/>
                  <a:t>To address this problem, there is discounting, with a discount rate </a:t>
                </a:r>
                <a14:m>
                  <m:oMath xmlns:m="http://schemas.openxmlformats.org/officeDocument/2006/math">
                    <m:r>
                      <a:rPr lang="en-US" i="1" smtClean="0">
                        <a:latin typeface="Cambria Math" panose="02040503050406030204" pitchFamily="18" charset="0"/>
                        <a:ea typeface="Cambria Math" panose="02040503050406030204" pitchFamily="18" charset="0"/>
                      </a:rPr>
                      <m:t>𝛾</m:t>
                    </m:r>
                  </m:oMath>
                </a14:m>
                <a:r>
                  <a:rPr lang="en-US" dirty="0"/>
                  <a:t>:</a:t>
                </a:r>
              </a:p>
              <a:p>
                <a:r>
                  <a:rPr lang="en-US" i="1" dirty="0"/>
                  <a:t>G</a:t>
                </a:r>
                <a:r>
                  <a:rPr lang="en-US" i="1" baseline="-25000" dirty="0"/>
                  <a:t>t</a:t>
                </a:r>
                <a:r>
                  <a:rPr lang="en-US" i="1" dirty="0"/>
                  <a:t>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i="1" dirty="0"/>
                  <a:t> </a:t>
                </a:r>
                <a14:m>
                  <m:oMath xmlns:m="http://schemas.openxmlformats.org/officeDocument/2006/math">
                    <m:r>
                      <a:rPr lang="en-US" i="1">
                        <a:latin typeface="Cambria Math" panose="02040503050406030204" pitchFamily="18" charset="0"/>
                        <a:ea typeface="Cambria Math" panose="02040503050406030204" pitchFamily="18" charset="0"/>
                      </a:rPr>
                      <m:t> </m:t>
                    </m:r>
                  </m:oMath>
                </a14:m>
                <a:r>
                  <a:rPr lang="en-US" i="1" dirty="0"/>
                  <a:t>R</a:t>
                </a:r>
                <a:r>
                  <a:rPr lang="en-US" i="1" baseline="-25000" dirty="0"/>
                  <a:t>t+1 </a:t>
                </a:r>
                <a:r>
                  <a:rPr lang="en-US" i="1"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𝛾</m:t>
                    </m:r>
                    <m:r>
                      <a:rPr lang="en-US" i="1">
                        <a:latin typeface="Cambria Math" panose="02040503050406030204" pitchFamily="18" charset="0"/>
                        <a:ea typeface="Cambria Math" panose="02040503050406030204" pitchFamily="18" charset="0"/>
                      </a:rPr>
                      <m:t> </m:t>
                    </m:r>
                  </m:oMath>
                </a14:m>
                <a:r>
                  <a:rPr lang="en-US" i="1" dirty="0"/>
                  <a:t>R</a:t>
                </a:r>
                <a:r>
                  <a:rPr lang="en-US" i="1" baseline="-25000" dirty="0"/>
                  <a:t>t+2 </a:t>
                </a:r>
                <a:r>
                  <a:rPr lang="en-US" i="1" dirty="0"/>
                  <a:t>+</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𝛾</m:t>
                    </m:r>
                    <m:r>
                      <a:rPr lang="en-US" b="0" i="1" baseline="30000"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 </m:t>
                    </m:r>
                  </m:oMath>
                </a14:m>
                <a:r>
                  <a:rPr lang="en-US" i="1" dirty="0"/>
                  <a:t>R</a:t>
                </a:r>
                <a:r>
                  <a:rPr lang="en-US" i="1" baseline="-25000" dirty="0"/>
                  <a:t>t+3 </a:t>
                </a:r>
                <a:r>
                  <a:rPr lang="en-US" i="1" dirty="0"/>
                  <a:t>+···</a:t>
                </a:r>
              </a:p>
              <a:p>
                <a:r>
                  <a:rPr lang="en-US" i="1" dirty="0"/>
                  <a:t>      = R</a:t>
                </a:r>
                <a:r>
                  <a:rPr lang="en-US" i="1" baseline="-25000" dirty="0"/>
                  <a:t>t+1 </a:t>
                </a:r>
                <a:r>
                  <a:rPr lang="en-US" i="1" dirty="0"/>
                  <a:t>+</a:t>
                </a:r>
                <a:r>
                  <a:rPr lang="en-US" dirty="0">
                    <a:ea typeface="Cambria Math" panose="02040503050406030204" pitchFamily="18" charset="0"/>
                  </a:rPr>
                  <a:t> </a:t>
                </a:r>
                <a14:m>
                  <m:oMath xmlns:m="http://schemas.openxmlformats.org/officeDocument/2006/math">
                    <m:r>
                      <a:rPr lang="en-US" i="1" smtClean="0">
                        <a:latin typeface="Cambria Math" panose="02040503050406030204" pitchFamily="18" charset="0"/>
                        <a:ea typeface="Cambria Math" panose="02040503050406030204" pitchFamily="18" charset="0"/>
                      </a:rPr>
                      <m:t>𝛾</m:t>
                    </m:r>
                  </m:oMath>
                </a14:m>
                <a:r>
                  <a:rPr lang="en-US" i="1" dirty="0"/>
                  <a:t> G</a:t>
                </a:r>
                <a:r>
                  <a:rPr lang="en-US" i="1" baseline="-25000" dirty="0"/>
                  <a:t>t+1</a:t>
                </a:r>
                <a:endParaRPr lang="en-US" i="1" dirty="0"/>
              </a:p>
              <a:p>
                <a:r>
                  <a:rPr lang="en-US" dirty="0"/>
                  <a:t>As </a:t>
                </a:r>
                <a14:m>
                  <m:oMath xmlns:m="http://schemas.openxmlformats.org/officeDocument/2006/math">
                    <m:r>
                      <a:rPr lang="en-US" i="1" smtClean="0">
                        <a:latin typeface="Cambria Math" panose="02040503050406030204" pitchFamily="18" charset="0"/>
                        <a:ea typeface="Cambria Math" panose="02040503050406030204" pitchFamily="18" charset="0"/>
                      </a:rPr>
                      <m:t>𝛾</m:t>
                    </m:r>
                  </m:oMath>
                </a14:m>
                <a:r>
                  <a:rPr lang="en-US" dirty="0"/>
                  <a:t> approaches 1, the return objective takes future rewards into account more strongly; the agent becomes more farsighted </a:t>
                </a:r>
              </a:p>
              <a:p>
                <a:pPr marL="457200" indent="-457200">
                  <a:buFont typeface="Arial" panose="020B0604020202020204" pitchFamily="34" charset="0"/>
                  <a:buChar char="•"/>
                </a:pPr>
                <a:r>
                  <a:rPr lang="en-US" dirty="0"/>
                  <a:t>For episodic tasks, to make this work, there is a special state ("absorbing state") that always transitions to itself, with a reward of 0</a:t>
                </a:r>
              </a:p>
              <a:p>
                <a:br>
                  <a:rPr lang="en-US" dirty="0"/>
                </a:br>
                <a:endParaRPr lang="en-US" dirty="0"/>
              </a:p>
              <a:p>
                <a:endParaRPr lang="en-US" dirty="0"/>
              </a:p>
            </p:txBody>
          </p:sp>
        </mc:Choice>
        <mc:Fallback xmlns="">
          <p:sp>
            <p:nvSpPr>
              <p:cNvPr id="3" name="Text Placeholder 2">
                <a:extLst>
                  <a:ext uri="{FF2B5EF4-FFF2-40B4-BE49-F238E27FC236}">
                    <a16:creationId xmlns:a16="http://schemas.microsoft.com/office/drawing/2014/main" id="{6B726BAC-0D62-D4C0-3E11-D41E082BADF7}"/>
                  </a:ext>
                </a:extLst>
              </p:cNvPr>
              <p:cNvSpPr>
                <a:spLocks noGrp="1" noRot="1" noChangeAspect="1" noMove="1" noResize="1" noEditPoints="1" noAdjustHandles="1" noChangeArrowheads="1" noChangeShapeType="1" noTextEdit="1"/>
              </p:cNvSpPr>
              <p:nvPr>
                <p:ph type="body" sz="quarter" idx="15"/>
              </p:nvPr>
            </p:nvSpPr>
            <p:spPr>
              <a:xfrm>
                <a:off x="812881" y="1454727"/>
                <a:ext cx="14995154" cy="6920908"/>
              </a:xfrm>
              <a:blipFill>
                <a:blip r:embed="rId2"/>
                <a:stretch>
                  <a:fillRect l="-1607" t="-1648" r="-1269" b="-916"/>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D26A190C-7041-B44F-1B6D-7EB9E7CAE988}"/>
              </a:ext>
            </a:extLst>
          </p:cNvPr>
          <p:cNvSpPr>
            <a:spLocks noGrp="1"/>
          </p:cNvSpPr>
          <p:nvPr>
            <p:ph type="sldNum" sz="quarter" idx="19"/>
          </p:nvPr>
        </p:nvSpPr>
        <p:spPr/>
        <p:txBody>
          <a:bodyPr/>
          <a:lstStyle/>
          <a:p>
            <a:fld id="{DEF3F5F5-7776-394F-A41F-3BAFC9CC9F8E}" type="slidenum">
              <a:rPr lang="en-US" smtClean="0"/>
              <a:pPr/>
              <a:t>14</a:t>
            </a:fld>
            <a:endParaRPr lang="en-US" dirty="0"/>
          </a:p>
        </p:txBody>
      </p:sp>
    </p:spTree>
    <p:extLst>
      <p:ext uri="{BB962C8B-B14F-4D97-AF65-F5344CB8AC3E}">
        <p14:creationId xmlns:p14="http://schemas.microsoft.com/office/powerpoint/2010/main" val="3184044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1446C-2A19-E2AF-D183-60B55D566398}"/>
              </a:ext>
            </a:extLst>
          </p:cNvPr>
          <p:cNvSpPr>
            <a:spLocks noGrp="1"/>
          </p:cNvSpPr>
          <p:nvPr>
            <p:ph type="title"/>
          </p:nvPr>
        </p:nvSpPr>
        <p:spPr/>
        <p:txBody>
          <a:bodyPr/>
          <a:lstStyle/>
          <a:p>
            <a:r>
              <a:rPr lang="en-US" dirty="0"/>
              <a:t>Epochs</a:t>
            </a:r>
          </a:p>
        </p:txBody>
      </p:sp>
      <p:sp>
        <p:nvSpPr>
          <p:cNvPr id="3" name="Text Placeholder 2">
            <a:extLst>
              <a:ext uri="{FF2B5EF4-FFF2-40B4-BE49-F238E27FC236}">
                <a16:creationId xmlns:a16="http://schemas.microsoft.com/office/drawing/2014/main" id="{821F452A-1C8D-35AA-4A57-9F30717F2F77}"/>
              </a:ext>
            </a:extLst>
          </p:cNvPr>
          <p:cNvSpPr>
            <a:spLocks noGrp="1"/>
          </p:cNvSpPr>
          <p:nvPr>
            <p:ph type="body" sz="quarter" idx="15"/>
          </p:nvPr>
        </p:nvSpPr>
        <p:spPr>
          <a:xfrm>
            <a:off x="812882" y="2404534"/>
            <a:ext cx="14884318" cy="5130800"/>
          </a:xfrm>
        </p:spPr>
        <p:txBody>
          <a:bodyPr/>
          <a:lstStyle/>
          <a:p>
            <a:r>
              <a:rPr lang="en-US" dirty="0"/>
              <a:t>In RL, we have episodes</a:t>
            </a:r>
          </a:p>
          <a:p>
            <a:r>
              <a:rPr lang="en-US" dirty="0"/>
              <a:t>Sometimes (Lab 1) you'll see a notion of epochs in a RL context.  An Epoch is a single pass through the dataset, but RL has no such dataset!</a:t>
            </a:r>
          </a:p>
          <a:p>
            <a:endParaRPr lang="en-US" dirty="0"/>
          </a:p>
        </p:txBody>
      </p:sp>
      <p:sp>
        <p:nvSpPr>
          <p:cNvPr id="5" name="Slide Number Placeholder 4">
            <a:extLst>
              <a:ext uri="{FF2B5EF4-FFF2-40B4-BE49-F238E27FC236}">
                <a16:creationId xmlns:a16="http://schemas.microsoft.com/office/drawing/2014/main" id="{840ED498-DBDE-0534-F61A-C8F709DBCFD0}"/>
              </a:ext>
            </a:extLst>
          </p:cNvPr>
          <p:cNvSpPr>
            <a:spLocks noGrp="1"/>
          </p:cNvSpPr>
          <p:nvPr>
            <p:ph type="sldNum" sz="quarter" idx="19"/>
          </p:nvPr>
        </p:nvSpPr>
        <p:spPr/>
        <p:txBody>
          <a:bodyPr/>
          <a:lstStyle/>
          <a:p>
            <a:fld id="{DEF3F5F5-7776-394F-A41F-3BAFC9CC9F8E}" type="slidenum">
              <a:rPr lang="en-US" smtClean="0"/>
              <a:pPr/>
              <a:t>15</a:t>
            </a:fld>
            <a:endParaRPr lang="en-US" dirty="0"/>
          </a:p>
        </p:txBody>
      </p:sp>
    </p:spTree>
    <p:extLst>
      <p:ext uri="{BB962C8B-B14F-4D97-AF65-F5344CB8AC3E}">
        <p14:creationId xmlns:p14="http://schemas.microsoft.com/office/powerpoint/2010/main" val="2303096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4977-8D51-822B-9520-F9A8A19D7E21}"/>
              </a:ext>
            </a:extLst>
          </p:cNvPr>
          <p:cNvSpPr>
            <a:spLocks noGrp="1"/>
          </p:cNvSpPr>
          <p:nvPr>
            <p:ph type="title"/>
          </p:nvPr>
        </p:nvSpPr>
        <p:spPr>
          <a:xfrm>
            <a:off x="812881" y="768365"/>
            <a:ext cx="13595846" cy="1335973"/>
          </a:xfrm>
        </p:spPr>
        <p:txBody>
          <a:bodyPr/>
          <a:lstStyle/>
          <a:p>
            <a:r>
              <a:rPr lang="en-US" dirty="0"/>
              <a:t>Policies and Value Functions</a:t>
            </a:r>
          </a:p>
        </p:txBody>
      </p:sp>
      <p:sp>
        <p:nvSpPr>
          <p:cNvPr id="3" name="Text Placeholder 2">
            <a:extLst>
              <a:ext uri="{FF2B5EF4-FFF2-40B4-BE49-F238E27FC236}">
                <a16:creationId xmlns:a16="http://schemas.microsoft.com/office/drawing/2014/main" id="{D70C5AB1-5E53-0D34-1690-2F6F95E2943C}"/>
              </a:ext>
            </a:extLst>
          </p:cNvPr>
          <p:cNvSpPr>
            <a:spLocks noGrp="1"/>
          </p:cNvSpPr>
          <p:nvPr>
            <p:ph type="body" sz="quarter" idx="15"/>
          </p:nvPr>
        </p:nvSpPr>
        <p:spPr>
          <a:xfrm>
            <a:off x="812881" y="2404534"/>
            <a:ext cx="14648791" cy="5130800"/>
          </a:xfrm>
        </p:spPr>
        <p:txBody>
          <a:bodyPr/>
          <a:lstStyle/>
          <a:p>
            <a:pPr marL="457200" indent="-457200">
              <a:buFont typeface="Arial" panose="020B0604020202020204" pitchFamily="34" charset="0"/>
              <a:buChar char="•"/>
            </a:pPr>
            <a:r>
              <a:rPr lang="en-US" dirty="0"/>
              <a:t>A </a:t>
            </a:r>
            <a:r>
              <a:rPr lang="en-US" b="1" i="1" dirty="0"/>
              <a:t>Policy </a:t>
            </a:r>
            <a:r>
              <a:rPr lang="en-US" dirty="0"/>
              <a:t>is a mapping (a function) from states to probabilities of selecting each possible action: </a:t>
            </a:r>
            <a:r>
              <a:rPr lang="el-GR" dirty="0">
                <a:effectLst/>
                <a:latin typeface="CMMI10"/>
              </a:rPr>
              <a:t>π</a:t>
            </a:r>
            <a:r>
              <a:rPr lang="el-GR" dirty="0">
                <a:effectLst/>
                <a:latin typeface="CMSS10"/>
              </a:rPr>
              <a:t>(</a:t>
            </a:r>
            <a:r>
              <a:rPr lang="en-CA" dirty="0" err="1">
                <a:effectLst/>
                <a:latin typeface="CMSSI10"/>
              </a:rPr>
              <a:t>a</a:t>
            </a:r>
            <a:r>
              <a:rPr lang="en-CA" dirty="0" err="1">
                <a:effectLst/>
                <a:latin typeface="CMSY10"/>
              </a:rPr>
              <a:t>|</a:t>
            </a:r>
            <a:r>
              <a:rPr lang="en-CA" dirty="0" err="1">
                <a:effectLst/>
                <a:latin typeface="CMSSI10"/>
              </a:rPr>
              <a:t>s</a:t>
            </a:r>
            <a:r>
              <a:rPr lang="en-CA" dirty="0">
                <a:effectLst/>
                <a:latin typeface="CMSS10"/>
              </a:rPr>
              <a:t>) = </a:t>
            </a:r>
            <a:r>
              <a:rPr lang="en-CA" dirty="0">
                <a:effectLst/>
                <a:latin typeface="MSBM10"/>
              </a:rPr>
              <a:t>P</a:t>
            </a:r>
            <a:r>
              <a:rPr lang="en-CA" dirty="0">
                <a:effectLst/>
                <a:latin typeface="CMSS10"/>
              </a:rPr>
              <a:t>[</a:t>
            </a:r>
            <a:r>
              <a:rPr lang="en-CA" dirty="0">
                <a:effectLst/>
                <a:latin typeface="CMSSI10"/>
              </a:rPr>
              <a:t>A</a:t>
            </a:r>
            <a:r>
              <a:rPr lang="en-CA" baseline="-25000" dirty="0">
                <a:effectLst/>
                <a:latin typeface="CMSSI8"/>
              </a:rPr>
              <a:t>t</a:t>
            </a:r>
            <a:r>
              <a:rPr lang="en-CA" dirty="0">
                <a:effectLst/>
                <a:latin typeface="CMSSI8"/>
              </a:rPr>
              <a:t> </a:t>
            </a:r>
            <a:r>
              <a:rPr lang="en-CA" dirty="0">
                <a:effectLst/>
                <a:latin typeface="CMSS10"/>
              </a:rPr>
              <a:t>= </a:t>
            </a:r>
            <a:r>
              <a:rPr lang="en-CA" dirty="0" err="1">
                <a:effectLst/>
                <a:latin typeface="CMSSI10"/>
              </a:rPr>
              <a:t>a</a:t>
            </a:r>
            <a:r>
              <a:rPr lang="en-CA" dirty="0" err="1">
                <a:effectLst/>
                <a:latin typeface="CMSY10"/>
              </a:rPr>
              <a:t>|</a:t>
            </a:r>
            <a:r>
              <a:rPr lang="en-CA" dirty="0" err="1">
                <a:effectLst/>
                <a:latin typeface="CMSSI10"/>
              </a:rPr>
              <a:t>S</a:t>
            </a:r>
            <a:r>
              <a:rPr lang="en-CA" baseline="-25000" dirty="0" err="1">
                <a:effectLst/>
                <a:latin typeface="CMSSI8"/>
              </a:rPr>
              <a:t>t</a:t>
            </a:r>
            <a:r>
              <a:rPr lang="en-CA" dirty="0">
                <a:effectLst/>
                <a:latin typeface="CMSSI8"/>
              </a:rPr>
              <a:t> </a:t>
            </a:r>
            <a:r>
              <a:rPr lang="en-CA" dirty="0">
                <a:effectLst/>
                <a:latin typeface="CMSS10"/>
              </a:rPr>
              <a:t>= </a:t>
            </a:r>
            <a:r>
              <a:rPr lang="en-CA" dirty="0">
                <a:effectLst/>
                <a:latin typeface="CMSSI10"/>
              </a:rPr>
              <a:t>s</a:t>
            </a:r>
            <a:r>
              <a:rPr lang="en-CA" dirty="0">
                <a:effectLst/>
                <a:latin typeface="CMSS10"/>
              </a:rPr>
              <a:t>] </a:t>
            </a:r>
            <a:endParaRPr lang="en-US" dirty="0"/>
          </a:p>
          <a:p>
            <a:pPr marL="457200" indent="-457200">
              <a:buFont typeface="Arial" panose="020B0604020202020204" pitchFamily="34" charset="0"/>
              <a:buChar char="•"/>
            </a:pPr>
            <a:r>
              <a:rPr lang="en-US" dirty="0"/>
              <a:t>A deterministic policy is a mapping from states to actions: </a:t>
            </a:r>
            <a:r>
              <a:rPr lang="el-GR" dirty="0">
                <a:effectLst/>
                <a:latin typeface="CMMI10"/>
              </a:rPr>
              <a:t>π</a:t>
            </a:r>
            <a:r>
              <a:rPr lang="el-GR" dirty="0"/>
              <a:t>(</a:t>
            </a:r>
            <a:r>
              <a:rPr lang="en-CA" dirty="0">
                <a:effectLst/>
                <a:latin typeface="CMSSI10"/>
              </a:rPr>
              <a:t>s</a:t>
            </a:r>
            <a:r>
              <a:rPr lang="en-CA" dirty="0"/>
              <a:t>) </a:t>
            </a:r>
            <a:r>
              <a:rPr lang="en-CA" dirty="0">
                <a:effectLst/>
                <a:latin typeface="Cambria Math" panose="02040503050406030204" pitchFamily="18" charset="0"/>
                <a:ea typeface="Cambria Math" panose="02040503050406030204" pitchFamily="18" charset="0"/>
              </a:rPr>
              <a:t>= a</a:t>
            </a:r>
            <a:endParaRPr lang="en-US" b="1" i="1" dirty="0"/>
          </a:p>
          <a:p>
            <a:pPr marL="457200" indent="-457200">
              <a:buFont typeface="Arial" panose="020B0604020202020204" pitchFamily="34" charset="0"/>
              <a:buChar char="•"/>
            </a:pPr>
            <a:r>
              <a:rPr lang="en-US" b="1" i="1" dirty="0"/>
              <a:t>Value function </a:t>
            </a:r>
            <a:r>
              <a:rPr lang="en-US" dirty="0"/>
              <a:t>of a state (or state-action pair):</a:t>
            </a:r>
          </a:p>
          <a:p>
            <a:pPr marL="1727273" lvl="1" indent="-457200">
              <a:buFont typeface="Arial" panose="020B0604020202020204" pitchFamily="34" charset="0"/>
              <a:buChar char="•"/>
            </a:pPr>
            <a:r>
              <a:rPr lang="en-US" dirty="0"/>
              <a:t>Gives the expected return when starting at a state</a:t>
            </a:r>
          </a:p>
          <a:p>
            <a:pPr marL="1727273" lvl="1" indent="-457200">
              <a:buFont typeface="Arial" panose="020B0604020202020204" pitchFamily="34" charset="0"/>
              <a:buChar char="•"/>
            </a:pPr>
            <a:r>
              <a:rPr lang="en-US" dirty="0"/>
              <a:t>Different policies result in different returns</a:t>
            </a:r>
          </a:p>
          <a:p>
            <a:pPr marL="457200" indent="-457200">
              <a:buFont typeface="Arial" panose="020B0604020202020204" pitchFamily="34" charset="0"/>
              <a:buChar char="•"/>
            </a:pPr>
            <a:endParaRPr lang="en-US" dirty="0"/>
          </a:p>
        </p:txBody>
      </p:sp>
      <p:sp>
        <p:nvSpPr>
          <p:cNvPr id="5" name="Slide Number Placeholder 4">
            <a:extLst>
              <a:ext uri="{FF2B5EF4-FFF2-40B4-BE49-F238E27FC236}">
                <a16:creationId xmlns:a16="http://schemas.microsoft.com/office/drawing/2014/main" id="{DC2899C6-53F8-6BC0-8599-EE369F7C9DF1}"/>
              </a:ext>
            </a:extLst>
          </p:cNvPr>
          <p:cNvSpPr>
            <a:spLocks noGrp="1"/>
          </p:cNvSpPr>
          <p:nvPr>
            <p:ph type="sldNum" sz="quarter" idx="19"/>
          </p:nvPr>
        </p:nvSpPr>
        <p:spPr/>
        <p:txBody>
          <a:bodyPr/>
          <a:lstStyle/>
          <a:p>
            <a:fld id="{DEF3F5F5-7776-394F-A41F-3BAFC9CC9F8E}" type="slidenum">
              <a:rPr lang="en-US" smtClean="0"/>
              <a:pPr/>
              <a:t>16</a:t>
            </a:fld>
            <a:endParaRPr lang="en-US" dirty="0"/>
          </a:p>
        </p:txBody>
      </p:sp>
    </p:spTree>
    <p:extLst>
      <p:ext uri="{BB962C8B-B14F-4D97-AF65-F5344CB8AC3E}">
        <p14:creationId xmlns:p14="http://schemas.microsoft.com/office/powerpoint/2010/main" val="102693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A64E0-535F-E3D1-91BE-24C3ADA8079A}"/>
              </a:ext>
            </a:extLst>
          </p:cNvPr>
          <p:cNvSpPr>
            <a:spLocks noGrp="1"/>
          </p:cNvSpPr>
          <p:nvPr>
            <p:ph type="title"/>
          </p:nvPr>
        </p:nvSpPr>
        <p:spPr/>
        <p:txBody>
          <a:bodyPr/>
          <a:lstStyle/>
          <a:p>
            <a:r>
              <a:rPr lang="en-US" dirty="0"/>
              <a:t>Policies and Value Functions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36F6CA3-47B1-0A95-C804-EE81AD6DF460}"/>
                  </a:ext>
                </a:extLst>
              </p:cNvPr>
              <p:cNvSpPr>
                <a:spLocks noGrp="1"/>
              </p:cNvSpPr>
              <p:nvPr>
                <p:ph type="body" sz="quarter" idx="15"/>
              </p:nvPr>
            </p:nvSpPr>
            <p:spPr>
              <a:xfrm>
                <a:off x="812882" y="1662545"/>
                <a:ext cx="14537954" cy="5872789"/>
              </a:xfrm>
            </p:spPr>
            <p:txBody>
              <a:bodyPr/>
              <a:lstStyle/>
              <a:p>
                <a:pPr marL="457200" indent="-457200">
                  <a:buFont typeface="Arial" panose="020B0604020202020204" pitchFamily="34" charset="0"/>
                  <a:buChar char="•"/>
                </a:pPr>
                <a:r>
                  <a:rPr lang="en-US" dirty="0"/>
                  <a:t>State-value function of a state under policy </a:t>
                </a:r>
                <a:r>
                  <a:rPr lang="el-GR" dirty="0">
                    <a:effectLst/>
                    <a:latin typeface="CMMI10"/>
                  </a:rPr>
                  <a:t>π</a:t>
                </a:r>
                <a:r>
                  <a:rPr lang="en-US" dirty="0">
                    <a:effectLst/>
                    <a:latin typeface="CMMI10"/>
                  </a:rPr>
                  <a:t>: </a:t>
                </a:r>
                <a:r>
                  <a:rPr lang="en-US" dirty="0"/>
                  <a:t> </a:t>
                </a:r>
              </a:p>
              <a:p>
                <a:pPr algn="ctr"/>
                <a:r>
                  <a:rPr lang="en-US" dirty="0"/>
                  <a:t>v</a:t>
                </a:r>
                <a:r>
                  <a:rPr lang="el-GR" baseline="-25000" dirty="0">
                    <a:effectLst/>
                    <a:latin typeface="CMMI10"/>
                  </a:rPr>
                  <a:t>π</a:t>
                </a:r>
                <a:r>
                  <a:rPr lang="en-US" dirty="0"/>
                  <a:t>(s)</a:t>
                </a:r>
                <a:r>
                  <a:rPr lang="en-US" dirty="0">
                    <a:ea typeface="Cambria Math" panose="02040503050406030204" pitchFamily="18" charset="0"/>
                  </a:rPr>
                  <a:t> </a:t>
                </a:r>
                <a14:m>
                  <m:oMath xmlns:m="http://schemas.openxmlformats.org/officeDocument/2006/math">
                    <m:r>
                      <a:rPr lang="en-US" i="1" dirty="0" smtClean="0">
                        <a:latin typeface="Cambria Math" panose="02040503050406030204" pitchFamily="18" charset="0"/>
                        <a:ea typeface="Cambria Math" panose="02040503050406030204" pitchFamily="18" charset="0"/>
                      </a:rPr>
                      <m:t>≐ </m:t>
                    </m:r>
                  </m:oMath>
                </a14:m>
                <a:r>
                  <a:rPr lang="en-US" dirty="0"/>
                  <a:t>E</a:t>
                </a:r>
                <a:r>
                  <a:rPr lang="el-GR" baseline="-25000" dirty="0">
                    <a:effectLst/>
                    <a:latin typeface="CMMI10"/>
                  </a:rPr>
                  <a:t>π</a:t>
                </a:r>
                <a:r>
                  <a:rPr lang="en-US" dirty="0"/>
                  <a:t>[G</a:t>
                </a:r>
                <a:r>
                  <a:rPr lang="en-US" baseline="-25000" dirty="0"/>
                  <a:t>t</a:t>
                </a:r>
                <a:r>
                  <a:rPr lang="en-US" dirty="0"/>
                  <a:t> | S</a:t>
                </a:r>
                <a:r>
                  <a:rPr lang="en-US" baseline="-25000" dirty="0"/>
                  <a:t>t</a:t>
                </a:r>
                <a:r>
                  <a:rPr lang="en-US" dirty="0"/>
                  <a:t> =s] </a:t>
                </a:r>
              </a:p>
              <a:p>
                <a:pPr marL="457200" indent="-457200">
                  <a:buFont typeface="Arial" panose="020B0604020202020204" pitchFamily="34" charset="0"/>
                  <a:buChar char="•"/>
                </a:pPr>
                <a:r>
                  <a:rPr lang="en-US" dirty="0"/>
                  <a:t>Action-value function where you take action a:</a:t>
                </a:r>
              </a:p>
              <a:p>
                <a:pPr algn="ctr"/>
                <a:r>
                  <a:rPr lang="en-US" dirty="0"/>
                  <a:t> q</a:t>
                </a:r>
                <a:r>
                  <a:rPr lang="el-GR" baseline="-25000" dirty="0">
                    <a:latin typeface="CMMI10"/>
                  </a:rPr>
                  <a:t>π</a:t>
                </a:r>
                <a:r>
                  <a:rPr lang="el-GR" dirty="0"/>
                  <a:t>(</a:t>
                </a:r>
                <a:r>
                  <a:rPr lang="en-US" dirty="0" err="1"/>
                  <a:t>s,a</a:t>
                </a:r>
                <a:r>
                  <a:rPr lang="en-US" dirty="0"/>
                  <a:t>)</a:t>
                </a:r>
                <a:r>
                  <a:rPr lang="en-US" dirty="0">
                    <a:ea typeface="Cambria Math" panose="02040503050406030204" pitchFamily="18" charset="0"/>
                  </a:rPr>
                  <a:t> </a:t>
                </a:r>
                <a14:m>
                  <m:oMath xmlns:m="http://schemas.openxmlformats.org/officeDocument/2006/math">
                    <m:r>
                      <a:rPr lang="en-US" i="1" dirty="0" smtClean="0">
                        <a:latin typeface="Cambria Math" panose="02040503050406030204" pitchFamily="18" charset="0"/>
                        <a:ea typeface="Cambria Math" panose="02040503050406030204" pitchFamily="18" charset="0"/>
                      </a:rPr>
                      <m:t>≐ </m:t>
                    </m:r>
                  </m:oMath>
                </a14:m>
                <a:r>
                  <a:rPr lang="en-US" dirty="0"/>
                  <a:t>E</a:t>
                </a:r>
                <a:r>
                  <a:rPr lang="el-GR" baseline="-25000" dirty="0">
                    <a:latin typeface="CMMI10"/>
                  </a:rPr>
                  <a:t>π</a:t>
                </a:r>
                <a:r>
                  <a:rPr lang="el-GR" dirty="0"/>
                  <a:t>[</a:t>
                </a:r>
                <a:r>
                  <a:rPr lang="en-US" dirty="0"/>
                  <a:t>G</a:t>
                </a:r>
                <a:r>
                  <a:rPr lang="en-US" baseline="-25000" dirty="0"/>
                  <a:t>t</a:t>
                </a:r>
                <a:r>
                  <a:rPr lang="en-US" dirty="0"/>
                  <a:t> | S</a:t>
                </a:r>
                <a:r>
                  <a:rPr lang="en-US" baseline="-25000" dirty="0"/>
                  <a:t>t</a:t>
                </a:r>
                <a:r>
                  <a:rPr lang="en-US" dirty="0"/>
                  <a:t> =s, A</a:t>
                </a:r>
                <a:r>
                  <a:rPr lang="en-US" baseline="-25000" dirty="0"/>
                  <a:t>t</a:t>
                </a:r>
                <a:r>
                  <a:rPr lang="en-US" dirty="0"/>
                  <a:t> =a] </a:t>
                </a:r>
              </a:p>
              <a:p>
                <a:pPr marL="457200" indent="-457200">
                  <a:buFont typeface="Arial" panose="020B0604020202020204" pitchFamily="34" charset="0"/>
                  <a:buChar char="•"/>
                </a:pPr>
                <a:r>
                  <a:rPr lang="en-US" dirty="0"/>
                  <a:t>E</a:t>
                </a:r>
                <a:r>
                  <a:rPr lang="el-GR" baseline="-25000" dirty="0">
                    <a:effectLst/>
                    <a:latin typeface="CMMI10"/>
                  </a:rPr>
                  <a:t>π</a:t>
                </a:r>
                <a:r>
                  <a:rPr lang="en-US" dirty="0"/>
                  <a:t>[.] denotes the expected value of a random variable given that the agent follows policy </a:t>
                </a:r>
                <a:r>
                  <a:rPr lang="el-GR" dirty="0">
                    <a:latin typeface="CMMI10"/>
                  </a:rPr>
                  <a:t>π</a:t>
                </a:r>
                <a:r>
                  <a:rPr lang="en-US" dirty="0"/>
                  <a:t>, and t is any time step</a:t>
                </a:r>
              </a:p>
              <a:p>
                <a:pPr marL="457200" indent="-457200">
                  <a:buFont typeface="Arial" panose="020B0604020202020204" pitchFamily="34" charset="0"/>
                  <a:buChar char="•"/>
                </a:pPr>
                <a:endParaRPr lang="en-US" dirty="0"/>
              </a:p>
            </p:txBody>
          </p:sp>
        </mc:Choice>
        <mc:Fallback xmlns="">
          <p:sp>
            <p:nvSpPr>
              <p:cNvPr id="3" name="Text Placeholder 2">
                <a:extLst>
                  <a:ext uri="{FF2B5EF4-FFF2-40B4-BE49-F238E27FC236}">
                    <a16:creationId xmlns:a16="http://schemas.microsoft.com/office/drawing/2014/main" id="{A36F6CA3-47B1-0A95-C804-EE81AD6DF460}"/>
                  </a:ext>
                </a:extLst>
              </p:cNvPr>
              <p:cNvSpPr>
                <a:spLocks noGrp="1" noRot="1" noChangeAspect="1" noMove="1" noResize="1" noEditPoints="1" noAdjustHandles="1" noChangeArrowheads="1" noChangeShapeType="1" noTextEdit="1"/>
              </p:cNvSpPr>
              <p:nvPr>
                <p:ph type="body" sz="quarter" idx="15"/>
              </p:nvPr>
            </p:nvSpPr>
            <p:spPr>
              <a:xfrm>
                <a:off x="812882" y="1662545"/>
                <a:ext cx="14537954" cy="5872789"/>
              </a:xfrm>
              <a:blipFill>
                <a:blip r:embed="rId2"/>
                <a:stretch>
                  <a:fillRect l="-1571" t="-1944"/>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318ACA3-6410-2570-14BF-ACECAF24CD7F}"/>
              </a:ext>
            </a:extLst>
          </p:cNvPr>
          <p:cNvSpPr>
            <a:spLocks noGrp="1"/>
          </p:cNvSpPr>
          <p:nvPr>
            <p:ph type="sldNum" sz="quarter" idx="19"/>
          </p:nvPr>
        </p:nvSpPr>
        <p:spPr/>
        <p:txBody>
          <a:bodyPr/>
          <a:lstStyle/>
          <a:p>
            <a:fld id="{DEF3F5F5-7776-394F-A41F-3BAFC9CC9F8E}" type="slidenum">
              <a:rPr lang="en-US" smtClean="0"/>
              <a:pPr/>
              <a:t>17</a:t>
            </a:fld>
            <a:endParaRPr lang="en-US" dirty="0"/>
          </a:p>
        </p:txBody>
      </p:sp>
    </p:spTree>
    <p:extLst>
      <p:ext uri="{BB962C8B-B14F-4D97-AF65-F5344CB8AC3E}">
        <p14:creationId xmlns:p14="http://schemas.microsoft.com/office/powerpoint/2010/main" val="25050224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12881" y="768365"/>
            <a:ext cx="9475914" cy="578521"/>
          </a:xfrm>
        </p:spPr>
        <p:txBody>
          <a:bodyPr/>
          <a:lstStyle/>
          <a:p>
            <a:r>
              <a:rPr lang="en-US" dirty="0">
                <a:latin typeface="Helvetica" panose="020B0604020202020204" pitchFamily="34" charset="0"/>
                <a:cs typeface="Helvetica" panose="020B0604020202020204" pitchFamily="34" charset="0"/>
              </a:rPr>
              <a:t>Time to check your learning!</a:t>
            </a:r>
            <a:endParaRPr lang="en-US" dirty="0"/>
          </a:p>
        </p:txBody>
      </p:sp>
      <p:sp>
        <p:nvSpPr>
          <p:cNvPr id="5" name="Slide Number Placeholder 4"/>
          <p:cNvSpPr>
            <a:spLocks noGrp="1"/>
          </p:cNvSpPr>
          <p:nvPr>
            <p:ph type="sldNum" sz="quarter" idx="19"/>
          </p:nvPr>
        </p:nvSpPr>
        <p:spPr>
          <a:xfrm>
            <a:off x="199082" y="8497455"/>
            <a:ext cx="529132" cy="486834"/>
          </a:xfrm>
        </p:spPr>
        <p:txBody>
          <a:bodyPr/>
          <a:lstStyle/>
          <a:p>
            <a:fld id="{DEF3F5F5-7776-394F-A41F-3BAFC9CC9F8E}" type="slidenum">
              <a:rPr lang="en-US" smtClean="0"/>
              <a:pPr/>
              <a:t>18</a:t>
            </a:fld>
            <a:endParaRPr lang="en-US" dirty="0"/>
          </a:p>
        </p:txBody>
      </p:sp>
      <p:sp>
        <p:nvSpPr>
          <p:cNvPr id="8" name="Text Placeholder 7"/>
          <p:cNvSpPr>
            <a:spLocks noGrp="1"/>
          </p:cNvSpPr>
          <p:nvPr>
            <p:ph type="body" sz="quarter" idx="15"/>
          </p:nvPr>
        </p:nvSpPr>
        <p:spPr>
          <a:xfrm>
            <a:off x="812881" y="1650563"/>
            <a:ext cx="14904913" cy="6579037"/>
          </a:xfrm>
        </p:spPr>
        <p:txBody>
          <a:bodyPr/>
          <a:lstStyle/>
          <a:p>
            <a:r>
              <a:rPr lang="en-US" dirty="0">
                <a:latin typeface="Helvetica" panose="020B0604020202020204" pitchFamily="34" charset="0"/>
                <a:cs typeface="Helvetica" panose="020B0604020202020204" pitchFamily="34" charset="0"/>
              </a:rPr>
              <a:t>Let’s see how many key concepts you recall by answering the following questions!</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is a return?</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is the expression for the expected return at timestep t?</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is the meaning of a state-value function?  An action-value function?</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is a policy in the context of RL?</a:t>
            </a:r>
          </a:p>
          <a:p>
            <a:pPr marL="457200" indent="-457200">
              <a:buFont typeface="Arial" panose="020B0604020202020204" pitchFamily="34" charset="0"/>
              <a:buChar char="•"/>
            </a:pPr>
            <a:r>
              <a:rPr lang="en-US" dirty="0">
                <a:latin typeface="Helvetica" panose="020B0604020202020204" pitchFamily="34" charset="0"/>
                <a:cs typeface="Helvetica" panose="020B0604020202020204" pitchFamily="34" charset="0"/>
              </a:rPr>
              <a:t>What is an episode the context of RL?</a:t>
            </a:r>
          </a:p>
          <a:p>
            <a:endParaRPr lang="en-US" dirty="0"/>
          </a:p>
        </p:txBody>
      </p:sp>
    </p:spTree>
    <p:extLst>
      <p:ext uri="{BB962C8B-B14F-4D97-AF65-F5344CB8AC3E}">
        <p14:creationId xmlns:p14="http://schemas.microsoft.com/office/powerpoint/2010/main" val="3264627082"/>
      </p:ext>
    </p:extLst>
  </p:cSld>
  <p:clrMapOvr>
    <a:masterClrMapping/>
  </p:clrMapOvr>
</p:sld>
</file>

<file path=ppt/theme/theme1.xml><?xml version="1.0" encoding="utf-8"?>
<a:theme xmlns:a="http://schemas.openxmlformats.org/drawingml/2006/main" name="Office Theme">
  <a:themeElements>
    <a:clrScheme name="Algonquin College Colours">
      <a:dk1>
        <a:srgbClr val="423F3F"/>
      </a:dk1>
      <a:lt1>
        <a:sysClr val="window" lastClr="FFFFFF"/>
      </a:lt1>
      <a:dk2>
        <a:srgbClr val="00673E"/>
      </a:dk2>
      <a:lt2>
        <a:srgbClr val="FFFFFF"/>
      </a:lt2>
      <a:accent1>
        <a:srgbClr val="00673E"/>
      </a:accent1>
      <a:accent2>
        <a:srgbClr val="599A83"/>
      </a:accent2>
      <a:accent3>
        <a:srgbClr val="A6C8BC"/>
      </a:accent3>
      <a:accent4>
        <a:srgbClr val="408A70"/>
      </a:accent4>
      <a:accent5>
        <a:srgbClr val="423F3F"/>
      </a:accent5>
      <a:accent6>
        <a:srgbClr val="B4B2B5"/>
      </a:accent6>
      <a:hlink>
        <a:srgbClr val="43B02A"/>
      </a:hlink>
      <a:folHlink>
        <a:srgbClr val="7AC143"/>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65653</TotalTime>
  <Words>1693</Words>
  <Application>Microsoft Macintosh PowerPoint</Application>
  <PresentationFormat>Custom</PresentationFormat>
  <Paragraphs>154</Paragraphs>
  <Slides>18</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18</vt:i4>
      </vt:variant>
    </vt:vector>
  </HeadingPairs>
  <TitlesOfParts>
    <vt:vector size="32" baseType="lpstr">
      <vt:lpstr>Arial</vt:lpstr>
      <vt:lpstr>Calibri</vt:lpstr>
      <vt:lpstr>Cambria Math</vt:lpstr>
      <vt:lpstr>CMMI10</vt:lpstr>
      <vt:lpstr>CMR10</vt:lpstr>
      <vt:lpstr>CMSS10</vt:lpstr>
      <vt:lpstr>CMSSI10</vt:lpstr>
      <vt:lpstr>CMSSI8</vt:lpstr>
      <vt:lpstr>CMSY10</vt:lpstr>
      <vt:lpstr>Helvetica</vt:lpstr>
      <vt:lpstr>Menlo</vt:lpstr>
      <vt:lpstr>MSBM10</vt:lpstr>
      <vt:lpstr>Wingdings</vt:lpstr>
      <vt:lpstr>Office Theme</vt:lpstr>
      <vt:lpstr>Markov Decision Processes</vt:lpstr>
      <vt:lpstr>Resource: David Silver's Lecture 2 </vt:lpstr>
      <vt:lpstr>Where we are in the Textbook</vt:lpstr>
      <vt:lpstr>David Silver Qlearning</vt:lpstr>
      <vt:lpstr>Q-Learning Deep Dive</vt:lpstr>
      <vt:lpstr>SARSA</vt:lpstr>
      <vt:lpstr>On-policy vs Off-policy</vt:lpstr>
      <vt:lpstr>Reinforcement Learning: what we know so far </vt:lpstr>
      <vt:lpstr>Reinforcement Learning: what we know so far</vt:lpstr>
      <vt:lpstr>RL: High-level Programmer's methodology </vt:lpstr>
      <vt:lpstr>Agent – Environment distinction</vt:lpstr>
      <vt:lpstr>Rewards + Goals</vt:lpstr>
      <vt:lpstr>Returns and Episodes  </vt:lpstr>
      <vt:lpstr>Returns and Episodes</vt:lpstr>
      <vt:lpstr>Epochs</vt:lpstr>
      <vt:lpstr>Policies and Value Functions</vt:lpstr>
      <vt:lpstr>Policies and Value Functions</vt:lpstr>
      <vt:lpstr>Time to check your learning!</vt:lpstr>
    </vt:vector>
  </TitlesOfParts>
  <Company>Salt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Daniela Chavez Ackermann</dc:creator>
  <cp:lastModifiedBy>Todd Kelley</cp:lastModifiedBy>
  <cp:revision>230</cp:revision>
  <cp:lastPrinted>2024-01-16T20:20:34Z</cp:lastPrinted>
  <dcterms:created xsi:type="dcterms:W3CDTF">2016-12-21T16:02:28Z</dcterms:created>
  <dcterms:modified xsi:type="dcterms:W3CDTF">2026-01-22T02:10:15Z</dcterms:modified>
</cp:coreProperties>
</file>