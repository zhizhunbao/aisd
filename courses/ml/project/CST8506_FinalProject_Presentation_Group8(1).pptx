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60" r:id="rId5"/>
    <p:sldId id="259" r:id="rId6"/>
    <p:sldId id="261" r:id="rId7"/>
    <p:sldId id="262" r:id="rId8"/>
    <p:sldId id="263" r:id="rId9"/>
    <p:sldId id="292" r:id="rId10"/>
    <p:sldId id="264" r:id="rId11"/>
    <p:sldId id="293" r:id="rId12"/>
    <p:sldId id="265" r:id="rId13"/>
    <p:sldId id="266" r:id="rId14"/>
    <p:sldId id="267" r:id="rId15"/>
    <p:sldId id="294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2" r:id="rId31"/>
    <p:sldId id="283" r:id="rId32"/>
    <p:sldId id="284" r:id="rId33"/>
    <p:sldId id="285" r:id="rId34"/>
    <p:sldId id="286" r:id="rId35"/>
    <p:sldId id="287" r:id="rId36"/>
    <p:sldId id="288" r:id="rId37"/>
    <p:sldId id="290" r:id="rId38"/>
    <p:sldId id="291" r:id="rId3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EAEB0F-81D7-4F12-A1C2-8DA1A3C470E5}" v="32" dt="2026-04-07T21:31:52.5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580" y="2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0" Type="http://schemas.openxmlformats.org/officeDocument/2006/relationships/slide" Target="slides/slide19.xml"/><Relationship Id="rId41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ye Ran Yoo" userId="ecf0e9cfc4aa0708" providerId="LiveId" clId="{E62FA5AF-6883-4EB2-AAA2-38BA59B44B97}"/>
    <pc:docChg chg="undo custSel modSld">
      <pc:chgData name="Hye Ran Yoo" userId="ecf0e9cfc4aa0708" providerId="LiveId" clId="{E62FA5AF-6883-4EB2-AAA2-38BA59B44B97}" dt="2026-04-07T21:32:07.279" v="207" actId="14100"/>
      <pc:docMkLst>
        <pc:docMk/>
      </pc:docMkLst>
      <pc:sldChg chg="addSp delSp modSp mod">
        <pc:chgData name="Hye Ran Yoo" userId="ecf0e9cfc4aa0708" providerId="LiveId" clId="{E62FA5AF-6883-4EB2-AAA2-38BA59B44B97}" dt="2026-04-07T21:06:22.252" v="92" actId="14100"/>
        <pc:sldMkLst>
          <pc:docMk/>
          <pc:sldMk cId="0" sldId="261"/>
        </pc:sldMkLst>
        <pc:spChg chg="del">
          <ac:chgData name="Hye Ran Yoo" userId="ecf0e9cfc4aa0708" providerId="LiveId" clId="{E62FA5AF-6883-4EB2-AAA2-38BA59B44B97}" dt="2026-04-06T16:06:25.541" v="0" actId="478"/>
          <ac:spMkLst>
            <pc:docMk/>
            <pc:sldMk cId="0" sldId="261"/>
            <ac:spMk id="5" creationId="{00000000-0000-0000-0000-000000000000}"/>
          </ac:spMkLst>
        </pc:spChg>
        <pc:spChg chg="add mod">
          <ac:chgData name="Hye Ran Yoo" userId="ecf0e9cfc4aa0708" providerId="LiveId" clId="{E62FA5AF-6883-4EB2-AAA2-38BA59B44B97}" dt="2026-04-07T21:06:22.252" v="92" actId="14100"/>
          <ac:spMkLst>
            <pc:docMk/>
            <pc:sldMk cId="0" sldId="261"/>
            <ac:spMk id="9" creationId="{4D9D8887-01CC-6D54-AB76-4665B8C2D1FC}"/>
          </ac:spMkLst>
        </pc:spChg>
      </pc:sldChg>
      <pc:sldChg chg="addSp delSp modSp mod">
        <pc:chgData name="Hye Ran Yoo" userId="ecf0e9cfc4aa0708" providerId="LiveId" clId="{E62FA5AF-6883-4EB2-AAA2-38BA59B44B97}" dt="2026-04-07T21:17:21.457" v="121" actId="115"/>
        <pc:sldMkLst>
          <pc:docMk/>
          <pc:sldMk cId="0" sldId="262"/>
        </pc:sldMkLst>
        <pc:spChg chg="add mod">
          <ac:chgData name="Hye Ran Yoo" userId="ecf0e9cfc4aa0708" providerId="LiveId" clId="{E62FA5AF-6883-4EB2-AAA2-38BA59B44B97}" dt="2026-04-07T21:14:08.703" v="99" actId="1076"/>
          <ac:spMkLst>
            <pc:docMk/>
            <pc:sldMk cId="0" sldId="262"/>
            <ac:spMk id="9" creationId="{54609FAF-0D2A-6DBF-598C-911F8566430C}"/>
          </ac:spMkLst>
        </pc:spChg>
        <pc:spChg chg="add mod">
          <ac:chgData name="Hye Ran Yoo" userId="ecf0e9cfc4aa0708" providerId="LiveId" clId="{E62FA5AF-6883-4EB2-AAA2-38BA59B44B97}" dt="2026-04-07T21:17:21.457" v="121" actId="115"/>
          <ac:spMkLst>
            <pc:docMk/>
            <pc:sldMk cId="0" sldId="262"/>
            <ac:spMk id="11" creationId="{27DB0BF3-C739-7853-67ED-033FD190AD7D}"/>
          </ac:spMkLst>
        </pc:spChg>
        <pc:spChg chg="mod">
          <ac:chgData name="Hye Ran Yoo" userId="ecf0e9cfc4aa0708" providerId="LiveId" clId="{E62FA5AF-6883-4EB2-AAA2-38BA59B44B97}" dt="2026-04-06T16:07:00.282" v="3"/>
          <ac:spMkLst>
            <pc:docMk/>
            <pc:sldMk cId="0" sldId="262"/>
            <ac:spMk id="14" creationId="{8DD63328-DA23-BA1F-465F-5855F9935339}"/>
          </ac:spMkLst>
        </pc:spChg>
        <pc:spChg chg="mod">
          <ac:chgData name="Hye Ran Yoo" userId="ecf0e9cfc4aa0708" providerId="LiveId" clId="{E62FA5AF-6883-4EB2-AAA2-38BA59B44B97}" dt="2026-04-06T16:07:00.282" v="3"/>
          <ac:spMkLst>
            <pc:docMk/>
            <pc:sldMk cId="0" sldId="262"/>
            <ac:spMk id="15" creationId="{454EB37A-C52B-BD7E-75C7-96732693A100}"/>
          </ac:spMkLst>
        </pc:spChg>
        <pc:grpChg chg="add mod">
          <ac:chgData name="Hye Ran Yoo" userId="ecf0e9cfc4aa0708" providerId="LiveId" clId="{E62FA5AF-6883-4EB2-AAA2-38BA59B44B97}" dt="2026-04-07T21:16:51.415" v="120" actId="14100"/>
          <ac:grpSpMkLst>
            <pc:docMk/>
            <pc:sldMk cId="0" sldId="262"/>
            <ac:grpSpMk id="12" creationId="{615A98C8-71DB-941A-ACBB-7ABA291D5400}"/>
          </ac:grpSpMkLst>
        </pc:grpChg>
        <pc:graphicFrameChg chg="add mod modGraphic">
          <ac:chgData name="Hye Ran Yoo" userId="ecf0e9cfc4aa0708" providerId="LiveId" clId="{E62FA5AF-6883-4EB2-AAA2-38BA59B44B97}" dt="2026-04-07T21:14:08.703" v="99" actId="1076"/>
          <ac:graphicFrameMkLst>
            <pc:docMk/>
            <pc:sldMk cId="0" sldId="262"/>
            <ac:graphicFrameMk id="4" creationId="{2C54B821-4446-DBBC-4A31-FDAB634DEB81}"/>
          </ac:graphicFrameMkLst>
        </pc:graphicFrameChg>
        <pc:graphicFrameChg chg="del">
          <ac:chgData name="Hye Ran Yoo" userId="ecf0e9cfc4aa0708" providerId="LiveId" clId="{E62FA5AF-6883-4EB2-AAA2-38BA59B44B97}" dt="2026-04-06T16:06:53.883" v="2" actId="478"/>
          <ac:graphicFrameMkLst>
            <pc:docMk/>
            <pc:sldMk cId="0" sldId="262"/>
            <ac:graphicFrameMk id="5" creationId="{00000000-0000-0000-0000-000000000000}"/>
          </ac:graphicFrameMkLst>
        </pc:graphicFrameChg>
        <pc:picChg chg="del">
          <ac:chgData name="Hye Ran Yoo" userId="ecf0e9cfc4aa0708" providerId="LiveId" clId="{E62FA5AF-6883-4EB2-AAA2-38BA59B44B97}" dt="2026-04-06T16:06:53.883" v="2" actId="478"/>
          <ac:picMkLst>
            <pc:docMk/>
            <pc:sldMk cId="0" sldId="262"/>
            <ac:picMk id="6" creationId="{00000000-0000-0000-0000-000000000000}"/>
          </ac:picMkLst>
        </pc:picChg>
        <pc:picChg chg="del">
          <ac:chgData name="Hye Ran Yoo" userId="ecf0e9cfc4aa0708" providerId="LiveId" clId="{E62FA5AF-6883-4EB2-AAA2-38BA59B44B97}" dt="2026-04-06T16:06:53.883" v="2" actId="478"/>
          <ac:picMkLst>
            <pc:docMk/>
            <pc:sldMk cId="0" sldId="262"/>
            <ac:picMk id="7" creationId="{00000000-0000-0000-0000-000000000000}"/>
          </ac:picMkLst>
        </pc:picChg>
        <pc:picChg chg="del">
          <ac:chgData name="Hye Ran Yoo" userId="ecf0e9cfc4aa0708" providerId="LiveId" clId="{E62FA5AF-6883-4EB2-AAA2-38BA59B44B97}" dt="2026-04-06T16:06:53.883" v="2" actId="478"/>
          <ac:picMkLst>
            <pc:docMk/>
            <pc:sldMk cId="0" sldId="262"/>
            <ac:picMk id="8" creationId="{00000000-0000-0000-0000-000000000000}"/>
          </ac:picMkLst>
        </pc:picChg>
        <pc:picChg chg="mod">
          <ac:chgData name="Hye Ran Yoo" userId="ecf0e9cfc4aa0708" providerId="LiveId" clId="{E62FA5AF-6883-4EB2-AAA2-38BA59B44B97}" dt="2026-04-06T16:07:00.282" v="3"/>
          <ac:picMkLst>
            <pc:docMk/>
            <pc:sldMk cId="0" sldId="262"/>
            <ac:picMk id="13" creationId="{28E8A7B1-9248-5346-3F27-E668A2CE6683}"/>
          </ac:picMkLst>
        </pc:picChg>
      </pc:sldChg>
      <pc:sldChg chg="addSp delSp modSp mod">
        <pc:chgData name="Hye Ran Yoo" userId="ecf0e9cfc4aa0708" providerId="LiveId" clId="{E62FA5AF-6883-4EB2-AAA2-38BA59B44B97}" dt="2026-04-07T21:18:20.455" v="132" actId="14100"/>
        <pc:sldMkLst>
          <pc:docMk/>
          <pc:sldMk cId="0" sldId="263"/>
        </pc:sldMkLst>
        <pc:spChg chg="mod">
          <ac:chgData name="Hye Ran Yoo" userId="ecf0e9cfc4aa0708" providerId="LiveId" clId="{E62FA5AF-6883-4EB2-AAA2-38BA59B44B97}" dt="2026-04-06T16:17:37.587" v="90"/>
          <ac:spMkLst>
            <pc:docMk/>
            <pc:sldMk cId="0" sldId="263"/>
            <ac:spMk id="4" creationId="{00000000-0000-0000-0000-000000000000}"/>
          </ac:spMkLst>
        </pc:spChg>
        <pc:spChg chg="del">
          <ac:chgData name="Hye Ran Yoo" userId="ecf0e9cfc4aa0708" providerId="LiveId" clId="{E62FA5AF-6883-4EB2-AAA2-38BA59B44B97}" dt="2026-04-06T16:07:13.991" v="4" actId="478"/>
          <ac:spMkLst>
            <pc:docMk/>
            <pc:sldMk cId="0" sldId="263"/>
            <ac:spMk id="5" creationId="{00000000-0000-0000-0000-000000000000}"/>
          </ac:spMkLst>
        </pc:spChg>
        <pc:spChg chg="add mod">
          <ac:chgData name="Hye Ran Yoo" userId="ecf0e9cfc4aa0708" providerId="LiveId" clId="{E62FA5AF-6883-4EB2-AAA2-38BA59B44B97}" dt="2026-04-07T21:18:08.777" v="129" actId="1076"/>
          <ac:spMkLst>
            <pc:docMk/>
            <pc:sldMk cId="0" sldId="263"/>
            <ac:spMk id="6" creationId="{9FB21EE4-C886-F6BF-DAC7-D5D4FC5C70C4}"/>
          </ac:spMkLst>
        </pc:spChg>
        <pc:spChg chg="mod">
          <ac:chgData name="Hye Ran Yoo" userId="ecf0e9cfc4aa0708" providerId="LiveId" clId="{E62FA5AF-6883-4EB2-AAA2-38BA59B44B97}" dt="2026-04-06T16:07:15.076" v="5"/>
          <ac:spMkLst>
            <pc:docMk/>
            <pc:sldMk cId="0" sldId="263"/>
            <ac:spMk id="11" creationId="{AEC0D11B-EC59-7AC1-AED7-3C3573525AC1}"/>
          </ac:spMkLst>
        </pc:spChg>
        <pc:spChg chg="add mod">
          <ac:chgData name="Hye Ran Yoo" userId="ecf0e9cfc4aa0708" providerId="LiveId" clId="{E62FA5AF-6883-4EB2-AAA2-38BA59B44B97}" dt="2026-04-07T21:17:54.389" v="125" actId="164"/>
          <ac:spMkLst>
            <pc:docMk/>
            <pc:sldMk cId="0" sldId="263"/>
            <ac:spMk id="12" creationId="{57C1B4F3-CF86-3D04-2E08-94A356708824}"/>
          </ac:spMkLst>
        </pc:spChg>
        <pc:spChg chg="add mod">
          <ac:chgData name="Hye Ran Yoo" userId="ecf0e9cfc4aa0708" providerId="LiveId" clId="{E62FA5AF-6883-4EB2-AAA2-38BA59B44B97}" dt="2026-04-07T21:17:54.389" v="125" actId="164"/>
          <ac:spMkLst>
            <pc:docMk/>
            <pc:sldMk cId="0" sldId="263"/>
            <ac:spMk id="13" creationId="{AF48245A-9364-E7C7-658D-AB1006496781}"/>
          </ac:spMkLst>
        </pc:spChg>
        <pc:spChg chg="add mod">
          <ac:chgData name="Hye Ran Yoo" userId="ecf0e9cfc4aa0708" providerId="LiveId" clId="{E62FA5AF-6883-4EB2-AAA2-38BA59B44B97}" dt="2026-04-07T21:17:54.389" v="125" actId="164"/>
          <ac:spMkLst>
            <pc:docMk/>
            <pc:sldMk cId="0" sldId="263"/>
            <ac:spMk id="14" creationId="{1872645F-074F-19DF-A319-C5886E640C57}"/>
          </ac:spMkLst>
        </pc:spChg>
        <pc:grpChg chg="add mod">
          <ac:chgData name="Hye Ran Yoo" userId="ecf0e9cfc4aa0708" providerId="LiveId" clId="{E62FA5AF-6883-4EB2-AAA2-38BA59B44B97}" dt="2026-04-07T21:18:20.455" v="132" actId="14100"/>
          <ac:grpSpMkLst>
            <pc:docMk/>
            <pc:sldMk cId="0" sldId="263"/>
            <ac:grpSpMk id="5" creationId="{721A473C-D8A1-0DA9-E8C3-69A29863A6EF}"/>
          </ac:grpSpMkLst>
        </pc:grpChg>
        <pc:grpChg chg="add mod">
          <ac:chgData name="Hye Ran Yoo" userId="ecf0e9cfc4aa0708" providerId="LiveId" clId="{E62FA5AF-6883-4EB2-AAA2-38BA59B44B97}" dt="2026-04-07T21:17:54.389" v="125" actId="164"/>
          <ac:grpSpMkLst>
            <pc:docMk/>
            <pc:sldMk cId="0" sldId="263"/>
            <ac:grpSpMk id="9" creationId="{8B72B5F7-A1FB-8552-8D3A-16F7B67C5352}"/>
          </ac:grpSpMkLst>
        </pc:grpChg>
        <pc:picChg chg="del">
          <ac:chgData name="Hye Ran Yoo" userId="ecf0e9cfc4aa0708" providerId="LiveId" clId="{E62FA5AF-6883-4EB2-AAA2-38BA59B44B97}" dt="2026-04-06T16:07:13.991" v="4" actId="478"/>
          <ac:picMkLst>
            <pc:docMk/>
            <pc:sldMk cId="0" sldId="263"/>
            <ac:picMk id="7" creationId="{00000000-0000-0000-0000-000000000000}"/>
          </ac:picMkLst>
        </pc:picChg>
        <pc:picChg chg="del">
          <ac:chgData name="Hye Ran Yoo" userId="ecf0e9cfc4aa0708" providerId="LiveId" clId="{E62FA5AF-6883-4EB2-AAA2-38BA59B44B97}" dt="2026-04-06T16:07:13.991" v="4" actId="478"/>
          <ac:picMkLst>
            <pc:docMk/>
            <pc:sldMk cId="0" sldId="263"/>
            <ac:picMk id="8" creationId="{00000000-0000-0000-0000-000000000000}"/>
          </ac:picMkLst>
        </pc:picChg>
        <pc:picChg chg="mod">
          <ac:chgData name="Hye Ran Yoo" userId="ecf0e9cfc4aa0708" providerId="LiveId" clId="{E62FA5AF-6883-4EB2-AAA2-38BA59B44B97}" dt="2026-04-06T16:07:15.076" v="5"/>
          <ac:picMkLst>
            <pc:docMk/>
            <pc:sldMk cId="0" sldId="263"/>
            <ac:picMk id="10" creationId="{6E7AEF4E-2573-B507-0740-395C977AB847}"/>
          </ac:picMkLst>
        </pc:picChg>
      </pc:sldChg>
      <pc:sldChg chg="modSp mod">
        <pc:chgData name="Hye Ran Yoo" userId="ecf0e9cfc4aa0708" providerId="LiveId" clId="{E62FA5AF-6883-4EB2-AAA2-38BA59B44B97}" dt="2026-04-07T21:19:29.212" v="136" actId="113"/>
        <pc:sldMkLst>
          <pc:docMk/>
          <pc:sldMk cId="0" sldId="264"/>
        </pc:sldMkLst>
        <pc:spChg chg="mod">
          <ac:chgData name="Hye Ran Yoo" userId="ecf0e9cfc4aa0708" providerId="LiveId" clId="{E62FA5AF-6883-4EB2-AAA2-38BA59B44B97}" dt="2026-04-07T21:19:29.212" v="136" actId="113"/>
          <ac:spMkLst>
            <pc:docMk/>
            <pc:sldMk cId="0" sldId="264"/>
            <ac:spMk id="5" creationId="{00000000-0000-0000-0000-000000000000}"/>
          </ac:spMkLst>
        </pc:spChg>
        <pc:picChg chg="mod">
          <ac:chgData name="Hye Ran Yoo" userId="ecf0e9cfc4aa0708" providerId="LiveId" clId="{E62FA5AF-6883-4EB2-AAA2-38BA59B44B97}" dt="2026-04-06T16:07:49.642" v="10" actId="1076"/>
          <ac:picMkLst>
            <pc:docMk/>
            <pc:sldMk cId="0" sldId="264"/>
            <ac:picMk id="7" creationId="{00000000-0000-0000-0000-000000000000}"/>
          </ac:picMkLst>
        </pc:picChg>
      </pc:sldChg>
      <pc:sldChg chg="addSp delSp modSp mod">
        <pc:chgData name="Hye Ran Yoo" userId="ecf0e9cfc4aa0708" providerId="LiveId" clId="{E62FA5AF-6883-4EB2-AAA2-38BA59B44B97}" dt="2026-04-07T21:20:48.579" v="152" actId="1076"/>
        <pc:sldMkLst>
          <pc:docMk/>
          <pc:sldMk cId="0" sldId="266"/>
        </pc:sldMkLst>
        <pc:spChg chg="del">
          <ac:chgData name="Hye Ran Yoo" userId="ecf0e9cfc4aa0708" providerId="LiveId" clId="{E62FA5AF-6883-4EB2-AAA2-38BA59B44B97}" dt="2026-04-06T16:08:21.080" v="11" actId="478"/>
          <ac:spMkLst>
            <pc:docMk/>
            <pc:sldMk cId="0" sldId="266"/>
            <ac:spMk id="6" creationId="{00000000-0000-0000-0000-000000000000}"/>
          </ac:spMkLst>
        </pc:spChg>
        <pc:spChg chg="del">
          <ac:chgData name="Hye Ran Yoo" userId="ecf0e9cfc4aa0708" providerId="LiveId" clId="{E62FA5AF-6883-4EB2-AAA2-38BA59B44B97}" dt="2026-04-06T16:08:21.080" v="11" actId="478"/>
          <ac:spMkLst>
            <pc:docMk/>
            <pc:sldMk cId="0" sldId="266"/>
            <ac:spMk id="7" creationId="{00000000-0000-0000-0000-000000000000}"/>
          </ac:spMkLst>
        </pc:spChg>
        <pc:spChg chg="add mod">
          <ac:chgData name="Hye Ran Yoo" userId="ecf0e9cfc4aa0708" providerId="LiveId" clId="{E62FA5AF-6883-4EB2-AAA2-38BA59B44B97}" dt="2026-04-07T21:20:46.702" v="151" actId="1076"/>
          <ac:spMkLst>
            <pc:docMk/>
            <pc:sldMk cId="0" sldId="266"/>
            <ac:spMk id="10" creationId="{EDCCFEDE-9E18-F57E-1034-7D6382137F89}"/>
          </ac:spMkLst>
        </pc:spChg>
        <pc:picChg chg="del">
          <ac:chgData name="Hye Ran Yoo" userId="ecf0e9cfc4aa0708" providerId="LiveId" clId="{E62FA5AF-6883-4EB2-AAA2-38BA59B44B97}" dt="2026-04-06T16:08:21.080" v="11" actId="478"/>
          <ac:picMkLst>
            <pc:docMk/>
            <pc:sldMk cId="0" sldId="266"/>
            <ac:picMk id="8" creationId="{00000000-0000-0000-0000-000000000000}"/>
          </ac:picMkLst>
        </pc:picChg>
        <pc:picChg chg="del">
          <ac:chgData name="Hye Ran Yoo" userId="ecf0e9cfc4aa0708" providerId="LiveId" clId="{E62FA5AF-6883-4EB2-AAA2-38BA59B44B97}" dt="2026-04-06T16:08:21.080" v="11" actId="478"/>
          <ac:picMkLst>
            <pc:docMk/>
            <pc:sldMk cId="0" sldId="266"/>
            <ac:picMk id="9" creationId="{00000000-0000-0000-0000-000000000000}"/>
          </ac:picMkLst>
        </pc:picChg>
        <pc:picChg chg="add mod">
          <ac:chgData name="Hye Ran Yoo" userId="ecf0e9cfc4aa0708" providerId="LiveId" clId="{E62FA5AF-6883-4EB2-AAA2-38BA59B44B97}" dt="2026-04-07T21:20:48.579" v="152" actId="1076"/>
          <ac:picMkLst>
            <pc:docMk/>
            <pc:sldMk cId="0" sldId="266"/>
            <ac:picMk id="11" creationId="{E4B158C4-04DB-C5C6-450B-AAEB8B3F8A2D}"/>
          </ac:picMkLst>
        </pc:picChg>
      </pc:sldChg>
      <pc:sldChg chg="addSp delSp modSp mod">
        <pc:chgData name="Hye Ran Yoo" userId="ecf0e9cfc4aa0708" providerId="LiveId" clId="{E62FA5AF-6883-4EB2-AAA2-38BA59B44B97}" dt="2026-04-07T21:31:42.965" v="203" actId="113"/>
        <pc:sldMkLst>
          <pc:docMk/>
          <pc:sldMk cId="0" sldId="267"/>
        </pc:sldMkLst>
        <pc:spChg chg="del">
          <ac:chgData name="Hye Ran Yoo" userId="ecf0e9cfc4aa0708" providerId="LiveId" clId="{E62FA5AF-6883-4EB2-AAA2-38BA59B44B97}" dt="2026-04-06T16:08:42.755" v="13" actId="478"/>
          <ac:spMkLst>
            <pc:docMk/>
            <pc:sldMk cId="0" sldId="267"/>
            <ac:spMk id="6" creationId="{00000000-0000-0000-0000-000000000000}"/>
          </ac:spMkLst>
        </pc:spChg>
        <pc:spChg chg="add mod">
          <ac:chgData name="Hye Ran Yoo" userId="ecf0e9cfc4aa0708" providerId="LiveId" clId="{E62FA5AF-6883-4EB2-AAA2-38BA59B44B97}" dt="2026-04-07T21:30:31.829" v="181" actId="1076"/>
          <ac:spMkLst>
            <pc:docMk/>
            <pc:sldMk cId="0" sldId="267"/>
            <ac:spMk id="6" creationId="{4823DBD5-673D-799B-6C20-5D7CC2E8A204}"/>
          </ac:spMkLst>
        </pc:spChg>
        <pc:spChg chg="del">
          <ac:chgData name="Hye Ran Yoo" userId="ecf0e9cfc4aa0708" providerId="LiveId" clId="{E62FA5AF-6883-4EB2-AAA2-38BA59B44B97}" dt="2026-04-06T16:08:42.755" v="13" actId="478"/>
          <ac:spMkLst>
            <pc:docMk/>
            <pc:sldMk cId="0" sldId="267"/>
            <ac:spMk id="7" creationId="{00000000-0000-0000-0000-000000000000}"/>
          </ac:spMkLst>
        </pc:spChg>
        <pc:spChg chg="add mod">
          <ac:chgData name="Hye Ran Yoo" userId="ecf0e9cfc4aa0708" providerId="LiveId" clId="{E62FA5AF-6883-4EB2-AAA2-38BA59B44B97}" dt="2026-04-07T21:31:13.301" v="194" actId="1076"/>
          <ac:spMkLst>
            <pc:docMk/>
            <pc:sldMk cId="0" sldId="267"/>
            <ac:spMk id="7" creationId="{F7BBD0FD-4F46-6658-C3E2-2B881168F395}"/>
          </ac:spMkLst>
        </pc:spChg>
        <pc:spChg chg="add mod">
          <ac:chgData name="Hye Ran Yoo" userId="ecf0e9cfc4aa0708" providerId="LiveId" clId="{E62FA5AF-6883-4EB2-AAA2-38BA59B44B97}" dt="2026-04-07T21:31:42.965" v="203" actId="113"/>
          <ac:spMkLst>
            <pc:docMk/>
            <pc:sldMk cId="0" sldId="267"/>
            <ac:spMk id="9" creationId="{470DA9B8-A1CB-8389-5A56-78292B1CE80F}"/>
          </ac:spMkLst>
        </pc:spChg>
        <pc:spChg chg="add mod">
          <ac:chgData name="Hye Ran Yoo" userId="ecf0e9cfc4aa0708" providerId="LiveId" clId="{E62FA5AF-6883-4EB2-AAA2-38BA59B44B97}" dt="2026-04-07T21:31:13.301" v="194" actId="1076"/>
          <ac:spMkLst>
            <pc:docMk/>
            <pc:sldMk cId="0" sldId="267"/>
            <ac:spMk id="12" creationId="{054CE525-E952-8258-4C3A-ECBE06BA8DAE}"/>
          </ac:spMkLst>
        </pc:spChg>
        <pc:picChg chg="add mod">
          <ac:chgData name="Hye Ran Yoo" userId="ecf0e9cfc4aa0708" providerId="LiveId" clId="{E62FA5AF-6883-4EB2-AAA2-38BA59B44B97}" dt="2026-04-07T21:30:36.629" v="182" actId="14100"/>
          <ac:picMkLst>
            <pc:docMk/>
            <pc:sldMk cId="0" sldId="267"/>
            <ac:picMk id="5" creationId="{07398966-9D13-1F4B-A915-A9D6DE89AEA2}"/>
          </ac:picMkLst>
        </pc:picChg>
        <pc:picChg chg="add mod">
          <ac:chgData name="Hye Ran Yoo" userId="ecf0e9cfc4aa0708" providerId="LiveId" clId="{E62FA5AF-6883-4EB2-AAA2-38BA59B44B97}" dt="2026-04-07T21:31:13.301" v="194" actId="1076"/>
          <ac:picMkLst>
            <pc:docMk/>
            <pc:sldMk cId="0" sldId="267"/>
            <ac:picMk id="10" creationId="{D99A1CF9-37D9-A73C-A986-B154FF6C6D39}"/>
          </ac:picMkLst>
        </pc:picChg>
        <pc:picChg chg="add mod">
          <ac:chgData name="Hye Ran Yoo" userId="ecf0e9cfc4aa0708" providerId="LiveId" clId="{E62FA5AF-6883-4EB2-AAA2-38BA59B44B97}" dt="2026-04-07T21:31:09.569" v="193" actId="14100"/>
          <ac:picMkLst>
            <pc:docMk/>
            <pc:sldMk cId="0" sldId="267"/>
            <ac:picMk id="11" creationId="{1F14595D-193C-D4FB-0CB1-BFF9E0FC6E0F}"/>
          </ac:picMkLst>
        </pc:picChg>
      </pc:sldChg>
      <pc:sldChg chg="addSp delSp modSp mod">
        <pc:chgData name="Hye Ran Yoo" userId="ecf0e9cfc4aa0708" providerId="LiveId" clId="{E62FA5AF-6883-4EB2-AAA2-38BA59B44B97}" dt="2026-04-06T16:10:39.342" v="26" actId="1076"/>
        <pc:sldMkLst>
          <pc:docMk/>
          <pc:sldMk cId="0" sldId="268"/>
        </pc:sldMkLst>
        <pc:spChg chg="del">
          <ac:chgData name="Hye Ran Yoo" userId="ecf0e9cfc4aa0708" providerId="LiveId" clId="{E62FA5AF-6883-4EB2-AAA2-38BA59B44B97}" dt="2026-04-06T16:10:30.455" v="23" actId="478"/>
          <ac:spMkLst>
            <pc:docMk/>
            <pc:sldMk cId="0" sldId="268"/>
            <ac:spMk id="6" creationId="{00000000-0000-0000-0000-000000000000}"/>
          </ac:spMkLst>
        </pc:spChg>
        <pc:spChg chg="del">
          <ac:chgData name="Hye Ran Yoo" userId="ecf0e9cfc4aa0708" providerId="LiveId" clId="{E62FA5AF-6883-4EB2-AAA2-38BA59B44B97}" dt="2026-04-06T16:10:30.455" v="23" actId="478"/>
          <ac:spMkLst>
            <pc:docMk/>
            <pc:sldMk cId="0" sldId="268"/>
            <ac:spMk id="7" creationId="{00000000-0000-0000-0000-000000000000}"/>
          </ac:spMkLst>
        </pc:spChg>
        <pc:spChg chg="add mod">
          <ac:chgData name="Hye Ran Yoo" userId="ecf0e9cfc4aa0708" providerId="LiveId" clId="{E62FA5AF-6883-4EB2-AAA2-38BA59B44B97}" dt="2026-04-06T16:10:39.342" v="26" actId="1076"/>
          <ac:spMkLst>
            <pc:docMk/>
            <pc:sldMk cId="0" sldId="268"/>
            <ac:spMk id="10" creationId="{21DBCBF8-E593-3FEA-A8DC-0D4652F569B8}"/>
          </ac:spMkLst>
        </pc:spChg>
        <pc:spChg chg="add mod">
          <ac:chgData name="Hye Ran Yoo" userId="ecf0e9cfc4aa0708" providerId="LiveId" clId="{E62FA5AF-6883-4EB2-AAA2-38BA59B44B97}" dt="2026-04-06T16:10:34.576" v="25" actId="1076"/>
          <ac:spMkLst>
            <pc:docMk/>
            <pc:sldMk cId="0" sldId="268"/>
            <ac:spMk id="11" creationId="{C2A58D08-15F1-064C-9D3E-B7D8EF640CF9}"/>
          </ac:spMkLst>
        </pc:spChg>
        <pc:picChg chg="add mod">
          <ac:chgData name="Hye Ran Yoo" userId="ecf0e9cfc4aa0708" providerId="LiveId" clId="{E62FA5AF-6883-4EB2-AAA2-38BA59B44B97}" dt="2026-04-06T16:10:39.342" v="26" actId="1076"/>
          <ac:picMkLst>
            <pc:docMk/>
            <pc:sldMk cId="0" sldId="268"/>
            <ac:picMk id="5" creationId="{ADB64592-2EF2-B5A6-D5F4-58896A97A0FD}"/>
          </ac:picMkLst>
        </pc:picChg>
        <pc:picChg chg="add mod">
          <ac:chgData name="Hye Ran Yoo" userId="ecf0e9cfc4aa0708" providerId="LiveId" clId="{E62FA5AF-6883-4EB2-AAA2-38BA59B44B97}" dt="2026-04-06T16:10:39.342" v="26" actId="1076"/>
          <ac:picMkLst>
            <pc:docMk/>
            <pc:sldMk cId="0" sldId="268"/>
            <ac:picMk id="9" creationId="{02727F0A-A189-8EFE-F15A-94F53916B1F3}"/>
          </ac:picMkLst>
        </pc:picChg>
      </pc:sldChg>
      <pc:sldChg chg="addSp delSp modSp mod">
        <pc:chgData name="Hye Ran Yoo" userId="ecf0e9cfc4aa0708" providerId="LiveId" clId="{E62FA5AF-6883-4EB2-AAA2-38BA59B44B97}" dt="2026-04-06T16:12:21.606" v="35"/>
        <pc:sldMkLst>
          <pc:docMk/>
          <pc:sldMk cId="0" sldId="269"/>
        </pc:sldMkLst>
        <pc:spChg chg="del">
          <ac:chgData name="Hye Ran Yoo" userId="ecf0e9cfc4aa0708" providerId="LiveId" clId="{E62FA5AF-6883-4EB2-AAA2-38BA59B44B97}" dt="2026-04-06T16:09:20.672" v="19" actId="478"/>
          <ac:spMkLst>
            <pc:docMk/>
            <pc:sldMk cId="0" sldId="269"/>
            <ac:spMk id="3" creationId="{00000000-0000-0000-0000-000000000000}"/>
          </ac:spMkLst>
        </pc:spChg>
        <pc:spChg chg="del">
          <ac:chgData name="Hye Ran Yoo" userId="ecf0e9cfc4aa0708" providerId="LiveId" clId="{E62FA5AF-6883-4EB2-AAA2-38BA59B44B97}" dt="2026-04-06T16:09:13.207" v="17" actId="478"/>
          <ac:spMkLst>
            <pc:docMk/>
            <pc:sldMk cId="0" sldId="269"/>
            <ac:spMk id="5" creationId="{00000000-0000-0000-0000-000000000000}"/>
          </ac:spMkLst>
        </pc:spChg>
        <pc:spChg chg="del">
          <ac:chgData name="Hye Ran Yoo" userId="ecf0e9cfc4aa0708" providerId="LiveId" clId="{E62FA5AF-6883-4EB2-AAA2-38BA59B44B97}" dt="2026-04-06T16:09:13.207" v="17" actId="478"/>
          <ac:spMkLst>
            <pc:docMk/>
            <pc:sldMk cId="0" sldId="269"/>
            <ac:spMk id="6" creationId="{00000000-0000-0000-0000-000000000000}"/>
          </ac:spMkLst>
        </pc:spChg>
        <pc:spChg chg="add del mod">
          <ac:chgData name="Hye Ran Yoo" userId="ecf0e9cfc4aa0708" providerId="LiveId" clId="{E62FA5AF-6883-4EB2-AAA2-38BA59B44B97}" dt="2026-04-06T16:12:21.181" v="34" actId="478"/>
          <ac:spMkLst>
            <pc:docMk/>
            <pc:sldMk cId="0" sldId="269"/>
            <ac:spMk id="9" creationId="{6961E588-1F73-D6AD-9A95-779729D91575}"/>
          </ac:spMkLst>
        </pc:spChg>
        <pc:spChg chg="add del mod">
          <ac:chgData name="Hye Ran Yoo" userId="ecf0e9cfc4aa0708" providerId="LiveId" clId="{E62FA5AF-6883-4EB2-AAA2-38BA59B44B97}" dt="2026-04-06T16:12:21.181" v="34" actId="478"/>
          <ac:spMkLst>
            <pc:docMk/>
            <pc:sldMk cId="0" sldId="269"/>
            <ac:spMk id="10" creationId="{721D13B0-DDA4-2340-5E85-6081AB45C0E9}"/>
          </ac:spMkLst>
        </pc:spChg>
        <pc:spChg chg="add del mod">
          <ac:chgData name="Hye Ran Yoo" userId="ecf0e9cfc4aa0708" providerId="LiveId" clId="{E62FA5AF-6883-4EB2-AAA2-38BA59B44B97}" dt="2026-04-06T16:12:10.571" v="31" actId="478"/>
          <ac:spMkLst>
            <pc:docMk/>
            <pc:sldMk cId="0" sldId="269"/>
            <ac:spMk id="11" creationId="{399CE210-41AD-9297-7FCF-6664915E7B0F}"/>
          </ac:spMkLst>
        </pc:spChg>
        <pc:spChg chg="add del mod">
          <ac:chgData name="Hye Ran Yoo" userId="ecf0e9cfc4aa0708" providerId="LiveId" clId="{E62FA5AF-6883-4EB2-AAA2-38BA59B44B97}" dt="2026-04-06T16:12:14.402" v="33" actId="478"/>
          <ac:spMkLst>
            <pc:docMk/>
            <pc:sldMk cId="0" sldId="269"/>
            <ac:spMk id="12" creationId="{A20A72E5-3DF7-AE08-2532-DC12CFCC12B0}"/>
          </ac:spMkLst>
        </pc:spChg>
        <pc:spChg chg="add mod">
          <ac:chgData name="Hye Ran Yoo" userId="ecf0e9cfc4aa0708" providerId="LiveId" clId="{E62FA5AF-6883-4EB2-AAA2-38BA59B44B97}" dt="2026-04-06T16:12:11.044" v="32"/>
          <ac:spMkLst>
            <pc:docMk/>
            <pc:sldMk cId="0" sldId="269"/>
            <ac:spMk id="13" creationId="{9A761751-B496-3D14-4FEC-3B511AC9F094}"/>
          </ac:spMkLst>
        </pc:spChg>
        <pc:spChg chg="add mod">
          <ac:chgData name="Hye Ran Yoo" userId="ecf0e9cfc4aa0708" providerId="LiveId" clId="{E62FA5AF-6883-4EB2-AAA2-38BA59B44B97}" dt="2026-04-06T16:12:21.606" v="35"/>
          <ac:spMkLst>
            <pc:docMk/>
            <pc:sldMk cId="0" sldId="269"/>
            <ac:spMk id="14" creationId="{99420F6B-D1A2-334D-2F6F-7099D227DE15}"/>
          </ac:spMkLst>
        </pc:spChg>
        <pc:picChg chg="add del mod">
          <ac:chgData name="Hye Ran Yoo" userId="ecf0e9cfc4aa0708" providerId="LiveId" clId="{E62FA5AF-6883-4EB2-AAA2-38BA59B44B97}" dt="2026-04-06T16:12:21.181" v="34" actId="478"/>
          <ac:picMkLst>
            <pc:docMk/>
            <pc:sldMk cId="0" sldId="269"/>
            <ac:picMk id="4" creationId="{D280E440-6653-FCCB-15DA-EC4B5CD0FA0D}"/>
          </ac:picMkLst>
        </pc:picChg>
        <pc:picChg chg="add del mod">
          <ac:chgData name="Hye Ran Yoo" userId="ecf0e9cfc4aa0708" providerId="LiveId" clId="{E62FA5AF-6883-4EB2-AAA2-38BA59B44B97}" dt="2026-04-06T16:12:21.181" v="34" actId="478"/>
          <ac:picMkLst>
            <pc:docMk/>
            <pc:sldMk cId="0" sldId="269"/>
            <ac:picMk id="8" creationId="{247AABAB-6094-C56A-628E-28A28DBDB89C}"/>
          </ac:picMkLst>
        </pc:picChg>
        <pc:picChg chg="add mod">
          <ac:chgData name="Hye Ran Yoo" userId="ecf0e9cfc4aa0708" providerId="LiveId" clId="{E62FA5AF-6883-4EB2-AAA2-38BA59B44B97}" dt="2026-04-06T16:12:21.606" v="35"/>
          <ac:picMkLst>
            <pc:docMk/>
            <pc:sldMk cId="0" sldId="269"/>
            <ac:picMk id="15" creationId="{C433F520-B152-8242-28F1-18B4272C8C08}"/>
          </ac:picMkLst>
        </pc:picChg>
        <pc:picChg chg="add mod">
          <ac:chgData name="Hye Ran Yoo" userId="ecf0e9cfc4aa0708" providerId="LiveId" clId="{E62FA5AF-6883-4EB2-AAA2-38BA59B44B97}" dt="2026-04-06T16:12:21.606" v="35"/>
          <ac:picMkLst>
            <pc:docMk/>
            <pc:sldMk cId="0" sldId="269"/>
            <ac:picMk id="16" creationId="{D288A51A-3986-8022-38AA-0550CF082A7F}"/>
          </ac:picMkLst>
        </pc:picChg>
      </pc:sldChg>
      <pc:sldChg chg="addSp delSp modSp mod">
        <pc:chgData name="Hye Ran Yoo" userId="ecf0e9cfc4aa0708" providerId="LiveId" clId="{E62FA5AF-6883-4EB2-AAA2-38BA59B44B97}" dt="2026-04-06T16:12:47.012" v="39"/>
        <pc:sldMkLst>
          <pc:docMk/>
          <pc:sldMk cId="0" sldId="270"/>
        </pc:sldMkLst>
        <pc:spChg chg="del">
          <ac:chgData name="Hye Ran Yoo" userId="ecf0e9cfc4aa0708" providerId="LiveId" clId="{E62FA5AF-6883-4EB2-AAA2-38BA59B44B97}" dt="2026-04-06T16:11:10.230" v="27" actId="478"/>
          <ac:spMkLst>
            <pc:docMk/>
            <pc:sldMk cId="0" sldId="270"/>
            <ac:spMk id="3" creationId="{00000000-0000-0000-0000-000000000000}"/>
          </ac:spMkLst>
        </pc:spChg>
        <pc:spChg chg="add del mod">
          <ac:chgData name="Hye Ran Yoo" userId="ecf0e9cfc4aa0708" providerId="LiveId" clId="{E62FA5AF-6883-4EB2-AAA2-38BA59B44B97}" dt="2026-04-06T16:12:34.650" v="36" actId="478"/>
          <ac:spMkLst>
            <pc:docMk/>
            <pc:sldMk cId="0" sldId="270"/>
            <ac:spMk id="4" creationId="{F075FF49-51F9-8238-B71B-B7EA4DB63DCC}"/>
          </ac:spMkLst>
        </pc:spChg>
        <pc:spChg chg="del">
          <ac:chgData name="Hye Ran Yoo" userId="ecf0e9cfc4aa0708" providerId="LiveId" clId="{E62FA5AF-6883-4EB2-AAA2-38BA59B44B97}" dt="2026-04-06T16:11:19.650" v="29" actId="478"/>
          <ac:spMkLst>
            <pc:docMk/>
            <pc:sldMk cId="0" sldId="270"/>
            <ac:spMk id="5" creationId="{00000000-0000-0000-0000-000000000000}"/>
          </ac:spMkLst>
        </pc:spChg>
        <pc:spChg chg="del">
          <ac:chgData name="Hye Ran Yoo" userId="ecf0e9cfc4aa0708" providerId="LiveId" clId="{E62FA5AF-6883-4EB2-AAA2-38BA59B44B97}" dt="2026-04-06T16:11:19.650" v="29" actId="478"/>
          <ac:spMkLst>
            <pc:docMk/>
            <pc:sldMk cId="0" sldId="270"/>
            <ac:spMk id="6" creationId="{00000000-0000-0000-0000-000000000000}"/>
          </ac:spMkLst>
        </pc:spChg>
        <pc:spChg chg="add del mod">
          <ac:chgData name="Hye Ran Yoo" userId="ecf0e9cfc4aa0708" providerId="LiveId" clId="{E62FA5AF-6883-4EB2-AAA2-38BA59B44B97}" dt="2026-04-06T16:12:46.621" v="38" actId="478"/>
          <ac:spMkLst>
            <pc:docMk/>
            <pc:sldMk cId="0" sldId="270"/>
            <ac:spMk id="8" creationId="{24C7187D-6ADB-7838-634A-5A555847F79A}"/>
          </ac:spMkLst>
        </pc:spChg>
        <pc:spChg chg="add mod">
          <ac:chgData name="Hye Ran Yoo" userId="ecf0e9cfc4aa0708" providerId="LiveId" clId="{E62FA5AF-6883-4EB2-AAA2-38BA59B44B97}" dt="2026-04-06T16:12:34.922" v="37"/>
          <ac:spMkLst>
            <pc:docMk/>
            <pc:sldMk cId="0" sldId="270"/>
            <ac:spMk id="11" creationId="{6920815C-2056-A2C5-1F4E-52F6A7156BCB}"/>
          </ac:spMkLst>
        </pc:spChg>
        <pc:spChg chg="add mod">
          <ac:chgData name="Hye Ran Yoo" userId="ecf0e9cfc4aa0708" providerId="LiveId" clId="{E62FA5AF-6883-4EB2-AAA2-38BA59B44B97}" dt="2026-04-06T16:12:47.012" v="39"/>
          <ac:spMkLst>
            <pc:docMk/>
            <pc:sldMk cId="0" sldId="270"/>
            <ac:spMk id="12" creationId="{729D9C7C-5997-140E-2290-D005B7C0A15B}"/>
          </ac:spMkLst>
        </pc:spChg>
        <pc:picChg chg="add del mod">
          <ac:chgData name="Hye Ran Yoo" userId="ecf0e9cfc4aa0708" providerId="LiveId" clId="{E62FA5AF-6883-4EB2-AAA2-38BA59B44B97}" dt="2026-04-06T16:12:46.621" v="38" actId="478"/>
          <ac:picMkLst>
            <pc:docMk/>
            <pc:sldMk cId="0" sldId="270"/>
            <ac:picMk id="9" creationId="{6D693FC7-0299-5314-EBB1-B122089158AC}"/>
          </ac:picMkLst>
        </pc:picChg>
        <pc:picChg chg="add del mod">
          <ac:chgData name="Hye Ran Yoo" userId="ecf0e9cfc4aa0708" providerId="LiveId" clId="{E62FA5AF-6883-4EB2-AAA2-38BA59B44B97}" dt="2026-04-06T16:12:46.621" v="38" actId="478"/>
          <ac:picMkLst>
            <pc:docMk/>
            <pc:sldMk cId="0" sldId="270"/>
            <ac:picMk id="10" creationId="{18F8A3DE-EB1E-0697-5487-59ADA6628CF6}"/>
          </ac:picMkLst>
        </pc:picChg>
        <pc:picChg chg="add mod">
          <ac:chgData name="Hye Ran Yoo" userId="ecf0e9cfc4aa0708" providerId="LiveId" clId="{E62FA5AF-6883-4EB2-AAA2-38BA59B44B97}" dt="2026-04-06T16:12:47.012" v="39"/>
          <ac:picMkLst>
            <pc:docMk/>
            <pc:sldMk cId="0" sldId="270"/>
            <ac:picMk id="13" creationId="{348F3127-2C47-616E-A2A8-3698B1E9786D}"/>
          </ac:picMkLst>
        </pc:picChg>
      </pc:sldChg>
      <pc:sldChg chg="addSp delSp modSp mod">
        <pc:chgData name="Hye Ran Yoo" userId="ecf0e9cfc4aa0708" providerId="LiveId" clId="{E62FA5AF-6883-4EB2-AAA2-38BA59B44B97}" dt="2026-04-06T16:13:15.065" v="43"/>
        <pc:sldMkLst>
          <pc:docMk/>
          <pc:sldMk cId="0" sldId="271"/>
        </pc:sldMkLst>
        <pc:spChg chg="del">
          <ac:chgData name="Hye Ran Yoo" userId="ecf0e9cfc4aa0708" providerId="LiveId" clId="{E62FA5AF-6883-4EB2-AAA2-38BA59B44B97}" dt="2026-04-06T16:13:00.033" v="40" actId="478"/>
          <ac:spMkLst>
            <pc:docMk/>
            <pc:sldMk cId="0" sldId="271"/>
            <ac:spMk id="3" creationId="{00000000-0000-0000-0000-000000000000}"/>
          </ac:spMkLst>
        </pc:spChg>
        <pc:spChg chg="add mod">
          <ac:chgData name="Hye Ran Yoo" userId="ecf0e9cfc4aa0708" providerId="LiveId" clId="{E62FA5AF-6883-4EB2-AAA2-38BA59B44B97}" dt="2026-04-06T16:13:00.332" v="41"/>
          <ac:spMkLst>
            <pc:docMk/>
            <pc:sldMk cId="0" sldId="271"/>
            <ac:spMk id="4" creationId="{71171CD3-D23A-5BD1-9BDF-9D222281A574}"/>
          </ac:spMkLst>
        </pc:spChg>
        <pc:spChg chg="del">
          <ac:chgData name="Hye Ran Yoo" userId="ecf0e9cfc4aa0708" providerId="LiveId" clId="{E62FA5AF-6883-4EB2-AAA2-38BA59B44B97}" dt="2026-04-06T16:13:14.642" v="42" actId="478"/>
          <ac:spMkLst>
            <pc:docMk/>
            <pc:sldMk cId="0" sldId="271"/>
            <ac:spMk id="6" creationId="{00000000-0000-0000-0000-000000000000}"/>
          </ac:spMkLst>
        </pc:spChg>
        <pc:spChg chg="add mod">
          <ac:chgData name="Hye Ran Yoo" userId="ecf0e9cfc4aa0708" providerId="LiveId" clId="{E62FA5AF-6883-4EB2-AAA2-38BA59B44B97}" dt="2026-04-06T16:13:15.065" v="43"/>
          <ac:spMkLst>
            <pc:docMk/>
            <pc:sldMk cId="0" sldId="271"/>
            <ac:spMk id="8" creationId="{B44DD9CC-D571-C474-ED74-BD024BE7F7FB}"/>
          </ac:spMkLst>
        </pc:spChg>
        <pc:graphicFrameChg chg="del">
          <ac:chgData name="Hye Ran Yoo" userId="ecf0e9cfc4aa0708" providerId="LiveId" clId="{E62FA5AF-6883-4EB2-AAA2-38BA59B44B97}" dt="2026-04-06T16:13:14.642" v="42" actId="478"/>
          <ac:graphicFrameMkLst>
            <pc:docMk/>
            <pc:sldMk cId="0" sldId="271"/>
            <ac:graphicFrameMk id="5" creationId="{00000000-0000-0000-0000-000000000000}"/>
          </ac:graphicFrameMkLst>
        </pc:graphicFrameChg>
        <pc:picChg chg="add mod">
          <ac:chgData name="Hye Ran Yoo" userId="ecf0e9cfc4aa0708" providerId="LiveId" clId="{E62FA5AF-6883-4EB2-AAA2-38BA59B44B97}" dt="2026-04-06T16:13:15.065" v="43"/>
          <ac:picMkLst>
            <pc:docMk/>
            <pc:sldMk cId="0" sldId="271"/>
            <ac:picMk id="9" creationId="{91AF8BDB-E38E-52B4-1C0B-32541F968A2A}"/>
          </ac:picMkLst>
        </pc:picChg>
      </pc:sldChg>
      <pc:sldChg chg="addSp delSp modSp mod">
        <pc:chgData name="Hye Ran Yoo" userId="ecf0e9cfc4aa0708" providerId="LiveId" clId="{E62FA5AF-6883-4EB2-AAA2-38BA59B44B97}" dt="2026-04-06T16:13:42.913" v="47"/>
        <pc:sldMkLst>
          <pc:docMk/>
          <pc:sldMk cId="0" sldId="272"/>
        </pc:sldMkLst>
        <pc:spChg chg="del">
          <ac:chgData name="Hye Ran Yoo" userId="ecf0e9cfc4aa0708" providerId="LiveId" clId="{E62FA5AF-6883-4EB2-AAA2-38BA59B44B97}" dt="2026-04-06T16:13:32.820" v="44" actId="478"/>
          <ac:spMkLst>
            <pc:docMk/>
            <pc:sldMk cId="0" sldId="272"/>
            <ac:spMk id="3" creationId="{00000000-0000-0000-0000-000000000000}"/>
          </ac:spMkLst>
        </pc:spChg>
        <pc:spChg chg="add mod">
          <ac:chgData name="Hye Ran Yoo" userId="ecf0e9cfc4aa0708" providerId="LiveId" clId="{E62FA5AF-6883-4EB2-AAA2-38BA59B44B97}" dt="2026-04-06T16:13:33.183" v="45"/>
          <ac:spMkLst>
            <pc:docMk/>
            <pc:sldMk cId="0" sldId="272"/>
            <ac:spMk id="4" creationId="{447D3233-B968-E1C9-29E4-4CD12BD01E95}"/>
          </ac:spMkLst>
        </pc:spChg>
        <pc:spChg chg="del">
          <ac:chgData name="Hye Ran Yoo" userId="ecf0e9cfc4aa0708" providerId="LiveId" clId="{E62FA5AF-6883-4EB2-AAA2-38BA59B44B97}" dt="2026-04-06T16:13:42.485" v="46" actId="478"/>
          <ac:spMkLst>
            <pc:docMk/>
            <pc:sldMk cId="0" sldId="272"/>
            <ac:spMk id="6" creationId="{00000000-0000-0000-0000-000000000000}"/>
          </ac:spMkLst>
        </pc:spChg>
        <pc:spChg chg="add mod">
          <ac:chgData name="Hye Ran Yoo" userId="ecf0e9cfc4aa0708" providerId="LiveId" clId="{E62FA5AF-6883-4EB2-AAA2-38BA59B44B97}" dt="2026-04-06T16:13:42.913" v="47"/>
          <ac:spMkLst>
            <pc:docMk/>
            <pc:sldMk cId="0" sldId="272"/>
            <ac:spMk id="10" creationId="{CDB6EA71-74C4-3A95-C93E-D65EA35E3C30}"/>
          </ac:spMkLst>
        </pc:spChg>
        <pc:spChg chg="add mod">
          <ac:chgData name="Hye Ran Yoo" userId="ecf0e9cfc4aa0708" providerId="LiveId" clId="{E62FA5AF-6883-4EB2-AAA2-38BA59B44B97}" dt="2026-04-06T16:13:42.913" v="47"/>
          <ac:spMkLst>
            <pc:docMk/>
            <pc:sldMk cId="0" sldId="272"/>
            <ac:spMk id="11" creationId="{46E800B9-693B-7216-7C81-73D524690237}"/>
          </ac:spMkLst>
        </pc:spChg>
        <pc:spChg chg="add mod">
          <ac:chgData name="Hye Ran Yoo" userId="ecf0e9cfc4aa0708" providerId="LiveId" clId="{E62FA5AF-6883-4EB2-AAA2-38BA59B44B97}" dt="2026-04-06T16:13:42.913" v="47"/>
          <ac:spMkLst>
            <pc:docMk/>
            <pc:sldMk cId="0" sldId="272"/>
            <ac:spMk id="12" creationId="{3DCD582D-3F95-493B-B564-67F6280C850A}"/>
          </ac:spMkLst>
        </pc:spChg>
        <pc:spChg chg="add mod">
          <ac:chgData name="Hye Ran Yoo" userId="ecf0e9cfc4aa0708" providerId="LiveId" clId="{E62FA5AF-6883-4EB2-AAA2-38BA59B44B97}" dt="2026-04-06T16:13:42.913" v="47"/>
          <ac:spMkLst>
            <pc:docMk/>
            <pc:sldMk cId="0" sldId="272"/>
            <ac:spMk id="13" creationId="{FA6FB920-C5FF-305D-A024-084796527AB0}"/>
          </ac:spMkLst>
        </pc:spChg>
        <pc:spChg chg="add mod">
          <ac:chgData name="Hye Ran Yoo" userId="ecf0e9cfc4aa0708" providerId="LiveId" clId="{E62FA5AF-6883-4EB2-AAA2-38BA59B44B97}" dt="2026-04-06T16:13:42.913" v="47"/>
          <ac:spMkLst>
            <pc:docMk/>
            <pc:sldMk cId="0" sldId="272"/>
            <ac:spMk id="14" creationId="{875EF01F-ABB0-D058-D62D-9045FE78BBAB}"/>
          </ac:spMkLst>
        </pc:spChg>
        <pc:graphicFrameChg chg="del">
          <ac:chgData name="Hye Ran Yoo" userId="ecf0e9cfc4aa0708" providerId="LiveId" clId="{E62FA5AF-6883-4EB2-AAA2-38BA59B44B97}" dt="2026-04-06T16:13:42.485" v="46" actId="478"/>
          <ac:graphicFrameMkLst>
            <pc:docMk/>
            <pc:sldMk cId="0" sldId="272"/>
            <ac:graphicFrameMk id="5" creationId="{00000000-0000-0000-0000-000000000000}"/>
          </ac:graphicFrameMkLst>
        </pc:graphicFrameChg>
        <pc:graphicFrameChg chg="add mod">
          <ac:chgData name="Hye Ran Yoo" userId="ecf0e9cfc4aa0708" providerId="LiveId" clId="{E62FA5AF-6883-4EB2-AAA2-38BA59B44B97}" dt="2026-04-06T16:13:42.913" v="47"/>
          <ac:graphicFrameMkLst>
            <pc:docMk/>
            <pc:sldMk cId="0" sldId="272"/>
            <ac:graphicFrameMk id="8" creationId="{8E04B7BF-1906-3394-2493-F01D260AEB68}"/>
          </ac:graphicFrameMkLst>
        </pc:graphicFrameChg>
        <pc:graphicFrameChg chg="add mod">
          <ac:chgData name="Hye Ran Yoo" userId="ecf0e9cfc4aa0708" providerId="LiveId" clId="{E62FA5AF-6883-4EB2-AAA2-38BA59B44B97}" dt="2026-04-06T16:13:42.913" v="47"/>
          <ac:graphicFrameMkLst>
            <pc:docMk/>
            <pc:sldMk cId="0" sldId="272"/>
            <ac:graphicFrameMk id="9" creationId="{5A56FFE3-B5DC-B766-8DCF-8890BABE648A}"/>
          </ac:graphicFrameMkLst>
        </pc:graphicFrameChg>
      </pc:sldChg>
      <pc:sldChg chg="addSp delSp modSp mod">
        <pc:chgData name="Hye Ran Yoo" userId="ecf0e9cfc4aa0708" providerId="LiveId" clId="{E62FA5AF-6883-4EB2-AAA2-38BA59B44B97}" dt="2026-04-06T16:14:00.272" v="49"/>
        <pc:sldMkLst>
          <pc:docMk/>
          <pc:sldMk cId="0" sldId="273"/>
        </pc:sldMkLst>
        <pc:spChg chg="add mod">
          <ac:chgData name="Hye Ran Yoo" userId="ecf0e9cfc4aa0708" providerId="LiveId" clId="{E62FA5AF-6883-4EB2-AAA2-38BA59B44B97}" dt="2026-04-06T16:14:00.272" v="49"/>
          <ac:spMkLst>
            <pc:docMk/>
            <pc:sldMk cId="0" sldId="273"/>
            <ac:spMk id="4" creationId="{3F49F08A-C3CE-00AE-B1B0-5326E870B636}"/>
          </ac:spMkLst>
        </pc:spChg>
        <pc:spChg chg="del">
          <ac:chgData name="Hye Ran Yoo" userId="ecf0e9cfc4aa0708" providerId="LiveId" clId="{E62FA5AF-6883-4EB2-AAA2-38BA59B44B97}" dt="2026-04-06T16:13:59.725" v="48" actId="478"/>
          <ac:spMkLst>
            <pc:docMk/>
            <pc:sldMk cId="0" sldId="273"/>
            <ac:spMk id="5" creationId="{00000000-0000-0000-0000-000000000000}"/>
          </ac:spMkLst>
        </pc:spChg>
        <pc:picChg chg="add mod">
          <ac:chgData name="Hye Ran Yoo" userId="ecf0e9cfc4aa0708" providerId="LiveId" clId="{E62FA5AF-6883-4EB2-AAA2-38BA59B44B97}" dt="2026-04-06T16:14:00.272" v="49"/>
          <ac:picMkLst>
            <pc:docMk/>
            <pc:sldMk cId="0" sldId="273"/>
            <ac:picMk id="7" creationId="{BE35FB34-E84A-3AD5-8627-6824C0104F1A}"/>
          </ac:picMkLst>
        </pc:picChg>
      </pc:sldChg>
      <pc:sldChg chg="addSp delSp modSp mod">
        <pc:chgData name="Hye Ran Yoo" userId="ecf0e9cfc4aa0708" providerId="LiveId" clId="{E62FA5AF-6883-4EB2-AAA2-38BA59B44B97}" dt="2026-04-07T21:19:08.908" v="133" actId="948"/>
        <pc:sldMkLst>
          <pc:docMk/>
          <pc:sldMk cId="1545341180" sldId="292"/>
        </pc:sldMkLst>
        <pc:spChg chg="mod">
          <ac:chgData name="Hye Ran Yoo" userId="ecf0e9cfc4aa0708" providerId="LiveId" clId="{E62FA5AF-6883-4EB2-AAA2-38BA59B44B97}" dt="2026-04-06T16:07:35.660" v="9"/>
          <ac:spMkLst>
            <pc:docMk/>
            <pc:sldMk cId="1545341180" sldId="292"/>
            <ac:spMk id="3" creationId="{12253715-3617-3FC4-27D2-03E52281DB66}"/>
          </ac:spMkLst>
        </pc:spChg>
        <pc:spChg chg="mod">
          <ac:chgData name="Hye Ran Yoo" userId="ecf0e9cfc4aa0708" providerId="LiveId" clId="{E62FA5AF-6883-4EB2-AAA2-38BA59B44B97}" dt="2026-04-06T16:17:41.003" v="91"/>
          <ac:spMkLst>
            <pc:docMk/>
            <pc:sldMk cId="1545341180" sldId="292"/>
            <ac:spMk id="5" creationId="{B0AD0B9C-C1B1-B569-1D85-5217E2F6BA60}"/>
          </ac:spMkLst>
        </pc:spChg>
        <pc:spChg chg="mod">
          <ac:chgData name="Hye Ran Yoo" userId="ecf0e9cfc4aa0708" providerId="LiveId" clId="{E62FA5AF-6883-4EB2-AAA2-38BA59B44B97}" dt="2026-04-06T16:07:27.487" v="7"/>
          <ac:spMkLst>
            <pc:docMk/>
            <pc:sldMk cId="1545341180" sldId="292"/>
            <ac:spMk id="8" creationId="{D034D706-F0CA-1FD4-25F1-A779299DFE1E}"/>
          </ac:spMkLst>
        </pc:spChg>
        <pc:spChg chg="mod">
          <ac:chgData name="Hye Ran Yoo" userId="ecf0e9cfc4aa0708" providerId="LiveId" clId="{E62FA5AF-6883-4EB2-AAA2-38BA59B44B97}" dt="2026-04-06T16:07:27.487" v="7"/>
          <ac:spMkLst>
            <pc:docMk/>
            <pc:sldMk cId="1545341180" sldId="292"/>
            <ac:spMk id="9" creationId="{09AA4561-D6FD-7107-0841-0958B7FEB633}"/>
          </ac:spMkLst>
        </pc:spChg>
        <pc:spChg chg="add mod">
          <ac:chgData name="Hye Ran Yoo" userId="ecf0e9cfc4aa0708" providerId="LiveId" clId="{E62FA5AF-6883-4EB2-AAA2-38BA59B44B97}" dt="2026-04-07T21:19:08.908" v="133" actId="948"/>
          <ac:spMkLst>
            <pc:docMk/>
            <pc:sldMk cId="1545341180" sldId="292"/>
            <ac:spMk id="10" creationId="{8B0C852D-7120-C283-F984-875B136D3DB5}"/>
          </ac:spMkLst>
        </pc:spChg>
        <pc:grpChg chg="add mod">
          <ac:chgData name="Hye Ran Yoo" userId="ecf0e9cfc4aa0708" providerId="LiveId" clId="{E62FA5AF-6883-4EB2-AAA2-38BA59B44B97}" dt="2026-04-06T16:07:27.487" v="7"/>
          <ac:grpSpMkLst>
            <pc:docMk/>
            <pc:sldMk cId="1545341180" sldId="292"/>
            <ac:grpSpMk id="4" creationId="{C05D132B-B3F7-5F18-7B31-B61A2B482BCA}"/>
          </ac:grpSpMkLst>
        </pc:grpChg>
        <pc:picChg chg="del">
          <ac:chgData name="Hye Ran Yoo" userId="ecf0e9cfc4aa0708" providerId="LiveId" clId="{E62FA5AF-6883-4EB2-AAA2-38BA59B44B97}" dt="2026-04-06T16:07:27.033" v="6" actId="478"/>
          <ac:picMkLst>
            <pc:docMk/>
            <pc:sldMk cId="1545341180" sldId="292"/>
            <ac:picMk id="6" creationId="{CF4C2A1D-B2E0-53CA-72AB-A50EA8BB5084}"/>
          </ac:picMkLst>
        </pc:picChg>
        <pc:picChg chg="mod">
          <ac:chgData name="Hye Ran Yoo" userId="ecf0e9cfc4aa0708" providerId="LiveId" clId="{E62FA5AF-6883-4EB2-AAA2-38BA59B44B97}" dt="2026-04-06T16:07:27.487" v="7"/>
          <ac:picMkLst>
            <pc:docMk/>
            <pc:sldMk cId="1545341180" sldId="292"/>
            <ac:picMk id="7" creationId="{8CC6FF88-DB55-891A-DD23-514A7A1D366E}"/>
          </ac:picMkLst>
        </pc:picChg>
      </pc:sldChg>
      <pc:sldChg chg="modSp mod">
        <pc:chgData name="Hye Ran Yoo" userId="ecf0e9cfc4aa0708" providerId="LiveId" clId="{E62FA5AF-6883-4EB2-AAA2-38BA59B44B97}" dt="2026-04-06T16:16:46.757" v="89" actId="1076"/>
        <pc:sldMkLst>
          <pc:docMk/>
          <pc:sldMk cId="1523562779" sldId="293"/>
        </pc:sldMkLst>
        <pc:picChg chg="mod">
          <ac:chgData name="Hye Ran Yoo" userId="ecf0e9cfc4aa0708" providerId="LiveId" clId="{E62FA5AF-6883-4EB2-AAA2-38BA59B44B97}" dt="2026-04-06T16:16:46.757" v="89" actId="1076"/>
          <ac:picMkLst>
            <pc:docMk/>
            <pc:sldMk cId="1523562779" sldId="293"/>
            <ac:picMk id="6" creationId="{C09CB771-3613-DAFB-72AD-7666D84143CF}"/>
          </ac:picMkLst>
        </pc:picChg>
        <pc:picChg chg="mod">
          <ac:chgData name="Hye Ran Yoo" userId="ecf0e9cfc4aa0708" providerId="LiveId" clId="{E62FA5AF-6883-4EB2-AAA2-38BA59B44B97}" dt="2026-04-06T16:16:45.168" v="88" actId="1076"/>
          <ac:picMkLst>
            <pc:docMk/>
            <pc:sldMk cId="1523562779" sldId="293"/>
            <ac:picMk id="7" creationId="{7B963CAB-CBA8-F74B-C9C3-C46C7CB2A8CD}"/>
          </ac:picMkLst>
        </pc:picChg>
      </pc:sldChg>
      <pc:sldChg chg="addSp delSp modSp mod">
        <pc:chgData name="Hye Ran Yoo" userId="ecf0e9cfc4aa0708" providerId="LiveId" clId="{E62FA5AF-6883-4EB2-AAA2-38BA59B44B97}" dt="2026-04-07T21:32:07.279" v="207" actId="14100"/>
        <pc:sldMkLst>
          <pc:docMk/>
          <pc:sldMk cId="4032721874" sldId="294"/>
        </pc:sldMkLst>
        <pc:spChg chg="add mod">
          <ac:chgData name="Hye Ran Yoo" userId="ecf0e9cfc4aa0708" providerId="LiveId" clId="{E62FA5AF-6883-4EB2-AAA2-38BA59B44B97}" dt="2026-04-07T21:32:07.279" v="207" actId="14100"/>
          <ac:spMkLst>
            <pc:docMk/>
            <pc:sldMk cId="4032721874" sldId="294"/>
            <ac:spMk id="3" creationId="{0B3C0CFD-EE69-4798-B103-2F421965B84D}"/>
          </ac:spMkLst>
        </pc:spChg>
        <pc:spChg chg="del">
          <ac:chgData name="Hye Ran Yoo" userId="ecf0e9cfc4aa0708" providerId="LiveId" clId="{E62FA5AF-6883-4EB2-AAA2-38BA59B44B97}" dt="2026-04-06T16:10:00.875" v="21" actId="478"/>
          <ac:spMkLst>
            <pc:docMk/>
            <pc:sldMk cId="4032721874" sldId="294"/>
            <ac:spMk id="3" creationId="{0E3038F2-7F79-0ABA-EB21-A5132B657603}"/>
          </ac:spMkLst>
        </pc:spChg>
        <pc:spChg chg="del">
          <ac:chgData name="Hye Ran Yoo" userId="ecf0e9cfc4aa0708" providerId="LiveId" clId="{E62FA5AF-6883-4EB2-AAA2-38BA59B44B97}" dt="2026-04-06T16:10:00.875" v="21" actId="478"/>
          <ac:spMkLst>
            <pc:docMk/>
            <pc:sldMk cId="4032721874" sldId="294"/>
            <ac:spMk id="4" creationId="{C00CB273-8F4B-D40B-A9F6-6392BA9DCB8E}"/>
          </ac:spMkLst>
        </pc:spChg>
        <pc:spChg chg="add mod">
          <ac:chgData name="Hye Ran Yoo" userId="ecf0e9cfc4aa0708" providerId="LiveId" clId="{E62FA5AF-6883-4EB2-AAA2-38BA59B44B97}" dt="2026-04-06T16:08:55.387" v="16"/>
          <ac:spMkLst>
            <pc:docMk/>
            <pc:sldMk cId="4032721874" sldId="294"/>
            <ac:spMk id="5" creationId="{0E75E60E-FE0E-3230-3FCA-D01FE4F79386}"/>
          </ac:spMkLst>
        </pc:spChg>
        <pc:spChg chg="add mod">
          <ac:chgData name="Hye Ran Yoo" userId="ecf0e9cfc4aa0708" providerId="LiveId" clId="{E62FA5AF-6883-4EB2-AAA2-38BA59B44B97}" dt="2026-04-06T16:10:01.297" v="22"/>
          <ac:spMkLst>
            <pc:docMk/>
            <pc:sldMk cId="4032721874" sldId="294"/>
            <ac:spMk id="9" creationId="{85CB7C44-9C1A-7A79-55C6-179D240E2099}"/>
          </ac:spMkLst>
        </pc:spChg>
        <pc:spChg chg="add mod">
          <ac:chgData name="Hye Ran Yoo" userId="ecf0e9cfc4aa0708" providerId="LiveId" clId="{E62FA5AF-6883-4EB2-AAA2-38BA59B44B97}" dt="2026-04-06T16:10:01.297" v="22"/>
          <ac:spMkLst>
            <pc:docMk/>
            <pc:sldMk cId="4032721874" sldId="294"/>
            <ac:spMk id="10" creationId="{99A7C88D-C14E-474C-AB22-D4FDE720C8E2}"/>
          </ac:spMkLst>
        </pc:spChg>
        <pc:picChg chg="add mod">
          <ac:chgData name="Hye Ran Yoo" userId="ecf0e9cfc4aa0708" providerId="LiveId" clId="{E62FA5AF-6883-4EB2-AAA2-38BA59B44B97}" dt="2026-04-06T16:08:55.387" v="16"/>
          <ac:picMkLst>
            <pc:docMk/>
            <pc:sldMk cId="4032721874" sldId="294"/>
            <ac:picMk id="7" creationId="{D400769D-8083-D63F-27D3-0ECC69CD698A}"/>
          </ac:picMkLst>
        </pc:picChg>
        <pc:picChg chg="del">
          <ac:chgData name="Hye Ran Yoo" userId="ecf0e9cfc4aa0708" providerId="LiveId" clId="{E62FA5AF-6883-4EB2-AAA2-38BA59B44B97}" dt="2026-04-06T16:08:54.961" v="15" actId="478"/>
          <ac:picMkLst>
            <pc:docMk/>
            <pc:sldMk cId="4032721874" sldId="294"/>
            <ac:picMk id="8" creationId="{C6E4045A-AA31-7BE3-D9D4-6D60A440F35B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896265-E9B3-4E2E-9AC0-19206B96F25E}" type="datetimeFigureOut">
              <a:rPr lang="en-CA" smtClean="0"/>
              <a:t>2026-04-07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A6DFA2-BDB7-4E50-ABA6-A9393373066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546671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DFA2-BDB7-4E50-ABA6-A9393373066A}" type="slidenum">
              <a:rPr lang="en-CA" smtClean="0"/>
              <a:t>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0929221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DFA2-BDB7-4E50-ABA6-A9393373066A}" type="slidenum">
              <a:rPr lang="en-CA" smtClean="0"/>
              <a:t>8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7799804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6A6DFA2-BDB7-4E50-ABA6-A9393373066A}" type="slidenum">
              <a:rPr lang="en-CA" smtClean="0"/>
              <a:t>27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0767850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560320"/>
            <a:ext cx="12191695" cy="18288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548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>
                <a:solidFill>
                  <a:srgbClr val="BBCCEE"/>
                </a:solidFill>
                <a:latin typeface="Calibri"/>
              </a:defRPr>
            </a:pPr>
            <a:r>
              <a:t>CST 8506 – Machine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0">
                <a:solidFill>
                  <a:srgbClr val="FFFFFF"/>
                </a:solidFill>
                <a:latin typeface="Calibri"/>
              </a:defRPr>
            </a:pPr>
            <a:r>
              <a:t>Final Project – Group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3600" b="1">
                <a:solidFill>
                  <a:srgbClr val="FFFFFF"/>
                </a:solidFill>
                <a:latin typeface="Calibri"/>
              </a:defRPr>
            </a:pPr>
            <a:r>
              <a:t>Leaf Species Classification Using Machine Learning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>
                <a:solidFill>
                  <a:srgbClr val="DDEEFF"/>
                </a:solidFill>
                <a:latin typeface="Calibri"/>
              </a:defRPr>
            </a:pPr>
            <a:r>
              <a:t>Applying CRISP-DM to the UCI Leaf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4754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Hye Ran Yoo</a:t>
            </a:r>
            <a:br/>
            <a:r>
              <a:t>041145212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0" y="4754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Peng Wang</a:t>
            </a:r>
            <a:br/>
            <a:r>
              <a:t>041107730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06640" y="475488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Yinyuan Chen</a:t>
            </a:r>
            <a:br/>
            <a:r>
              <a:t>041146649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943600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99AACC"/>
                </a:solidFill>
                <a:latin typeface="Calibri"/>
              </a:defRPr>
            </a:pPr>
            <a:r>
              <a:rPr lang="en-CA" dirty="0"/>
              <a:t>Apr</a:t>
            </a:r>
            <a:r>
              <a:rPr dirty="0"/>
              <a:t> </a:t>
            </a:r>
            <a:r>
              <a:rPr lang="en-CA" dirty="0"/>
              <a:t>3</a:t>
            </a:r>
            <a:r>
              <a:rPr dirty="0"/>
              <a:t>, 2026  |  Algonquin College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Presentation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280160"/>
            <a:ext cx="548640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1.  Introduction &amp; Project Overview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2.  Business Understanding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3.  Data Understanding – Feature &amp; Image Datasets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4.  </a:t>
            </a:r>
            <a:r>
              <a:rPr dirty="0">
                <a:highlight>
                  <a:srgbClr val="FFFF00"/>
                </a:highlight>
              </a:rPr>
              <a:t>Classification (</a:t>
            </a:r>
            <a:r>
              <a:rPr lang="en-CA" dirty="0">
                <a:highlight>
                  <a:srgbClr val="FFFF00"/>
                </a:highlight>
              </a:rPr>
              <a:t>Hye Ran Yoo</a:t>
            </a:r>
            <a:r>
              <a:rPr dirty="0">
                <a:highlight>
                  <a:srgbClr val="FFFF00"/>
                </a:highlight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      – Data Preparation, Modelling, Evaluation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5.  </a:t>
            </a:r>
            <a:r>
              <a:rPr dirty="0">
                <a:highlight>
                  <a:srgbClr val="FFFF00"/>
                </a:highlight>
              </a:rPr>
              <a:t>Clustering (</a:t>
            </a:r>
            <a:r>
              <a:rPr lang="en-CA" dirty="0">
                <a:highlight>
                  <a:srgbClr val="FFFF00"/>
                </a:highlight>
              </a:rPr>
              <a:t>Peng Wang</a:t>
            </a:r>
            <a:r>
              <a:rPr dirty="0">
                <a:highlight>
                  <a:srgbClr val="FFFF00"/>
                </a:highlight>
              </a:rPr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      – Data Preparation, Modelling, Evaluation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6.  </a:t>
            </a:r>
            <a:r>
              <a:rPr dirty="0">
                <a:highlight>
                  <a:srgbClr val="FFFF00"/>
                </a:highlight>
              </a:rPr>
              <a:t>Outlier Detection (</a:t>
            </a:r>
            <a:r>
              <a:rPr dirty="0" err="1">
                <a:highlight>
                  <a:srgbClr val="FFFF00"/>
                </a:highlight>
              </a:rPr>
              <a:t>Yinyuan</a:t>
            </a:r>
            <a:r>
              <a:rPr dirty="0">
                <a:highlight>
                  <a:srgbClr val="FFFF00"/>
                </a:highlight>
              </a:rPr>
              <a:t> Chen)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      – Data Preparation, Modelling, Evaluation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7.  Discussion of Results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8.  Conclusion &amp; Future Work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2000">
                <a:solidFill>
                  <a:srgbClr val="333333"/>
                </a:solidFill>
                <a:latin typeface="Calibri"/>
              </a:defRPr>
            </a:pPr>
            <a:r>
              <a:rPr dirty="0"/>
              <a:t>9.  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6930887" y="1463039"/>
            <a:ext cx="4499113" cy="4927821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315200" y="1554480"/>
            <a:ext cx="393192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1">
                <a:solidFill>
                  <a:srgbClr val="1B3A5C"/>
                </a:solidFill>
                <a:latin typeface="Calibri"/>
              </a:defRPr>
            </a:pPr>
            <a:r>
              <a:rPr dirty="0"/>
              <a:t>Presenter Assignments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CA" dirty="0"/>
              <a:t>  </a:t>
            </a: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CA" b="1" dirty="0"/>
              <a:t>Hye Ran Yoo </a:t>
            </a:r>
            <a:r>
              <a:rPr dirty="0"/>
              <a:t>:</a:t>
            </a:r>
            <a:r>
              <a:rPr lang="en-CA" dirty="0"/>
              <a:t> Total Slides 11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CA" dirty="0"/>
              <a:t>    Data Understanding (Slides 6-7)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CA" dirty="0"/>
              <a:t>    </a:t>
            </a:r>
            <a:r>
              <a:rPr dirty="0"/>
              <a:t>Classification (Slides </a:t>
            </a:r>
            <a:r>
              <a:rPr lang="en-CA" dirty="0"/>
              <a:t>13</a:t>
            </a:r>
            <a:r>
              <a:rPr dirty="0"/>
              <a:t>–</a:t>
            </a:r>
            <a:r>
              <a:rPr lang="en-CA" dirty="0"/>
              <a:t>21</a:t>
            </a:r>
            <a:r>
              <a:rPr dirty="0"/>
              <a:t>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CA" b="1" dirty="0"/>
              <a:t>Peng Wang </a:t>
            </a:r>
            <a:r>
              <a:rPr dirty="0"/>
              <a:t>:</a:t>
            </a:r>
            <a:r>
              <a:rPr lang="en-CA" dirty="0"/>
              <a:t> Total Slides 10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CA" dirty="0"/>
              <a:t>    Explore Data, Data Quality (Slides 8-11)</a:t>
            </a: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  </a:t>
            </a:r>
            <a:r>
              <a:rPr lang="en-CA" dirty="0"/>
              <a:t>  </a:t>
            </a:r>
            <a:r>
              <a:rPr dirty="0"/>
              <a:t>Clustering (Slides </a:t>
            </a:r>
            <a:r>
              <a:rPr lang="en-CA" dirty="0"/>
              <a:t>23</a:t>
            </a:r>
            <a:r>
              <a:rPr dirty="0"/>
              <a:t>–2</a:t>
            </a:r>
            <a:r>
              <a:rPr lang="en-CA" dirty="0"/>
              <a:t>7</a:t>
            </a:r>
            <a:r>
              <a:rPr dirty="0"/>
              <a:t>)</a:t>
            </a:r>
            <a:endParaRPr lang="en-CA"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US" dirty="0"/>
              <a:t>    </a:t>
            </a:r>
            <a:r>
              <a:rPr lang="en-CA" dirty="0"/>
              <a:t>Conclusion (Slides 36)</a:t>
            </a: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b="1" dirty="0" err="1"/>
              <a:t>Yinyuan</a:t>
            </a:r>
            <a:r>
              <a:rPr b="1" dirty="0"/>
              <a:t> Chen</a:t>
            </a:r>
            <a:r>
              <a:rPr lang="en-CA" b="1" dirty="0"/>
              <a:t> </a:t>
            </a:r>
            <a:r>
              <a:rPr dirty="0"/>
              <a:t>:</a:t>
            </a:r>
            <a:r>
              <a:rPr lang="en-CA" dirty="0"/>
              <a:t> Total Slides 10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CA" dirty="0"/>
              <a:t>   Intro, Business Understanding (Slides 2-5)</a:t>
            </a: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 </a:t>
            </a:r>
            <a:r>
              <a:rPr lang="en-CA" dirty="0"/>
              <a:t> </a:t>
            </a:r>
            <a:r>
              <a:rPr dirty="0"/>
              <a:t> Outlier Detection (Slides 2</a:t>
            </a:r>
            <a:r>
              <a:rPr lang="en-CA" dirty="0"/>
              <a:t>9</a:t>
            </a:r>
            <a:r>
              <a:rPr dirty="0"/>
              <a:t>–</a:t>
            </a:r>
            <a:r>
              <a:rPr lang="en-CA" dirty="0"/>
              <a:t>32</a:t>
            </a:r>
            <a:r>
              <a:rPr dirty="0"/>
              <a:t>)</a:t>
            </a:r>
            <a:endParaRPr lang="en-CA"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lang="en-US" dirty="0"/>
              <a:t>   </a:t>
            </a:r>
            <a:r>
              <a:rPr lang="en-CA" dirty="0"/>
              <a:t>Discussion (Slides 34–35)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A63A2AD-0D3A-F78A-5E4A-3D44E791920B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 err="1"/>
              <a:t>Yinyuan</a:t>
            </a:r>
            <a:r>
              <a:rPr lang="en-CA" dirty="0"/>
              <a:t> Chen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1. Introduction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188720"/>
            <a:ext cx="68580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Plant species identification is critical in botany, ecology, agriculture,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and environmental conservation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Traditional approaches rely on manual inspection by trained experts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→ time-consuming and prone to subjective errors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This project applies machine learning methods to the UCI Leaf Dataset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– 340 leaf specimens from 30 plant species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– 14 numerical features extracted from digital images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– Additional RGB and BW image datasets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Three core tasks: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1) Classification  (Peng Wang)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2) Clustering  (Hye Ran Yoo)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3) Outlier Detection  (</a:t>
            </a:r>
            <a:r>
              <a:rPr sz="1600" dirty="0" err="1"/>
              <a:t>Yinyuan</a:t>
            </a:r>
            <a:r>
              <a:rPr sz="1600" dirty="0"/>
              <a:t> Chen)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Framework: CRISP-DM (Cross-Industry Standard Process for Data Mining)</a:t>
            </a:r>
          </a:p>
        </p:txBody>
      </p:sp>
      <p:pic>
        <p:nvPicPr>
          <p:cNvPr id="6" name="Picture 5" descr="image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5397" y="1097280"/>
            <a:ext cx="4597002" cy="2242268"/>
          </a:xfrm>
          <a:prstGeom prst="rect">
            <a:avLst/>
          </a:prstGeom>
        </p:spPr>
      </p:pic>
      <p:pic>
        <p:nvPicPr>
          <p:cNvPr id="7" name="Picture 6" descr="image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1088" y="4366591"/>
            <a:ext cx="6671312" cy="192156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8DF0197E-3B12-35D9-3018-EAD848ED5517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 err="1"/>
              <a:t>Yinyuan</a:t>
            </a:r>
            <a:r>
              <a:rPr lang="en-CA" dirty="0"/>
              <a:t> Chen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Business Understanding – Project Plan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Workload Distribution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08634727"/>
              </p:ext>
            </p:extLst>
          </p:nvPr>
        </p:nvGraphicFramePr>
        <p:xfrm>
          <a:off x="548640" y="1645920"/>
          <a:ext cx="594360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 / Subtask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Student Name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Introduction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All Members</a:t>
                      </a:r>
                      <a:r>
                        <a:rPr lang="en-CA" dirty="0"/>
                        <a:t>-Peng Wang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Business Understanding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All Members</a:t>
                      </a:r>
                      <a:r>
                        <a:rPr lang="en-CA" dirty="0"/>
                        <a:t>-</a:t>
                      </a:r>
                      <a:r>
                        <a:rPr lang="en-CA" dirty="0" err="1"/>
                        <a:t>Yinyuan</a:t>
                      </a:r>
                      <a:r>
                        <a:rPr lang="en-CA" dirty="0"/>
                        <a:t>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Data Understanding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All Members</a:t>
                      </a:r>
                      <a:r>
                        <a:rPr lang="en-CA" dirty="0"/>
                        <a:t>-Hye Ran Yoo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 – Prep, Model,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lang="en-CA" dirty="0"/>
                        <a:t>Hye Ran Yoo</a:t>
                      </a:r>
                      <a:endParaRPr dirty="0"/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Clustering – Prep, Model, Eval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lang="en-CA" dirty="0"/>
                        <a:t>Peng Wang</a:t>
                      </a:r>
                      <a:endParaRPr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Outlier Detection – Prep, Model,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 err="1"/>
                        <a:t>Yinyuan</a:t>
                      </a:r>
                      <a:r>
                        <a:rPr dirty="0"/>
                        <a:t> Chen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Discussion of Results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Members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Conclusion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All Members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0" y="1188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Project Timeline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858000" y="1645920"/>
          <a:ext cx="475488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Phase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Deadline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 1: Business + Data + Prep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March 27, 2026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Part 2: Modelling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Mar 28 – Apr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Report Finalization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April 2, 2026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Presentation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April 8,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C349197A-0585-2FE4-B0C8-8DCD47691195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 err="1"/>
              <a:t>Yinyuan</a:t>
            </a:r>
            <a:r>
              <a:rPr lang="en-CA" dirty="0"/>
              <a:t> Chen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2. Business Understanding – Objectives &amp;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 err="1"/>
              <a:t>Yinyuan</a:t>
            </a:r>
            <a:r>
              <a:rPr lang="en-CA" dirty="0"/>
              <a:t> Chen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Business Objectives: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Develop a reliable system for automatic plant species recognition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Evaluate how well different ML techniques distinguish 30 plant species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Compare traditional ML on features vs. deep learning on images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Situation Assessment: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UCI Leaf Dataset – publicly available, CC BY 4.0 license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Small dataset: 340 instances across 30 classes (8–16 per species)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Image dataset: 443 RGB images (40 species), 340 BW images (30 species)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Tools: Python, scikit-learn, </a:t>
            </a:r>
            <a:r>
              <a:rPr sz="1600" dirty="0" err="1"/>
              <a:t>PyTorch</a:t>
            </a:r>
            <a:r>
              <a:rPr sz="1600" dirty="0"/>
              <a:t>, Power BI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Data Mining Goals: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Classification: Naïve Bayes, SVM, MLP, Stacking, CNN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Clustering: K-Means, DBSCAN, GMM (EM)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Outlier Detection: LOF, Isolation Forest, One-Class SVM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Success Metrics: Accuracy, Precision, Recall, F1, ARI, NMI, Silhouette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Data Understanding – Feature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</a:t>
            </a:r>
            <a:r>
              <a:rPr lang="en-CA" dirty="0"/>
              <a:t> Hye Ran Yoo</a:t>
            </a:r>
            <a:endParaRPr dirty="0"/>
          </a:p>
        </p:txBody>
      </p:sp>
      <p:pic>
        <p:nvPicPr>
          <p:cNvPr id="6" name="Picture 5" descr="image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62262" y="2208291"/>
            <a:ext cx="5646368" cy="2435933"/>
          </a:xfrm>
          <a:prstGeom prst="rect">
            <a:avLst/>
          </a:prstGeom>
        </p:spPr>
      </p:pic>
      <p:pic>
        <p:nvPicPr>
          <p:cNvPr id="7" name="Picture 6" descr="image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6313" y="4768181"/>
            <a:ext cx="6852316" cy="825133"/>
          </a:xfrm>
          <a:prstGeom prst="rect">
            <a:avLst/>
          </a:prstGeom>
        </p:spPr>
      </p:pic>
      <p:pic>
        <p:nvPicPr>
          <p:cNvPr id="8" name="Picture 7" descr="image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830" y="5718511"/>
            <a:ext cx="11332799" cy="858632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D9D8887-01CC-6D54-AB76-4665B8C2D1FC}"/>
              </a:ext>
            </a:extLst>
          </p:cNvPr>
          <p:cNvSpPr txBox="1"/>
          <p:nvPr/>
        </p:nvSpPr>
        <p:spPr>
          <a:xfrm>
            <a:off x="548640" y="1188720"/>
            <a:ext cx="6587656" cy="38933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Source: UCI Machine Learning Repository (Silva &amp; </a:t>
            </a:r>
            <a:r>
              <a:rPr dirty="0" err="1"/>
              <a:t>Marçal</a:t>
            </a:r>
            <a:r>
              <a:rPr dirty="0"/>
              <a:t>, 2013)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b="1" dirty="0"/>
              <a:t>leaf.csv: 340 instances, 16 columns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Column 1: Species class label (</a:t>
            </a:r>
            <a:r>
              <a:rPr dirty="0">
                <a:highlight>
                  <a:srgbClr val="FFFF00"/>
                </a:highlight>
              </a:rPr>
              <a:t>30</a:t>
            </a:r>
            <a:r>
              <a:rPr dirty="0"/>
              <a:t> unique, non-consecutive: 1–15, 22–36)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Column 2: Specimen number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Columns 3–16: </a:t>
            </a:r>
            <a:r>
              <a:rPr dirty="0">
                <a:highlight>
                  <a:srgbClr val="FFFF00"/>
                </a:highlight>
              </a:rPr>
              <a:t>14</a:t>
            </a:r>
            <a:r>
              <a:rPr dirty="0"/>
              <a:t> numerical features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b="1" dirty="0"/>
              <a:t>Features divided into two groups: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Shape: Eccentricity, Aspect Ratio, Elongation, Solidity,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     Stochastic Convexity, Isoperimetric Factor,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     Max Indentation Depth, </a:t>
            </a:r>
            <a:r>
              <a:rPr dirty="0" err="1"/>
              <a:t>Lobedness</a:t>
            </a: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Texture: Avg Intensity, Avg Contrast, Smoothness,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        Third Moment, Uniformity, Entropy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Data Understanding – Image Dataset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782E50B-8EEC-D97E-EEA6-EBE192606451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C54B821-4446-DBBC-4A31-FDAB634DEB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09191620"/>
              </p:ext>
            </p:extLst>
          </p:nvPr>
        </p:nvGraphicFramePr>
        <p:xfrm>
          <a:off x="196859" y="4666323"/>
          <a:ext cx="4015119" cy="19202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00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775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75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0039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Property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rPr dirty="0"/>
                        <a:t>RGB Images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BW Images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Total images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443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Species (folders)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Dimensions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720 × 960 </a:t>
                      </a:r>
                      <a:r>
                        <a:rPr dirty="0" err="1"/>
                        <a:t>px</a:t>
                      </a:r>
                      <a:endParaRPr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720 × 960 </a:t>
                      </a:r>
                      <a:r>
                        <a:rPr dirty="0" err="1"/>
                        <a:t>px</a:t>
                      </a:r>
                      <a:endParaRPr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0039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Colour mode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RGB (3-channel)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Binary (1-bit)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0044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File format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JPG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JPG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54609FAF-0D2A-6DBF-598C-911F8566430C}"/>
              </a:ext>
            </a:extLst>
          </p:cNvPr>
          <p:cNvSpPr/>
          <p:nvPr/>
        </p:nvSpPr>
        <p:spPr>
          <a:xfrm>
            <a:off x="1922910" y="5353138"/>
            <a:ext cx="2160193" cy="20805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7DB0BF3-C739-7853-67ED-033FD190AD7D}"/>
              </a:ext>
            </a:extLst>
          </p:cNvPr>
          <p:cNvSpPr txBox="1"/>
          <p:nvPr/>
        </p:nvSpPr>
        <p:spPr>
          <a:xfrm>
            <a:off x="156110" y="1189477"/>
            <a:ext cx="11094986" cy="33137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600" b="1" dirty="0"/>
              <a:t>Data Sources &amp; Usages:</a:t>
            </a:r>
            <a:endParaRPr lang="en-CA" sz="1600" dirty="0"/>
          </a:p>
          <a:p>
            <a:pPr lvl="1">
              <a:spcAft>
                <a:spcPts val="400"/>
              </a:spcAft>
            </a:pPr>
            <a:r>
              <a:rPr lang="en-CA" sz="1600" dirty="0"/>
              <a:t>CSV (14 features): Main input dataset (PCA, LDA, SVM, Stacking)</a:t>
            </a:r>
          </a:p>
          <a:p>
            <a:pPr lvl="1">
              <a:spcAft>
                <a:spcPts val="400"/>
              </a:spcAft>
            </a:pPr>
            <a:r>
              <a:rPr lang="en-CA" sz="1600" dirty="0"/>
              <a:t>RGB Images (443 </a:t>
            </a:r>
            <a:r>
              <a:rPr lang="en-CA" sz="1600" dirty="0" err="1"/>
              <a:t>imgs</a:t>
            </a:r>
            <a:r>
              <a:rPr lang="en-CA" sz="1600" dirty="0"/>
              <a:t>): Input for </a:t>
            </a:r>
            <a:r>
              <a:rPr lang="en-CA" sz="1600" u="sng" dirty="0">
                <a:solidFill>
                  <a:srgbClr val="FF0000"/>
                </a:solidFill>
              </a:rPr>
              <a:t>CNN</a:t>
            </a:r>
            <a:r>
              <a:rPr lang="en-CA" sz="1600" dirty="0">
                <a:solidFill>
                  <a:srgbClr val="FF0000"/>
                </a:solidFill>
              </a:rPr>
              <a:t> feature extraction</a:t>
            </a:r>
          </a:p>
          <a:p>
            <a:pPr lvl="1">
              <a:spcAft>
                <a:spcPts val="400"/>
              </a:spcAft>
            </a:pPr>
            <a:r>
              <a:rPr lang="en-CA" sz="1600" dirty="0"/>
              <a:t>BW Images (340 </a:t>
            </a:r>
            <a:r>
              <a:rPr lang="en-CA" sz="1600" dirty="0" err="1"/>
              <a:t>imgs</a:t>
            </a:r>
            <a:r>
              <a:rPr lang="en-CA" sz="1600" dirty="0"/>
              <a:t>): Used for analyzing leaf contours and shapes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600" b="1" dirty="0"/>
              <a:t>Two Image Types:</a:t>
            </a:r>
            <a:r>
              <a:rPr lang="en-CA" sz="1600" dirty="0"/>
              <a:t> RGB (443 </a:t>
            </a:r>
            <a:r>
              <a:rPr lang="en-CA" sz="1600" dirty="0" err="1"/>
              <a:t>imgs</a:t>
            </a:r>
            <a:r>
              <a:rPr lang="en-CA" sz="1600" dirty="0"/>
              <a:t>) &amp; BW (340 </a:t>
            </a:r>
            <a:r>
              <a:rPr lang="en-CA" sz="1600" dirty="0" err="1"/>
              <a:t>imgs</a:t>
            </a:r>
            <a:r>
              <a:rPr lang="en-CA" sz="1600" dirty="0"/>
              <a:t>)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600" b="1" dirty="0"/>
              <a:t>Dataset Size Issue:</a:t>
            </a:r>
            <a:r>
              <a:rPr lang="en-CA" sz="1600" dirty="0"/>
              <a:t> 340 total images is </a:t>
            </a:r>
            <a:r>
              <a:rPr lang="en-CA" sz="1600" dirty="0">
                <a:solidFill>
                  <a:srgbClr val="FF0000"/>
                </a:solidFill>
              </a:rPr>
              <a:t>too small </a:t>
            </a:r>
            <a:r>
              <a:rPr lang="en-CA" sz="1600" dirty="0"/>
              <a:t>for Deep Learning (CNN) ➔ Explains why </a:t>
            </a:r>
            <a:r>
              <a:rPr lang="en-CA" sz="1600" dirty="0">
                <a:solidFill>
                  <a:srgbClr val="FF0000"/>
                </a:solidFill>
              </a:rPr>
              <a:t>SVM</a:t>
            </a:r>
            <a:r>
              <a:rPr lang="en-CA" sz="1600" dirty="0"/>
              <a:t> performed better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600" b="1" dirty="0"/>
              <a:t>Class Mismatch:</a:t>
            </a:r>
            <a:r>
              <a:rPr lang="en-CA" sz="1600" dirty="0"/>
              <a:t> 40 species (RGB) vs. 30 species ➔ </a:t>
            </a:r>
            <a:r>
              <a:rPr lang="en-CA" sz="1600" dirty="0">
                <a:solidFill>
                  <a:srgbClr val="FF0000"/>
                </a:solidFill>
              </a:rPr>
              <a:t>Filtering</a:t>
            </a:r>
            <a:r>
              <a:rPr lang="en-CA" sz="1600" dirty="0"/>
              <a:t> required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US" sz="1600" b="1" dirty="0"/>
              <a:t>Dimension Inconsistency:</a:t>
            </a:r>
            <a:r>
              <a:rPr lang="en-US" sz="1600" dirty="0"/>
              <a:t> 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	Found </a:t>
            </a:r>
            <a:r>
              <a:rPr lang="en-US" sz="1600" u="sng" dirty="0"/>
              <a:t>mixed image </a:t>
            </a:r>
            <a:r>
              <a:rPr lang="en-US" sz="1600" dirty="0"/>
              <a:t>orientations (720x960 &amp; 960x720) during </a:t>
            </a:r>
            <a:r>
              <a:rPr lang="en-US" sz="1600" u="sng" dirty="0"/>
              <a:t>Quality Check </a:t>
            </a:r>
            <a:r>
              <a:rPr lang="en-US" sz="1600" dirty="0"/>
              <a:t>	➔ </a:t>
            </a:r>
            <a:r>
              <a:rPr lang="en-US" sz="1600" b="1" dirty="0"/>
              <a:t>Forced resize to </a:t>
            </a:r>
            <a:r>
              <a:rPr lang="en-US" sz="1600" b="1" dirty="0">
                <a:solidFill>
                  <a:srgbClr val="FF0000"/>
                </a:solidFill>
              </a:rPr>
              <a:t>128x128px</a:t>
            </a:r>
            <a:r>
              <a:rPr lang="en-US" sz="1600" dirty="0"/>
              <a:t> for CNN input </a:t>
            </a:r>
            <a:endParaRPr lang="en-CA" sz="1600" dirty="0"/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600" b="1" dirty="0"/>
              <a:t>Missing Classes:</a:t>
            </a:r>
            <a:r>
              <a:rPr lang="en-CA" sz="1600" dirty="0"/>
              <a:t> IDs </a:t>
            </a:r>
            <a:r>
              <a:rPr lang="en-CA" sz="1600" dirty="0">
                <a:solidFill>
                  <a:srgbClr val="FF0000"/>
                </a:solidFill>
              </a:rPr>
              <a:t>16~21</a:t>
            </a:r>
            <a:r>
              <a:rPr lang="en-CA" sz="1600" dirty="0"/>
              <a:t> are absent in the main feature data</a:t>
            </a:r>
          </a:p>
          <a:p>
            <a:pPr marL="285750" indent="-285750">
              <a:spcAft>
                <a:spcPts val="400"/>
              </a:spcAft>
              <a:buFont typeface="Arial" panose="020B0604020202020204" pitchFamily="34" charset="0"/>
              <a:buChar char="•"/>
            </a:pPr>
            <a:r>
              <a:rPr lang="en-CA" sz="1600" b="1" dirty="0"/>
              <a:t>Class Distribution:</a:t>
            </a:r>
            <a:r>
              <a:rPr lang="en-CA" sz="1600" dirty="0"/>
              <a:t> Average 11.3 </a:t>
            </a:r>
            <a:r>
              <a:rPr lang="en-CA" sz="1600" dirty="0" err="1"/>
              <a:t>imgs</a:t>
            </a:r>
            <a:r>
              <a:rPr lang="en-CA" sz="1600" dirty="0"/>
              <a:t> per class ➔ Relatively balanced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615A98C8-71DB-941A-ACBB-7ABA291D5400}"/>
              </a:ext>
            </a:extLst>
          </p:cNvPr>
          <p:cNvGrpSpPr/>
          <p:nvPr/>
        </p:nvGrpSpPr>
        <p:grpSpPr>
          <a:xfrm>
            <a:off x="4293705" y="4482686"/>
            <a:ext cx="7701436" cy="2401816"/>
            <a:chOff x="4264552" y="4053840"/>
            <a:chExt cx="7764392" cy="2700130"/>
          </a:xfrm>
        </p:grpSpPr>
        <p:pic>
          <p:nvPicPr>
            <p:cNvPr id="13" name="Picture 12" descr="image10.png">
              <a:extLst>
                <a:ext uri="{FF2B5EF4-FFF2-40B4-BE49-F238E27FC236}">
                  <a16:creationId xmlns:a16="http://schemas.microsoft.com/office/drawing/2014/main" id="{28E8A7B1-9248-5346-3F27-E668A2CE668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64552" y="4053840"/>
              <a:ext cx="7764392" cy="2700130"/>
            </a:xfrm>
            <a:prstGeom prst="rect">
              <a:avLst/>
            </a:prstGeom>
          </p:spPr>
        </p:pic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DD63328-DA23-BA1F-465F-5855F9935339}"/>
                </a:ext>
              </a:extLst>
            </p:cNvPr>
            <p:cNvSpPr/>
            <p:nvPr/>
          </p:nvSpPr>
          <p:spPr>
            <a:xfrm>
              <a:off x="11057035" y="4216059"/>
              <a:ext cx="929557" cy="2534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454EB37A-C52B-BD7E-75C7-96732693A100}"/>
                </a:ext>
              </a:extLst>
            </p:cNvPr>
            <p:cNvSpPr/>
            <p:nvPr/>
          </p:nvSpPr>
          <p:spPr>
            <a:xfrm>
              <a:off x="7973866" y="6375810"/>
              <a:ext cx="461339" cy="253437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3. Explore Data – Feature Distributions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</a:t>
            </a:r>
            <a:r>
              <a:rPr lang="en-CA" dirty="0"/>
              <a:t> Peng Wang</a:t>
            </a:r>
            <a:endParaRPr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FB21EE4-C886-F6BF-DAC7-D5D4FC5C70C4}"/>
              </a:ext>
            </a:extLst>
          </p:cNvPr>
          <p:cNvSpPr txBox="1"/>
          <p:nvPr/>
        </p:nvSpPr>
        <p:spPr>
          <a:xfrm>
            <a:off x="635210" y="1097280"/>
            <a:ext cx="10970636" cy="34009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600" dirty="0"/>
              <a:t>• </a:t>
            </a:r>
            <a:r>
              <a:rPr lang="en-US" sz="1600" b="1" dirty="0"/>
              <a:t>Visualizing Outliers:</a:t>
            </a:r>
            <a:r>
              <a:rPr lang="en-US" sz="1600" dirty="0"/>
              <a:t> </a:t>
            </a:r>
            <a:r>
              <a:rPr lang="en-US" sz="1600" b="1" dirty="0"/>
              <a:t> For Outlier Detection</a:t>
            </a:r>
            <a:r>
              <a:rPr lang="en-US" sz="1600" dirty="0"/>
              <a:t> 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	Visually proves how many extreme, abnormal data points (black circles) exist in our dataset.</a:t>
            </a:r>
          </a:p>
          <a:p>
            <a:pPr>
              <a:spcAft>
                <a:spcPts val="400"/>
              </a:spcAft>
            </a:pPr>
            <a:r>
              <a:rPr lang="en-CA" sz="1600" dirty="0"/>
              <a:t>• </a:t>
            </a:r>
            <a:r>
              <a:rPr lang="en-US" sz="1600" b="1" dirty="0"/>
              <a:t>Standardized Scale:</a:t>
            </a:r>
            <a:r>
              <a:rPr lang="en-US" sz="1600" dirty="0"/>
              <a:t>  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	All features scaled to Mean=0 for easy </a:t>
            </a:r>
            <a:r>
              <a:rPr lang="en-US" sz="1600" dirty="0" err="1"/>
              <a:t>comparision</a:t>
            </a:r>
            <a:r>
              <a:rPr lang="en-US" sz="1600" dirty="0"/>
              <a:t>.</a:t>
            </a:r>
            <a:endParaRPr lang="en-US" sz="1600" b="1" dirty="0"/>
          </a:p>
          <a:p>
            <a:pPr>
              <a:spcAft>
                <a:spcPts val="400"/>
              </a:spcAft>
            </a:pPr>
            <a:r>
              <a:rPr lang="en-CA" sz="1600" dirty="0"/>
              <a:t>• </a:t>
            </a:r>
            <a:r>
              <a:rPr lang="en-US" sz="1600" b="1" dirty="0"/>
              <a:t>Key Point(Block Circles) : </a:t>
            </a:r>
            <a:endParaRPr lang="en-US" sz="1600" dirty="0"/>
          </a:p>
          <a:p>
            <a:pPr lvl="1">
              <a:spcAft>
                <a:spcPts val="400"/>
              </a:spcAft>
            </a:pPr>
            <a:r>
              <a:rPr lang="en-US" sz="1600" b="1" dirty="0"/>
              <a:t>Bad :</a:t>
            </a:r>
            <a:r>
              <a:rPr lang="en-US" sz="1600" dirty="0"/>
              <a:t> Confuses AI </a:t>
            </a:r>
            <a:r>
              <a:rPr lang="en-CA" dirty="0"/>
              <a:t>➔ </a:t>
            </a:r>
            <a:r>
              <a:rPr lang="en-US" sz="1600" dirty="0"/>
              <a:t>Needs </a:t>
            </a:r>
            <a:r>
              <a:rPr lang="en-US" sz="1600" b="1" dirty="0"/>
              <a:t>Outlier Detection</a:t>
            </a:r>
            <a:r>
              <a:rPr lang="en-US" sz="1600" dirty="0"/>
              <a:t>.</a:t>
            </a:r>
          </a:p>
          <a:p>
            <a:pPr>
              <a:spcAft>
                <a:spcPts val="400"/>
              </a:spcAft>
            </a:pPr>
            <a:r>
              <a:rPr lang="en-US" sz="1600" b="1" dirty="0"/>
              <a:t>	Golden Hint:</a:t>
            </a:r>
            <a:r>
              <a:rPr lang="en-US" sz="1600" dirty="0"/>
              <a:t> Easily find uniquely shaped plants!</a:t>
            </a:r>
          </a:p>
          <a:p>
            <a:pPr>
              <a:spcAft>
                <a:spcPts val="400"/>
              </a:spcAft>
            </a:pPr>
            <a:r>
              <a:rPr lang="en-CA" sz="1600" dirty="0"/>
              <a:t>• </a:t>
            </a:r>
            <a:r>
              <a:rPr lang="en-US" sz="1600" b="1" dirty="0"/>
              <a:t>Our Strategy</a:t>
            </a:r>
            <a:r>
              <a:rPr lang="en-US" sz="1600" dirty="0"/>
              <a:t>: 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	Instead of dropping outliers and losing </a:t>
            </a:r>
            <a:r>
              <a:rPr lang="en-US" sz="1600" u="sng" dirty="0"/>
              <a:t>rare leaf data </a:t>
            </a:r>
            <a:r>
              <a:rPr lang="en-CA" dirty="0"/>
              <a:t>➔ used </a:t>
            </a:r>
            <a:r>
              <a:rPr lang="en-US" sz="1600" b="1" dirty="0"/>
              <a:t>PCA &amp; LDA </a:t>
            </a:r>
            <a:r>
              <a:rPr lang="en-US" sz="1600" dirty="0"/>
              <a:t>to reduce noise (while keeping valuable hints)</a:t>
            </a:r>
          </a:p>
          <a:p>
            <a:pPr lvl="1">
              <a:spcAft>
                <a:spcPts val="400"/>
              </a:spcAft>
            </a:pPr>
            <a:endParaRPr lang="en-US"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sz="1600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721A473C-D8A1-0DA9-E8C3-69A29863A6EF}"/>
              </a:ext>
            </a:extLst>
          </p:cNvPr>
          <p:cNvGrpSpPr/>
          <p:nvPr/>
        </p:nvGrpSpPr>
        <p:grpSpPr>
          <a:xfrm>
            <a:off x="1596887" y="4044515"/>
            <a:ext cx="8474766" cy="2810850"/>
            <a:chOff x="723123" y="3701015"/>
            <a:chExt cx="10183747" cy="305235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8B72B5F7-A1FB-8552-8D3A-16F7B67C5352}"/>
                </a:ext>
              </a:extLst>
            </p:cNvPr>
            <p:cNvGrpSpPr/>
            <p:nvPr/>
          </p:nvGrpSpPr>
          <p:grpSpPr>
            <a:xfrm>
              <a:off x="723123" y="3701015"/>
              <a:ext cx="10183747" cy="3052357"/>
              <a:chOff x="1698043" y="3765936"/>
              <a:chExt cx="8351169" cy="3052357"/>
            </a:xfrm>
          </p:grpSpPr>
          <p:pic>
            <p:nvPicPr>
              <p:cNvPr id="10" name="Picture 9">
                <a:extLst>
                  <a:ext uri="{FF2B5EF4-FFF2-40B4-BE49-F238E27FC236}">
                    <a16:creationId xmlns:a16="http://schemas.microsoft.com/office/drawing/2014/main" id="{6E7AEF4E-2573-B507-0740-395C977AB84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781524" y="3765936"/>
                <a:ext cx="8267688" cy="3052357"/>
              </a:xfrm>
              <a:prstGeom prst="rect">
                <a:avLst/>
              </a:prstGeom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AEC0D11B-EC59-7AC1-AED7-3C3573525AC1}"/>
                  </a:ext>
                </a:extLst>
              </p:cNvPr>
              <p:cNvSpPr/>
              <p:nvPr/>
            </p:nvSpPr>
            <p:spPr>
              <a:xfrm>
                <a:off x="1698043" y="3768665"/>
                <a:ext cx="443948" cy="2227944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A"/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57C1B4F3-CF86-3D04-2E08-94A356708824}"/>
                </a:ext>
              </a:extLst>
            </p:cNvPr>
            <p:cNvSpPr/>
            <p:nvPr/>
          </p:nvSpPr>
          <p:spPr>
            <a:xfrm>
              <a:off x="6168142" y="3872047"/>
              <a:ext cx="443673" cy="10906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AF48245A-9364-E7C7-658D-AB1006496781}"/>
                </a:ext>
              </a:extLst>
            </p:cNvPr>
            <p:cNvSpPr/>
            <p:nvPr/>
          </p:nvSpPr>
          <p:spPr>
            <a:xfrm>
              <a:off x="9601200" y="3872047"/>
              <a:ext cx="443673" cy="10906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1872645F-074F-19DF-A319-C5886E640C57}"/>
                </a:ext>
              </a:extLst>
            </p:cNvPr>
            <p:cNvSpPr/>
            <p:nvPr/>
          </p:nvSpPr>
          <p:spPr>
            <a:xfrm>
              <a:off x="2027190" y="3811771"/>
              <a:ext cx="443673" cy="1090668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4AA41-209F-4C37-6BA4-6FD497E07E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F5BA5D4-BF9D-7757-4D9F-E5D61F92DEB9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253715-3617-3FC4-27D2-03E52281DB66}"/>
              </a:ext>
            </a:extLst>
          </p:cNvPr>
          <p:cNvSpPr txBox="1"/>
          <p:nvPr/>
        </p:nvSpPr>
        <p:spPr>
          <a:xfrm>
            <a:off x="548640" y="1371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3. Explore Data – Feature Distributions</a:t>
            </a:r>
            <a:r>
              <a:rPr lang="en-CA" dirty="0"/>
              <a:t> (Histograms)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AD0B9C-C1B1-B569-1D85-5217E2F6BA60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05D132B-B3F7-5F18-7B31-B61A2B482BCA}"/>
              </a:ext>
            </a:extLst>
          </p:cNvPr>
          <p:cNvGrpSpPr/>
          <p:nvPr/>
        </p:nvGrpSpPr>
        <p:grpSpPr>
          <a:xfrm>
            <a:off x="5480538" y="1293596"/>
            <a:ext cx="6465277" cy="5136512"/>
            <a:chOff x="1977156" y="27796"/>
            <a:chExt cx="7812156" cy="5780007"/>
          </a:xfrm>
        </p:grpSpPr>
        <p:pic>
          <p:nvPicPr>
            <p:cNvPr id="7" name="Picture 6" descr="image16.png">
              <a:extLst>
                <a:ext uri="{FF2B5EF4-FFF2-40B4-BE49-F238E27FC236}">
                  <a16:creationId xmlns:a16="http://schemas.microsoft.com/office/drawing/2014/main" id="{8CC6FF88-DB55-891A-DD23-514A7A1D36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77156" y="27796"/>
              <a:ext cx="7812156" cy="5780007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034D706-F0CA-1FD4-25F1-A779299DFE1E}"/>
                </a:ext>
              </a:extLst>
            </p:cNvPr>
            <p:cNvSpPr/>
            <p:nvPr/>
          </p:nvSpPr>
          <p:spPr>
            <a:xfrm>
              <a:off x="5952808" y="241708"/>
              <a:ext cx="1981200" cy="1437869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09AA4561-D6FD-7107-0841-0958B7FEB633}"/>
                </a:ext>
              </a:extLst>
            </p:cNvPr>
            <p:cNvSpPr/>
            <p:nvPr/>
          </p:nvSpPr>
          <p:spPr>
            <a:xfrm>
              <a:off x="4050969" y="1679578"/>
              <a:ext cx="1901840" cy="1344794"/>
            </a:xfrm>
            <a:prstGeom prst="rect">
              <a:avLst/>
            </a:prstGeom>
            <a:noFill/>
            <a:ln w="3810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8B0C852D-7120-C283-F984-875B136D3DB5}"/>
              </a:ext>
            </a:extLst>
          </p:cNvPr>
          <p:cNvSpPr txBox="1"/>
          <p:nvPr/>
        </p:nvSpPr>
        <p:spPr>
          <a:xfrm>
            <a:off x="473718" y="1253091"/>
            <a:ext cx="4832349" cy="36112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spcAft>
                <a:spcPts val="400"/>
              </a:spcAft>
            </a:pPr>
            <a:r>
              <a:rPr lang="en-CA" sz="1600" dirty="0"/>
              <a:t>• </a:t>
            </a:r>
            <a:r>
              <a:rPr lang="en-US" sz="1600" b="1" dirty="0"/>
              <a:t>Messy Distributions :</a:t>
            </a:r>
            <a:r>
              <a:rPr lang="en-US" sz="1600" dirty="0"/>
              <a:t> 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   Most features are heavily skewed to one side 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    (e.g., </a:t>
            </a:r>
            <a:r>
              <a:rPr lang="en-US" sz="1600" dirty="0" err="1"/>
              <a:t>Lobedness</a:t>
            </a:r>
            <a:r>
              <a:rPr lang="en-US" sz="1600" dirty="0"/>
              <a:t>, Uniformity).</a:t>
            </a:r>
          </a:p>
          <a:p>
            <a:pPr>
              <a:spcAft>
                <a:spcPts val="400"/>
              </a:spcAft>
            </a:pPr>
            <a:endParaRPr lang="en-US" sz="1600" dirty="0"/>
          </a:p>
          <a:p>
            <a:pPr>
              <a:spcAft>
                <a:spcPts val="400"/>
              </a:spcAft>
            </a:pPr>
            <a:r>
              <a:rPr lang="en-CA" sz="1600" dirty="0"/>
              <a:t>• </a:t>
            </a:r>
            <a:r>
              <a:rPr lang="en-US" sz="1600" b="1" dirty="0"/>
              <a:t>Good Features (Red Boxes):</a:t>
            </a:r>
            <a:r>
              <a:rPr lang="en-US" sz="1600" dirty="0"/>
              <a:t> 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    'Elongation' is widely spread out, 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    giving the AI clear hints to classify species.</a:t>
            </a:r>
          </a:p>
          <a:p>
            <a:pPr>
              <a:spcAft>
                <a:spcPts val="400"/>
              </a:spcAft>
            </a:pPr>
            <a:endParaRPr lang="en-US" sz="1600" dirty="0"/>
          </a:p>
          <a:p>
            <a:pPr>
              <a:spcAft>
                <a:spcPts val="400"/>
              </a:spcAft>
            </a:pPr>
            <a:r>
              <a:rPr lang="en-CA" sz="1600" dirty="0"/>
              <a:t>• </a:t>
            </a:r>
            <a:r>
              <a:rPr lang="en-US" sz="1600" b="1" dirty="0"/>
              <a:t>Conclusion:</a:t>
            </a:r>
            <a:r>
              <a:rPr lang="en-US" sz="1600" dirty="0"/>
              <a:t> 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    Features have completely different shapes and scales </a:t>
            </a:r>
          </a:p>
          <a:p>
            <a:pPr>
              <a:spcAft>
                <a:spcPts val="400"/>
              </a:spcAft>
            </a:pPr>
            <a:r>
              <a:rPr lang="en-US" sz="1600" dirty="0"/>
              <a:t>    ➔ </a:t>
            </a:r>
            <a:r>
              <a:rPr lang="en-US" sz="1600" b="1" dirty="0"/>
              <a:t>Standardization is strictly required!</a:t>
            </a:r>
            <a:endParaRPr lang="en-US" sz="1600" dirty="0"/>
          </a:p>
          <a:p>
            <a:pPr>
              <a:spcAft>
                <a:spcPts val="400"/>
              </a:spcAft>
            </a:pPr>
            <a:endParaRPr lang="en-CA" sz="1600" dirty="0"/>
          </a:p>
        </p:txBody>
      </p:sp>
    </p:spTree>
    <p:extLst>
      <p:ext uri="{BB962C8B-B14F-4D97-AF65-F5344CB8AC3E}">
        <p14:creationId xmlns:p14="http://schemas.microsoft.com/office/powerpoint/2010/main" val="154534118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Data Quality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5943600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sz="1600" dirty="0"/>
              <a:t>• </a:t>
            </a:r>
            <a:r>
              <a:rPr b="1" dirty="0"/>
              <a:t>Feature Dataset Quality: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No missing values in all 340 rows × 16 columns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No duplicate rows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All features are float type; labels &amp; specimen # are integers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All values within plausible ranges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30 class labels match 30 BW image species folders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sz="1600" dirty="0"/>
              <a:t>• </a:t>
            </a:r>
            <a:r>
              <a:rPr b="1" dirty="0"/>
              <a:t>Image Dataset Quality: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All images open without errors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Consistent 720 × 960 pixel dimensions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✓ BW folder image count matches feature dataset per species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sz="1600" dirty="0"/>
              <a:t>• </a:t>
            </a:r>
            <a:r>
              <a:rPr dirty="0"/>
              <a:t>Note: </a:t>
            </a:r>
            <a:r>
              <a:rPr b="1" dirty="0"/>
              <a:t>RGB folder has 10 extra species</a:t>
            </a:r>
            <a:r>
              <a:rPr dirty="0"/>
              <a:t> (16–21, 37–40)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  </a:t>
            </a:r>
            <a:r>
              <a:rPr dirty="0"/>
              <a:t>not present in the feature dataset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→ Dataset is clean and well-structured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→ No special treatment needed beyond standard preparation</a:t>
            </a:r>
          </a:p>
        </p:txBody>
      </p:sp>
      <p:pic>
        <p:nvPicPr>
          <p:cNvPr id="7" name="Picture 6" descr="image3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1478" y="1042375"/>
            <a:ext cx="4114800" cy="558702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33D0EE-C8E7-30A7-6A87-DD7608BB9D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1DBEA4A-7849-C986-3F9F-387769A3D9E1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F64ABC-7631-39FB-4E16-BD8C83C9CBE6}"/>
              </a:ext>
            </a:extLst>
          </p:cNvPr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3. Data Quality Verification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6AB5136-D182-03C5-1855-1C8D28C22D3D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pic>
        <p:nvPicPr>
          <p:cNvPr id="6" name="Picture 5" descr="image34.png">
            <a:extLst>
              <a:ext uri="{FF2B5EF4-FFF2-40B4-BE49-F238E27FC236}">
                <a16:creationId xmlns:a16="http://schemas.microsoft.com/office/drawing/2014/main" id="{C09CB771-3613-DAFB-72AD-7666D84143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686" y="1392030"/>
            <a:ext cx="5526187" cy="3985591"/>
          </a:xfrm>
          <a:prstGeom prst="rect">
            <a:avLst/>
          </a:prstGeom>
        </p:spPr>
      </p:pic>
      <p:pic>
        <p:nvPicPr>
          <p:cNvPr id="7" name="Picture 6" descr="image36.png">
            <a:extLst>
              <a:ext uri="{FF2B5EF4-FFF2-40B4-BE49-F238E27FC236}">
                <a16:creationId xmlns:a16="http://schemas.microsoft.com/office/drawing/2014/main" id="{7B963CAB-CBA8-F74B-C9C3-C46C7CB2A8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08192" y="540025"/>
            <a:ext cx="4552122" cy="6180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56277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0">
                <a:solidFill>
                  <a:srgbClr val="99BBDD"/>
                </a:solidFill>
                <a:latin typeface="Calibri"/>
              </a:defRPr>
            </a:pPr>
            <a:r>
              <a:t>SECTION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>
                <a:solidFill>
                  <a:srgbClr val="DDEEFF"/>
                </a:solidFill>
                <a:latin typeface="Calibri"/>
              </a:defRPr>
            </a:pPr>
            <a:r>
              <a:t>Naïve Bayes  |  SVM  |  MLP  |  Stacking  |  CNN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4.1 Classification –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CEE"/>
                </a:solidFill>
                <a:latin typeface="Calibri"/>
              </a:defRPr>
            </a:pPr>
            <a:r>
              <a:t>Select &amp; Clean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DCCFEDE-9E18-F57E-1034-7D6382137F89}"/>
              </a:ext>
            </a:extLst>
          </p:cNvPr>
          <p:cNvSpPr txBox="1"/>
          <p:nvPr/>
        </p:nvSpPr>
        <p:spPr>
          <a:xfrm>
            <a:off x="860065" y="1420414"/>
            <a:ext cx="7555065" cy="32470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Feature Selection</a:t>
            </a:r>
            <a:r>
              <a:rPr dirty="0"/>
              <a:t>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</a:t>
            </a:r>
            <a:r>
              <a:rPr dirty="0">
                <a:solidFill>
                  <a:srgbClr val="FF0000"/>
                </a:solidFill>
              </a:rPr>
              <a:t>Target</a:t>
            </a:r>
            <a:r>
              <a:rPr dirty="0"/>
              <a:t>: Species class label (Column 1)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Excluded: Specimen Number (Column 2) – just an identifier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Retained: All </a:t>
            </a:r>
            <a:r>
              <a:rPr dirty="0">
                <a:highlight>
                  <a:srgbClr val="FFFF00"/>
                </a:highlight>
              </a:rPr>
              <a:t>14</a:t>
            </a:r>
            <a:r>
              <a:rPr dirty="0"/>
              <a:t> numerical features </a:t>
            </a:r>
            <a:endParaRPr lang="en-CA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• Image dataset: Only 30 species present in BW &amp; feature data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Data Cleaning</a:t>
            </a:r>
            <a:r>
              <a:rPr dirty="0"/>
              <a:t>:</a:t>
            </a:r>
            <a:endParaRPr lang="en-CA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Non-consecutive class labels (1–15, 22–36) encoded to 0–29</a:t>
            </a:r>
            <a:r>
              <a:rPr lang="en-CA" dirty="0"/>
              <a:t> </a:t>
            </a:r>
            <a:r>
              <a:rPr dirty="0"/>
              <a:t> using </a:t>
            </a:r>
            <a:r>
              <a:rPr b="1" dirty="0" err="1">
                <a:solidFill>
                  <a:srgbClr val="FF0000"/>
                </a:solidFill>
              </a:rPr>
              <a:t>LabelEncoder</a:t>
            </a:r>
            <a:endParaRPr lang="en-US" b="1" dirty="0">
              <a:solidFill>
                <a:srgbClr val="FF0000"/>
              </a:solidFill>
            </a:endParaRP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• No missing values, duplicates, or erroneous entries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B158C4-04DB-C5C6-450B-AAEB8B3F8A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441" y="4830700"/>
            <a:ext cx="4301791" cy="92548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4.1 Classification – Construct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CEE"/>
                </a:solidFill>
                <a:latin typeface="Calibri"/>
              </a:defRPr>
            </a:pPr>
            <a:r>
              <a:t>Normalization, Standardization, PCA, LDA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236AA5B-67C1-8BA2-3B75-01BE5C8A9E84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7398966-9D13-1F4B-A915-A9D6DE89A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192" y="4691270"/>
            <a:ext cx="4903130" cy="216673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70DA9B8-A1CB-8389-5A56-78292B1CE80F}"/>
              </a:ext>
            </a:extLst>
          </p:cNvPr>
          <p:cNvSpPr txBox="1"/>
          <p:nvPr/>
        </p:nvSpPr>
        <p:spPr>
          <a:xfrm>
            <a:off x="401083" y="1225033"/>
            <a:ext cx="4429334" cy="29238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>
                <a:highlight>
                  <a:srgbClr val="FFFF00"/>
                </a:highlight>
              </a:rPr>
              <a:t>6 Prepared Datasets</a:t>
            </a:r>
            <a:r>
              <a:rPr dirty="0"/>
              <a:t>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1. Original (14 features, unscaled)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2. Normalized (min-max to [0,1])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3. Standardized (z-score)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4. PCA-reduced (</a:t>
            </a:r>
            <a:r>
              <a:rPr b="1" dirty="0"/>
              <a:t>6</a:t>
            </a:r>
            <a:r>
              <a:rPr dirty="0"/>
              <a:t> components)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5. LDA-reduced (14 components)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6. CNN-extracted (</a:t>
            </a:r>
            <a:r>
              <a:rPr b="1" dirty="0"/>
              <a:t>256</a:t>
            </a:r>
            <a:r>
              <a:rPr dirty="0"/>
              <a:t>-dim vectors)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Split: 80/20</a:t>
            </a:r>
            <a:r>
              <a:rPr dirty="0"/>
              <a:t> </a:t>
            </a:r>
            <a:r>
              <a:rPr dirty="0">
                <a:solidFill>
                  <a:srgbClr val="FF0000"/>
                </a:solidFill>
              </a:rPr>
              <a:t>stratified</a:t>
            </a:r>
            <a:r>
              <a:rPr lang="en-CA" dirty="0">
                <a:solidFill>
                  <a:srgbClr val="FF0000"/>
                </a:solidFill>
              </a:rPr>
              <a:t>    </a:t>
            </a:r>
            <a:r>
              <a:rPr dirty="0"/>
              <a:t>  Train: </a:t>
            </a:r>
            <a:r>
              <a:rPr b="1" dirty="0"/>
              <a:t>272</a:t>
            </a:r>
            <a:r>
              <a:rPr dirty="0"/>
              <a:t>  |  Test: </a:t>
            </a:r>
            <a:r>
              <a:rPr b="1" dirty="0"/>
              <a:t>68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99A1CF9-37D9-A73C-A986-B154FF6C6D3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20803" y="5380383"/>
            <a:ext cx="5179040" cy="1340457"/>
          </a:xfrm>
          <a:prstGeom prst="rect">
            <a:avLst/>
          </a:prstGeom>
        </p:spPr>
      </p:pic>
      <p:pic>
        <p:nvPicPr>
          <p:cNvPr id="11" name="Picture 10" descr="image42.png">
            <a:extLst>
              <a:ext uri="{FF2B5EF4-FFF2-40B4-BE49-F238E27FC236}">
                <a16:creationId xmlns:a16="http://schemas.microsoft.com/office/drawing/2014/main" id="{1F14595D-193C-D4FB-0CB1-BFF9E0FC6E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82209" y="1312496"/>
            <a:ext cx="6917634" cy="396857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823DBD5-673D-799B-6C20-5D7CC2E8A204}"/>
              </a:ext>
            </a:extLst>
          </p:cNvPr>
          <p:cNvSpPr txBox="1"/>
          <p:nvPr/>
        </p:nvSpPr>
        <p:spPr>
          <a:xfrm>
            <a:off x="2803194" y="4853754"/>
            <a:ext cx="5838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CA" b="1" dirty="0">
                <a:solidFill>
                  <a:srgbClr val="FF0000"/>
                </a:solidFill>
              </a:rPr>
              <a:t>95%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BBD0FD-4F46-6658-C3E2-2B881168F395}"/>
              </a:ext>
            </a:extLst>
          </p:cNvPr>
          <p:cNvSpPr/>
          <p:nvPr/>
        </p:nvSpPr>
        <p:spPr>
          <a:xfrm>
            <a:off x="11131826" y="6149009"/>
            <a:ext cx="708991" cy="2385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54CE525-E952-8258-4C3A-ECBE06BA8DAE}"/>
              </a:ext>
            </a:extLst>
          </p:cNvPr>
          <p:cNvSpPr/>
          <p:nvPr/>
        </p:nvSpPr>
        <p:spPr>
          <a:xfrm>
            <a:off x="8872330" y="6149009"/>
            <a:ext cx="255859" cy="238539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50954-BC24-6C9A-7D71-01D8C33709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9AA253E-1EC4-CD0E-559F-82C6E2A01285}"/>
              </a:ext>
            </a:extLst>
          </p:cNvPr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D11DB07-2EAD-CE6A-0A86-C49B9B99B8D3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E75E60E-FE0E-3230-3FCA-D01FE4F79386}"/>
              </a:ext>
            </a:extLst>
          </p:cNvPr>
          <p:cNvSpPr txBox="1"/>
          <p:nvPr/>
        </p:nvSpPr>
        <p:spPr>
          <a:xfrm>
            <a:off x="281354" y="1294228"/>
            <a:ext cx="4389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rPr dirty="0"/>
              <a:t>CNN Architecture: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3 Conv blocks (Conv2d → </a:t>
            </a:r>
            <a:r>
              <a:rPr dirty="0" err="1"/>
              <a:t>MaxPool</a:t>
            </a:r>
            <a:r>
              <a:rPr dirty="0"/>
              <a:t> → Dropout)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Input: 128×128 RGB images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Output: 256-dim feature vector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Total parameters: 8,489,822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Purpose: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Extract image features for traditional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ML classifiers (NB, SVM, MLP)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Also used as full CNN classifier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Limitation: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Only ~11 images per class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Insufficient for training from scratch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400769D-8083-D63F-27D3-0ECC69CD69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8595" y="1064861"/>
            <a:ext cx="7100328" cy="5708737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5CB7C44-9C1A-7A79-55C6-179D240E2099}"/>
              </a:ext>
            </a:extLst>
          </p:cNvPr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4.1 Classification – CNN Feature Extraction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9A7C88D-C14E-474C-AB22-D4FDE720C8E2}"/>
              </a:ext>
            </a:extLst>
          </p:cNvPr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CEE"/>
                </a:solidFill>
                <a:latin typeface="Calibri"/>
              </a:defRPr>
            </a:pPr>
            <a:r>
              <a:rPr dirty="0" err="1"/>
              <a:t>PyTorch</a:t>
            </a:r>
            <a:r>
              <a:rPr dirty="0"/>
              <a:t> </a:t>
            </a:r>
            <a:r>
              <a:rPr dirty="0" err="1"/>
              <a:t>LeafCNN</a:t>
            </a:r>
            <a:r>
              <a:rPr dirty="0"/>
              <a:t> Model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B3C0CFD-EE69-4798-B103-2F421965B84D}"/>
              </a:ext>
            </a:extLst>
          </p:cNvPr>
          <p:cNvSpPr/>
          <p:nvPr/>
        </p:nvSpPr>
        <p:spPr>
          <a:xfrm>
            <a:off x="6354417" y="3988904"/>
            <a:ext cx="255859" cy="175490"/>
          </a:xfrm>
          <a:prstGeom prst="rect">
            <a:avLst/>
          </a:prstGeom>
          <a:noFill/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32721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4.1 Classification – CNN Feature Extraction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400" b="0">
                <a:solidFill>
                  <a:srgbClr val="BBCCEE"/>
                </a:solidFill>
                <a:latin typeface="Calibri"/>
              </a:defRPr>
            </a:pPr>
            <a:r>
              <a:t>PyTorch LeafCNN Model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771D98F-F68A-4926-6211-0AC9566F0A3F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DB64592-2EF2-B5A6-D5F4-58896A97A0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1108" y="3261752"/>
            <a:ext cx="5277121" cy="3187864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02727F0A-A189-8EFE-F15A-94F53916B1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42878" y="6068596"/>
            <a:ext cx="3149762" cy="38102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1DBCBF8-E593-3FEA-A8DC-0D4652F569B8}"/>
              </a:ext>
            </a:extLst>
          </p:cNvPr>
          <p:cNvSpPr/>
          <p:nvPr/>
        </p:nvSpPr>
        <p:spPr>
          <a:xfrm>
            <a:off x="2979332" y="5297187"/>
            <a:ext cx="1580672" cy="208059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2A58D08-15F1-064C-9D3E-B7D8EF640CF9}"/>
              </a:ext>
            </a:extLst>
          </p:cNvPr>
          <p:cNvSpPr txBox="1"/>
          <p:nvPr/>
        </p:nvSpPr>
        <p:spPr>
          <a:xfrm>
            <a:off x="587533" y="1199649"/>
            <a:ext cx="9458423" cy="206210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Key Steps of CNN Feature Extraction:</a:t>
            </a:r>
            <a:endParaRPr lang="en-US" sz="1600" dirty="0"/>
          </a:p>
          <a:p>
            <a:r>
              <a:rPr lang="en-CA" sz="1600" dirty="0"/>
              <a:t>• </a:t>
            </a:r>
            <a:r>
              <a:rPr lang="en-US" sz="1600" b="1" dirty="0"/>
              <a:t>Batch Processing:</a:t>
            </a:r>
            <a:r>
              <a:rPr lang="en-US" sz="1600" dirty="0"/>
              <a:t> </a:t>
            </a:r>
          </a:p>
          <a:p>
            <a:r>
              <a:rPr lang="en-US" sz="1600" dirty="0"/>
              <a:t>	Processed all 340 images in small batches (size=32) to prevent memory overload.</a:t>
            </a:r>
          </a:p>
          <a:p>
            <a:r>
              <a:rPr lang="en-CA" sz="1600" dirty="0"/>
              <a:t>• </a:t>
            </a:r>
            <a:r>
              <a:rPr lang="en-US" sz="1600" b="1" dirty="0">
                <a:solidFill>
                  <a:srgbClr val="FF0000"/>
                </a:solidFill>
              </a:rPr>
              <a:t>Hidden Layer Extraction</a:t>
            </a:r>
            <a:r>
              <a:rPr lang="en-US" sz="1600" b="1" dirty="0"/>
              <a:t>:</a:t>
            </a:r>
            <a:r>
              <a:rPr lang="en-US" sz="1600" dirty="0"/>
              <a:t> </a:t>
            </a:r>
          </a:p>
          <a:p>
            <a:r>
              <a:rPr lang="en-US" sz="1600" dirty="0"/>
              <a:t>	Stopped the CNN right before the final prediction to extract a </a:t>
            </a:r>
            <a:r>
              <a:rPr lang="en-US" sz="1600" b="1" dirty="0"/>
              <a:t>256-Dimensional Feature Vector</a:t>
            </a:r>
            <a:r>
              <a:rPr lang="en-US" sz="1600" dirty="0"/>
              <a:t>.</a:t>
            </a:r>
          </a:p>
          <a:p>
            <a:r>
              <a:rPr lang="en-CA" sz="1600" dirty="0"/>
              <a:t>• </a:t>
            </a:r>
            <a:r>
              <a:rPr lang="en-US" sz="1600" b="1" dirty="0"/>
              <a:t>The Core Achievement:</a:t>
            </a:r>
            <a:r>
              <a:rPr lang="en-US" sz="1600" dirty="0"/>
              <a:t> </a:t>
            </a:r>
          </a:p>
          <a:p>
            <a:r>
              <a:rPr lang="en-US" sz="1600" dirty="0"/>
              <a:t>	Upgraded our dataset from </a:t>
            </a:r>
            <a:r>
              <a:rPr lang="en-US" sz="1600" b="1" dirty="0"/>
              <a:t>14 human-measured features </a:t>
            </a:r>
            <a:r>
              <a:rPr lang="en-US" sz="1600" dirty="0"/>
              <a:t>➔ to </a:t>
            </a:r>
            <a:r>
              <a:rPr lang="en-US" sz="1600" b="1" dirty="0">
                <a:highlight>
                  <a:srgbClr val="FFFF00"/>
                </a:highlight>
              </a:rPr>
              <a:t>256</a:t>
            </a:r>
            <a:r>
              <a:rPr lang="en-US" sz="1600" b="1" dirty="0"/>
              <a:t> AI-discovered hidden visual patterns!</a:t>
            </a:r>
            <a:endParaRPr lang="en-US" sz="1600" dirty="0"/>
          </a:p>
          <a:p>
            <a:endParaRPr lang="en-CA" sz="16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B215B0F-CCB9-3AFA-3A49-A9EFD1061481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761751-B496-3D14-4FEC-3B511AC9F094}"/>
              </a:ext>
            </a:extLst>
          </p:cNvPr>
          <p:cNvSpPr txBox="1"/>
          <p:nvPr/>
        </p:nvSpPr>
        <p:spPr>
          <a:xfrm>
            <a:off x="548640" y="1371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</a:t>
            </a:r>
            <a:r>
              <a:rPr lang="en-CA" dirty="0"/>
              <a:t>1</a:t>
            </a:r>
            <a:r>
              <a:rPr dirty="0"/>
              <a:t> Classification – </a:t>
            </a:r>
            <a:r>
              <a:rPr lang="en-CA" sz="2800" b="1" dirty="0"/>
              <a:t>Integrate Data/Format Data</a:t>
            </a:r>
            <a:endParaRPr lang="en-CA" sz="2800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99420F6B-D1A2-334D-2F6F-7099D227DE15}"/>
              </a:ext>
            </a:extLst>
          </p:cNvPr>
          <p:cNvSpPr txBox="1"/>
          <p:nvPr/>
        </p:nvSpPr>
        <p:spPr>
          <a:xfrm>
            <a:off x="423592" y="1322235"/>
            <a:ext cx="5556739" cy="3811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CA" sz="1600" dirty="0"/>
              <a:t>• </a:t>
            </a:r>
            <a:r>
              <a:rPr lang="en-US" sz="1600" b="1" dirty="0"/>
              <a:t>80/20 Split:</a:t>
            </a:r>
            <a:r>
              <a:rPr lang="en-US" sz="1600" dirty="0"/>
              <a:t> </a:t>
            </a:r>
          </a:p>
          <a:p>
            <a:r>
              <a:rPr lang="en-US" sz="1600" dirty="0"/>
              <a:t>  All 6 dataset versions were identically divided into </a:t>
            </a:r>
          </a:p>
          <a:p>
            <a:r>
              <a:rPr lang="en-US" sz="1600" dirty="0"/>
              <a:t>  Train (272) and Test (68).</a:t>
            </a:r>
          </a:p>
          <a:p>
            <a:endParaRPr lang="en-US" sz="1600" dirty="0"/>
          </a:p>
          <a:p>
            <a:r>
              <a:rPr lang="en-CA" sz="1600" dirty="0"/>
              <a:t>• </a:t>
            </a:r>
            <a:r>
              <a:rPr lang="en-US" sz="1600" b="1" dirty="0"/>
              <a:t>Fairness (stratify=y):</a:t>
            </a:r>
            <a:r>
              <a:rPr lang="en-US" sz="1600" dirty="0"/>
              <a:t> </a:t>
            </a:r>
          </a:p>
          <a:p>
            <a:r>
              <a:rPr lang="en-US" sz="1600" dirty="0"/>
              <a:t>   Guaranteed that all 30 species are equally represented in</a:t>
            </a:r>
          </a:p>
          <a:p>
            <a:r>
              <a:rPr lang="en-US" sz="1600" dirty="0"/>
              <a:t>   both sets to prevent any bias.</a:t>
            </a:r>
          </a:p>
          <a:p>
            <a:endParaRPr lang="en-US" sz="1600" dirty="0"/>
          </a:p>
          <a:p>
            <a:r>
              <a:rPr lang="en-CA" sz="1600" dirty="0"/>
              <a:t>• </a:t>
            </a:r>
            <a:r>
              <a:rPr lang="en-US" sz="1600" b="1" dirty="0"/>
              <a:t>Reproducibility (</a:t>
            </a:r>
            <a:r>
              <a:rPr lang="en-US" sz="1600" b="1" dirty="0" err="1"/>
              <a:t>random_state</a:t>
            </a:r>
            <a:r>
              <a:rPr lang="en-US" sz="1600" b="1" dirty="0"/>
              <a:t>=42):</a:t>
            </a:r>
            <a:r>
              <a:rPr lang="en-US" sz="1600" dirty="0"/>
              <a:t> </a:t>
            </a:r>
          </a:p>
          <a:p>
            <a:r>
              <a:rPr lang="en-US" sz="1600" dirty="0"/>
              <a:t>   Locked the randomness to ensure consistent evaluation.</a:t>
            </a:r>
          </a:p>
          <a:p>
            <a:endParaRPr lang="en-US" sz="1600" dirty="0"/>
          </a:p>
          <a:p>
            <a:r>
              <a:rPr lang="en-CA" sz="1600" dirty="0"/>
              <a:t>• </a:t>
            </a:r>
            <a:r>
              <a:rPr lang="en-US" sz="1600" b="1" dirty="0"/>
              <a:t>Code Efficiency ([:2]):</a:t>
            </a:r>
            <a:r>
              <a:rPr lang="en-US" sz="1600" dirty="0"/>
              <a:t> </a:t>
            </a:r>
          </a:p>
          <a:p>
            <a:r>
              <a:rPr lang="en-US" sz="1600" dirty="0"/>
              <a:t>   Sliced the output to grab only the feature data (</a:t>
            </a:r>
            <a:r>
              <a:rPr lang="en-US" sz="1600" dirty="0" err="1"/>
              <a:t>X_train</a:t>
            </a:r>
            <a:r>
              <a:rPr lang="en-US" sz="1600" dirty="0"/>
              <a:t>, </a:t>
            </a:r>
            <a:r>
              <a:rPr lang="en-US" sz="1600" dirty="0" err="1"/>
              <a:t>X_test</a:t>
            </a:r>
            <a:r>
              <a:rPr lang="en-US" sz="1600" dirty="0"/>
              <a:t>) </a:t>
            </a:r>
          </a:p>
          <a:p>
            <a:r>
              <a:rPr lang="en-US" sz="1600" dirty="0"/>
              <a:t>   without uselessly copying the exact same answer labels (y).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sz="1600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C433F520-B152-8242-28F1-18B4272C8C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1573451"/>
            <a:ext cx="5874052" cy="232421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288A51A-3986-8022-38AA-0550CF082A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4151873"/>
            <a:ext cx="4254719" cy="193049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0F6C8F1-29F6-9C03-1887-93CC314F511B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20815C-2056-A2C5-1F4E-52F6A7156BCB}"/>
              </a:ext>
            </a:extLst>
          </p:cNvPr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4.2 Classification – Model Selection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29D9C7C-5997-140E-2290-D005B7C0A15B}"/>
              </a:ext>
            </a:extLst>
          </p:cNvPr>
          <p:cNvSpPr txBox="1"/>
          <p:nvPr/>
        </p:nvSpPr>
        <p:spPr>
          <a:xfrm>
            <a:off x="480646" y="1212166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rPr dirty="0"/>
              <a:t>4 Classification Models: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1. Gaussian Naïve Bayes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Probabilistic baseline; assumes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feature independence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2. SVM (RBF kernel)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Finds optimal hyperplane;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handles non-linear boundaries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3. MLP (128→64 hidden layers)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Learns complex non-linear mappings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4. Stacking Ensemble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NB + SVM + MLP → Logistic Regression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meta-learner with 5-fold CV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48F3127-2C47-616E-A2A8-3698B1E978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4143" y="1452589"/>
            <a:ext cx="6513057" cy="429758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3C48CFA-E327-21DA-0D63-460156873D08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1171CD3-D23A-5BD1-9BDF-9D222281A574}"/>
              </a:ext>
            </a:extLst>
          </p:cNvPr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4.2 Classification – Training &amp; Evaluation Code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44DD9CC-D571-C474-ED74-BD024BE7F7FB}"/>
              </a:ext>
            </a:extLst>
          </p:cNvPr>
          <p:cNvSpPr txBox="1"/>
          <p:nvPr/>
        </p:nvSpPr>
        <p:spPr>
          <a:xfrm>
            <a:off x="396240" y="1294227"/>
            <a:ext cx="5410280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rPr dirty="0"/>
              <a:t>Test Design: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6 datasets × 4 models = </a:t>
            </a:r>
            <a:r>
              <a:rPr dirty="0">
                <a:solidFill>
                  <a:srgbClr val="FF0000"/>
                </a:solidFill>
              </a:rPr>
              <a:t>24</a:t>
            </a:r>
            <a:r>
              <a:rPr dirty="0"/>
              <a:t> experiments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80/20 stratified train-test split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– Train: 272 instances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– Test: 68 instances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– All 30 classes represented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Metrics (macro-average):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–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– Precision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– Recall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– F1-Score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• Macro-average: </a:t>
            </a:r>
            <a:endParaRPr lang="en-CA"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lang="en-US" dirty="0"/>
              <a:t>   </a:t>
            </a:r>
            <a:r>
              <a:rPr dirty="0"/>
              <a:t>equal weight to</a:t>
            </a:r>
            <a:r>
              <a:rPr lang="en-CA" dirty="0"/>
              <a:t> </a:t>
            </a:r>
            <a:r>
              <a:rPr dirty="0"/>
              <a:t>all 30 classes regardless of size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AF8BDB-E38E-52B4-1C0B-32541F968A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2064" y="1642448"/>
            <a:ext cx="6983603" cy="3873259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F987FC9-97EC-700D-DA31-7F6E9E1C2774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7D3233-B968-E1C9-29E4-4CD12BD01E95}"/>
              </a:ext>
            </a:extLst>
          </p:cNvPr>
          <p:cNvSpPr txBox="1"/>
          <p:nvPr/>
        </p:nvSpPr>
        <p:spPr>
          <a:xfrm>
            <a:off x="548640" y="137160"/>
            <a:ext cx="9144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rPr dirty="0"/>
              <a:t>4.2 Classification – Results (Feature Data</a:t>
            </a:r>
            <a:r>
              <a:rPr lang="en-CA" dirty="0"/>
              <a:t>, PCA, LDA, CNN</a:t>
            </a:r>
            <a:r>
              <a:rPr dirty="0"/>
              <a:t>)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E04B7BF-1906-3394-2493-F01D260AEB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5831567"/>
              </p:ext>
            </p:extLst>
          </p:nvPr>
        </p:nvGraphicFramePr>
        <p:xfrm>
          <a:off x="218815" y="1692302"/>
          <a:ext cx="5638800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27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77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17947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GaussianNB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0.7941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0.7867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0.2724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0.7353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0.7176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0.7094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0.4704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GaussianNB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0.7941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0.7867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0.5147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0.4877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0.4740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0.7353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0.7333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0.7171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0.6075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GaussianNB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0.7941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0.7867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0.6750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0.6567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0.8088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0.8472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0.7979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17947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0.6912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0.6889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0.6662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5A56FFE3-B5DC-B766-8DCF-8890BABE64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19828273"/>
              </p:ext>
            </p:extLst>
          </p:nvPr>
        </p:nvGraphicFramePr>
        <p:xfrm>
          <a:off x="6096000" y="1692302"/>
          <a:ext cx="5791355" cy="3764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82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827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827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5827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5827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GaussianNB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0.6324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0.6067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0.6003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0.6128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0.5951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0.7059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0.7278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0.6896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0.6471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0.6833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GaussianNB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0.7794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0.8022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0.7597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0.8467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0.8382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0.8661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0.8243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0.7565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CNN-feat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GaussianNB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0.4561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0.4473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CNN-feat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0.0882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0.0363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CNN-feat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MLP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0.4265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0.3679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0.3710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CNN-feat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Stacking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0.4559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0.4611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0.4126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10" name="Rectangle 9">
            <a:extLst>
              <a:ext uri="{FF2B5EF4-FFF2-40B4-BE49-F238E27FC236}">
                <a16:creationId xmlns:a16="http://schemas.microsoft.com/office/drawing/2014/main" id="{CDB6EA71-74C4-3A95-C93E-D65EA35E3C30}"/>
              </a:ext>
            </a:extLst>
          </p:cNvPr>
          <p:cNvSpPr/>
          <p:nvPr/>
        </p:nvSpPr>
        <p:spPr>
          <a:xfrm>
            <a:off x="6003235" y="3455504"/>
            <a:ext cx="5969950" cy="559905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6E800B9-693B-7216-7C81-73D524690237}"/>
              </a:ext>
            </a:extLst>
          </p:cNvPr>
          <p:cNvSpPr txBox="1"/>
          <p:nvPr/>
        </p:nvSpPr>
        <p:spPr>
          <a:xfrm>
            <a:off x="1376391" y="5929481"/>
            <a:ext cx="960915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rPr dirty="0"/>
              <a:t>★ </a:t>
            </a:r>
            <a:r>
              <a:rPr lang="en-CA" sz="1600" dirty="0"/>
              <a:t>Best Classification Result: Dataset LDA Model SVM Accuracy 0.8382 Precision 0.8467 Recall 0.85 F1 0.8313</a:t>
            </a:r>
            <a:endParaRPr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DCD582D-3F95-493B-B564-67F6280C850A}"/>
              </a:ext>
            </a:extLst>
          </p:cNvPr>
          <p:cNvSpPr/>
          <p:nvPr/>
        </p:nvSpPr>
        <p:spPr>
          <a:xfrm>
            <a:off x="1376391" y="2278623"/>
            <a:ext cx="2167749" cy="29582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A6FB920-C5FF-305D-A024-084796527AB0}"/>
              </a:ext>
            </a:extLst>
          </p:cNvPr>
          <p:cNvSpPr/>
          <p:nvPr/>
        </p:nvSpPr>
        <p:spPr>
          <a:xfrm>
            <a:off x="7343437" y="3424375"/>
            <a:ext cx="2167749" cy="295829"/>
          </a:xfrm>
          <a:prstGeom prst="rect">
            <a:avLst/>
          </a:prstGeom>
          <a:noFill/>
          <a:ln w="38100">
            <a:solidFill>
              <a:srgbClr val="007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14" name="Star: 6 Points 13">
            <a:extLst>
              <a:ext uri="{FF2B5EF4-FFF2-40B4-BE49-F238E27FC236}">
                <a16:creationId xmlns:a16="http://schemas.microsoft.com/office/drawing/2014/main" id="{875EF01F-ABB0-D058-D62D-9045FE78BBAB}"/>
              </a:ext>
            </a:extLst>
          </p:cNvPr>
          <p:cNvSpPr/>
          <p:nvPr/>
        </p:nvSpPr>
        <p:spPr>
          <a:xfrm>
            <a:off x="6318690" y="3511061"/>
            <a:ext cx="146591" cy="162868"/>
          </a:xfrm>
          <a:prstGeom prst="star6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4.3 Classification – Evaluation &amp; Key Findings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FFD7CB0-70B5-DCAE-280B-477B8A21CE60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Hye Ran Yoo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49F08A-C3CE-00AE-B1B0-5326E870B636}"/>
              </a:ext>
            </a:extLst>
          </p:cNvPr>
          <p:cNvSpPr txBox="1"/>
          <p:nvPr/>
        </p:nvSpPr>
        <p:spPr>
          <a:xfrm>
            <a:off x="609447" y="1120628"/>
            <a:ext cx="10972800" cy="19954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sz="1600" dirty="0"/>
              <a:t>• </a:t>
            </a:r>
            <a:r>
              <a:rPr sz="1600" b="1" dirty="0"/>
              <a:t>LDA is the most effective data preparation</a:t>
            </a:r>
            <a:r>
              <a:rPr lang="en-CA" sz="1600" b="1" dirty="0"/>
              <a:t>:</a:t>
            </a:r>
            <a:r>
              <a:rPr lang="en-CA" sz="1600" dirty="0"/>
              <a:t> 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sz="1600" dirty="0"/>
              <a:t>   LDA effectively maximized the distance between species, boosting accuracy for all models.</a:t>
            </a:r>
            <a:endParaRPr lang="en-CA" sz="1600" b="1" dirty="0"/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sz="1600" dirty="0">
                <a:solidFill>
                  <a:srgbClr val="FF0000"/>
                </a:solidFill>
              </a:rPr>
              <a:t>   SVM</a:t>
            </a:r>
            <a:r>
              <a:rPr lang="en-CA" sz="1600" dirty="0"/>
              <a:t> accuracy: 35.29% (Original) → 83.82% (</a:t>
            </a:r>
            <a:r>
              <a:rPr lang="en-CA" sz="1600" dirty="0">
                <a:solidFill>
                  <a:srgbClr val="FF0000"/>
                </a:solidFill>
              </a:rPr>
              <a:t>LDA</a:t>
            </a:r>
            <a:r>
              <a:rPr lang="en-CA" sz="1600" dirty="0"/>
              <a:t>)  – </a:t>
            </a:r>
            <a:r>
              <a:rPr lang="en-CA" sz="1600" dirty="0">
                <a:solidFill>
                  <a:srgbClr val="FF0000"/>
                </a:solidFill>
              </a:rPr>
              <a:t>huge improvement</a:t>
            </a:r>
            <a:r>
              <a:rPr lang="en-CA" sz="1600" dirty="0"/>
              <a:t>!   (maximizes between-class variance)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lang="en-CA" sz="1600" dirty="0"/>
          </a:p>
          <a:p>
            <a:r>
              <a:rPr lang="en-CA" sz="1600" dirty="0"/>
              <a:t>• </a:t>
            </a:r>
            <a:r>
              <a:rPr lang="en-US" sz="1600" b="1" dirty="0"/>
              <a:t>CNN Limitations:</a:t>
            </a:r>
            <a:r>
              <a:rPr lang="en-US" sz="1600" dirty="0"/>
              <a:t> 340 images were insufficient for deep learning. The 14 CSV features were much more effective.</a:t>
            </a:r>
          </a:p>
          <a:p>
            <a:endParaRPr lang="en-US" sz="1600" dirty="0"/>
          </a:p>
          <a:p>
            <a:r>
              <a:rPr lang="en-CA" sz="1600" dirty="0"/>
              <a:t>• </a:t>
            </a:r>
            <a:r>
              <a:rPr lang="en-US" sz="1600" b="1" dirty="0"/>
              <a:t>SVM vs. Stacking:</a:t>
            </a:r>
            <a:r>
              <a:rPr lang="en-US" sz="1600" dirty="0"/>
              <a:t> Complex ensembles (Stacking) overfitted the small dataset, while SVM maintained high accuracy.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E35FB34-E84A-3AD5-8627-6824C0104F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1302" y="3368040"/>
            <a:ext cx="8071338" cy="33528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0">
                <a:solidFill>
                  <a:srgbClr val="99BBDD"/>
                </a:solidFill>
                <a:latin typeface="Calibri"/>
              </a:defRPr>
            </a:pPr>
            <a:r>
              <a:t>SECTION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Clustering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>
                <a:solidFill>
                  <a:srgbClr val="DDEEFF"/>
                </a:solidFill>
                <a:latin typeface="Calibri"/>
              </a:defRPr>
            </a:pPr>
            <a:r>
              <a:t>K-Means  |  DBSCAN  |  Gaussian Mixture Model (EM)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5.1 Clustering –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Feature Selection: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Class label &amp; Specimen Number removed (unsupervised)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True labels retained separately for evaluation only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All 14 features initially included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Shape features: Eccentricity, Aspect Ratio, Elongation, ...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Texture features: Avg Intensity, Contrast, Smoothness, ...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Data Construction: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Same 6 dataset versions: Original, Normalized, Standardized,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PCA-reduced, LDA-reduced, CNN-extracted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Standardization is critical for distance-based algorithms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PCA expected to help by removing noisy dimensions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Key Difference from Classification: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Full dataset used (340 instances) – no train-test split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Labels only used for external validation (ARI, NMI)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5.2 Clustering – Model Selection &amp;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943600" cy="475488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 err="1"/>
              <a:t>clu_models</a:t>
            </a:r>
            <a:r>
              <a:rPr dirty="0"/>
              <a:t>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'</a:t>
            </a:r>
            <a:r>
              <a:rPr dirty="0" err="1"/>
              <a:t>KMeans</a:t>
            </a:r>
            <a:r>
              <a:rPr dirty="0"/>
              <a:t>': </a:t>
            </a:r>
            <a:r>
              <a:rPr dirty="0" err="1"/>
              <a:t>KMeans</a:t>
            </a:r>
            <a:r>
              <a:rPr dirty="0"/>
              <a:t>(</a:t>
            </a:r>
            <a:r>
              <a:rPr dirty="0" err="1"/>
              <a:t>n_clusters</a:t>
            </a:r>
            <a:r>
              <a:rPr dirty="0"/>
              <a:t>=30,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             </a:t>
            </a:r>
            <a:r>
              <a:rPr dirty="0" err="1"/>
              <a:t>random_state</a:t>
            </a:r>
            <a:r>
              <a:rPr dirty="0"/>
              <a:t>=42, </a:t>
            </a:r>
            <a:r>
              <a:rPr dirty="0" err="1"/>
              <a:t>n_init</a:t>
            </a:r>
            <a:r>
              <a:rPr dirty="0"/>
              <a:t>=10),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'DBSCAN': DBSCAN(eps=2.0, </a:t>
            </a:r>
            <a:r>
              <a:rPr dirty="0" err="1"/>
              <a:t>min_samples</a:t>
            </a:r>
            <a:r>
              <a:rPr dirty="0"/>
              <a:t>=3),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'GMM': GaussianMixture(</a:t>
            </a:r>
            <a:r>
              <a:rPr dirty="0" err="1"/>
              <a:t>n_components</a:t>
            </a:r>
            <a:r>
              <a:rPr dirty="0"/>
              <a:t>=30,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                   </a:t>
            </a:r>
            <a:r>
              <a:rPr dirty="0" err="1"/>
              <a:t>random_state</a:t>
            </a:r>
            <a:r>
              <a:rPr dirty="0"/>
              <a:t>=42)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for </a:t>
            </a:r>
            <a:r>
              <a:rPr dirty="0" err="1"/>
              <a:t>ds_name</a:t>
            </a:r>
            <a:r>
              <a:rPr dirty="0"/>
              <a:t>, </a:t>
            </a:r>
            <a:r>
              <a:rPr dirty="0" err="1"/>
              <a:t>X_data</a:t>
            </a:r>
            <a:r>
              <a:rPr dirty="0"/>
              <a:t> in </a:t>
            </a:r>
            <a:r>
              <a:rPr dirty="0" err="1"/>
              <a:t>clu_datasets.items</a:t>
            </a:r>
            <a:r>
              <a:rPr dirty="0"/>
              <a:t>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for </a:t>
            </a:r>
            <a:r>
              <a:rPr dirty="0" err="1"/>
              <a:t>model_name</a:t>
            </a:r>
            <a:r>
              <a:rPr dirty="0"/>
              <a:t>, model in </a:t>
            </a:r>
            <a:r>
              <a:rPr dirty="0" err="1"/>
              <a:t>clu_models.items</a:t>
            </a:r>
            <a:r>
              <a:rPr dirty="0"/>
              <a:t>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clust</a:t>
            </a:r>
            <a:r>
              <a:rPr dirty="0"/>
              <a:t> = </a:t>
            </a:r>
            <a:r>
              <a:rPr dirty="0" err="1"/>
              <a:t>copy.deepcopy</a:t>
            </a:r>
            <a:r>
              <a:rPr dirty="0"/>
              <a:t>(model)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labels = </a:t>
            </a:r>
            <a:r>
              <a:rPr dirty="0" err="1"/>
              <a:t>clust.fit_predict</a:t>
            </a:r>
            <a:r>
              <a:rPr dirty="0"/>
              <a:t>(</a:t>
            </a:r>
            <a:r>
              <a:rPr dirty="0" err="1"/>
              <a:t>X_data</a:t>
            </a: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ari</a:t>
            </a:r>
            <a:r>
              <a:rPr dirty="0"/>
              <a:t> = </a:t>
            </a:r>
            <a:r>
              <a:rPr dirty="0" err="1"/>
              <a:t>adjusted_rand_score</a:t>
            </a:r>
            <a:r>
              <a:rPr dirty="0"/>
              <a:t>(</a:t>
            </a:r>
            <a:r>
              <a:rPr dirty="0" err="1"/>
              <a:t>y_clu_enc</a:t>
            </a:r>
            <a:r>
              <a:rPr dirty="0"/>
              <a:t>, labels)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nmi</a:t>
            </a:r>
            <a:r>
              <a:rPr dirty="0"/>
              <a:t> = </a:t>
            </a:r>
            <a:r>
              <a:rPr dirty="0" err="1"/>
              <a:t>normalized_mutual_info_score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          </a:t>
            </a:r>
            <a:r>
              <a:rPr dirty="0" err="1"/>
              <a:t>y_clu_enc</a:t>
            </a:r>
            <a:r>
              <a:rPr dirty="0"/>
              <a:t>, labels)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sil</a:t>
            </a:r>
            <a:r>
              <a:rPr dirty="0"/>
              <a:t> = </a:t>
            </a:r>
            <a:r>
              <a:rPr dirty="0" err="1"/>
              <a:t>silhouette_score</a:t>
            </a:r>
            <a:r>
              <a:rPr dirty="0"/>
              <a:t>(</a:t>
            </a:r>
            <a:r>
              <a:rPr dirty="0" err="1"/>
              <a:t>X_data</a:t>
            </a:r>
            <a:r>
              <a:rPr dirty="0"/>
              <a:t>, labels)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8463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t>3 Clustering Algorithms: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1. K-Means (k=30)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Partitional; assigns to nearest centroid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iteratively until convergence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2. DBSCAN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Density-based; no predefined k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eps=2.0, min_samples=3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Can detect arbitrary-shaped clusters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3. Gaussian Mixture Model (EM)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Probabilistic; assumes data from mixture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   of 30 Gaussian distributions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t>Metrics: ARI, NMI, Silhouette Score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E2F3DF3-8E1C-261C-24C6-9BE66EB6B0E2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5.2 Clustering – Results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6210179"/>
              </p:ext>
            </p:extLst>
          </p:nvPr>
        </p:nvGraphicFramePr>
        <p:xfrm>
          <a:off x="731520" y="1156252"/>
          <a:ext cx="10424160" cy="5212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Clusters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ARI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NMI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KMeans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0.2584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0.6238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0.0121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0.1997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GMM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0.2925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0.6585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0.3807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0.3371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0.6931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KMeans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0.3528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0.7104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0.1903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GMM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0.3558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0.6977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0.3177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0.6791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0.3320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0.6908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 err="1"/>
                        <a:t>KMeans</a:t>
                      </a:r>
                      <a:endParaRPr dirty="0"/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0.4930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0.7830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0.0318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0.3872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GMM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0.4553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0.7667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CNN-feat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0.5551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CNN-feat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DBSCAN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-1.000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-1.000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CNN-feat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GMM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0.1794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0.5551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6355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600" b="1">
                <a:solidFill>
                  <a:srgbClr val="27AE60"/>
                </a:solidFill>
                <a:latin typeface="Calibri"/>
              </a:defRPr>
            </a:pPr>
            <a:r>
              <a:rPr dirty="0"/>
              <a:t>★ BEST: K-Means on LDA (ARI=0.493, NMI=0.783)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51E5CC-FE8C-1886-085B-12C05A1A4124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5.2 Clustering – Visualizations</a:t>
            </a:r>
          </a:p>
        </p:txBody>
      </p:sp>
      <p:pic>
        <p:nvPicPr>
          <p:cNvPr id="6" name="Picture 5" descr="image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92710" y="1188720"/>
            <a:ext cx="6167300" cy="553212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3C369E5-98A6-F66E-1472-F4150995E9E0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  <p:pic>
        <p:nvPicPr>
          <p:cNvPr id="5" name="Picture 4" descr="image1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990" y="1294737"/>
            <a:ext cx="5760720" cy="311161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5.3 Clustering – Evaluation &amp; Key Findings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1860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1. LDA-reduced data produces the best clusters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K-Means ARI: 0.258 (Original) → 0.493 (LDA)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LDA projects into space that separates classes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2. DBSCAN struggled with high-dimensional data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Collapsed all points into 1 cluster on Normalized, PCA, CNN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Density-based approach couldn't find separation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Better eps/</a:t>
            </a:r>
            <a:r>
              <a:rPr sz="1600" dirty="0" err="1"/>
              <a:t>min_samples</a:t>
            </a:r>
            <a:r>
              <a:rPr sz="1600" dirty="0"/>
              <a:t> tuning needed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3. K-Means and GMM performed comparably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K-Means slightly better on most datasets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Both benefited from standardization and LDA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4. Moderate ARI (&lt;0.5) suggests 30 species are not</a:t>
            </a:r>
            <a:r>
              <a:rPr lang="en-CA" sz="1600" b="1" dirty="0"/>
              <a:t> </a:t>
            </a:r>
            <a:r>
              <a:rPr sz="1600" b="1" dirty="0"/>
              <a:t>easily separable using unsupervised methods alone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High NMI (0.55–0.78) indicates partial agreement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   • Expected given large # classes and small samples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0A517DD-3197-A34C-77AE-4D4785073C50}"/>
              </a:ext>
            </a:extLst>
          </p:cNvPr>
          <p:cNvSpPr txBox="1"/>
          <p:nvPr/>
        </p:nvSpPr>
        <p:spPr>
          <a:xfrm>
            <a:off x="9601200" y="228600"/>
            <a:ext cx="2286000" cy="2923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lang="en-CA" dirty="0"/>
              <a:t>Peng Wang</a:t>
            </a:r>
            <a:endParaRPr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0">
                <a:solidFill>
                  <a:srgbClr val="99BBDD"/>
                </a:solidFill>
                <a:latin typeface="Calibri"/>
              </a:defRPr>
            </a:pPr>
            <a:r>
              <a:t>SECTION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Outlier Detection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800" b="0">
                <a:solidFill>
                  <a:srgbClr val="DDEEFF"/>
                </a:solidFill>
                <a:latin typeface="Calibri"/>
              </a:defRPr>
            </a:pPr>
            <a:r>
              <a:t>LOF  |  Isolation Forest  |  One-Class SVM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Presenter: Yinyuan Chen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6.1 Outlier Detection – Data Preparation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t>Presenter: Yinyuan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dirty="0"/>
              <a:t>Feature Selection: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All 14 numerical features retained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Class label &amp; Specimen Number excluded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Focus on high-variance / skewed features for anomaly detection: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</a:t>
            </a:r>
            <a:r>
              <a:rPr dirty="0" err="1"/>
              <a:t>Lobedness</a:t>
            </a:r>
            <a:r>
              <a:rPr dirty="0"/>
              <a:t> (skew=3.116), Aspect Ratio (3.325)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Uniformity (2.125), Solidity (-2.061)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Key Differences from Other Tasks: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Potential outliers are NOT removed during cleaning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– Detecting them is the objective!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Full dataset (340 instances) used, no train-test split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Contamination parameter set to ~10%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Standardization is critical: LOF and One-Class SVM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rely on distance measures; unscaled features would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have disproportionate influence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6.2 Outlier Detection – Model Selection &amp;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t>Presenter: Yinyuan Chen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188720"/>
            <a:ext cx="5943600" cy="4572000"/>
          </a:xfrm>
          <a:prstGeom prst="rect">
            <a:avLst/>
          </a:prstGeom>
          <a:solidFill>
            <a:srgbClr val="1E1E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37160" tIns="91440" rIns="137160" bIns="91440" rtlCol="0" anchor="ctr"/>
          <a:lstStyle/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 err="1"/>
              <a:t>out_models</a:t>
            </a:r>
            <a:r>
              <a:rPr dirty="0"/>
              <a:t> = {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'LOF': </a:t>
            </a:r>
            <a:r>
              <a:rPr dirty="0" err="1"/>
              <a:t>LocalOutlierFactor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n_neighbors</a:t>
            </a:r>
            <a:r>
              <a:rPr dirty="0"/>
              <a:t>=20, contamination=0.1),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'</a:t>
            </a:r>
            <a:r>
              <a:rPr dirty="0" err="1"/>
              <a:t>IsolationForest</a:t>
            </a:r>
            <a:r>
              <a:rPr dirty="0"/>
              <a:t>': </a:t>
            </a:r>
            <a:r>
              <a:rPr dirty="0" err="1"/>
              <a:t>IsolationForest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contamination=0.1, </a:t>
            </a:r>
            <a:r>
              <a:rPr dirty="0" err="1"/>
              <a:t>random_state</a:t>
            </a:r>
            <a:r>
              <a:rPr dirty="0"/>
              <a:t>=42),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'</a:t>
            </a:r>
            <a:r>
              <a:rPr dirty="0" err="1"/>
              <a:t>OneClassSVM</a:t>
            </a:r>
            <a:r>
              <a:rPr dirty="0"/>
              <a:t>': </a:t>
            </a:r>
            <a:r>
              <a:rPr dirty="0" err="1"/>
              <a:t>OneClassSVM</a:t>
            </a:r>
            <a:r>
              <a:rPr dirty="0"/>
              <a:t>(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nu=0.1, kernel='</a:t>
            </a:r>
            <a:r>
              <a:rPr dirty="0" err="1"/>
              <a:t>rbf</a:t>
            </a:r>
            <a:r>
              <a:rPr dirty="0"/>
              <a:t>', gamma='scale')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}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endParaRPr dirty="0"/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for </a:t>
            </a:r>
            <a:r>
              <a:rPr dirty="0" err="1"/>
              <a:t>ds_name</a:t>
            </a:r>
            <a:r>
              <a:rPr dirty="0"/>
              <a:t>, </a:t>
            </a:r>
            <a:r>
              <a:rPr dirty="0" err="1"/>
              <a:t>X_data</a:t>
            </a:r>
            <a:r>
              <a:rPr dirty="0"/>
              <a:t> in </a:t>
            </a:r>
            <a:r>
              <a:rPr dirty="0" err="1"/>
              <a:t>out_datasets.items</a:t>
            </a:r>
            <a:r>
              <a:rPr dirty="0"/>
              <a:t>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for </a:t>
            </a:r>
            <a:r>
              <a:rPr dirty="0" err="1"/>
              <a:t>model_name</a:t>
            </a:r>
            <a:r>
              <a:rPr dirty="0"/>
              <a:t>, model in </a:t>
            </a:r>
            <a:r>
              <a:rPr dirty="0" err="1"/>
              <a:t>out_models.items</a:t>
            </a:r>
            <a:r>
              <a:rPr dirty="0"/>
              <a:t>():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det = </a:t>
            </a:r>
            <a:r>
              <a:rPr dirty="0" err="1"/>
              <a:t>copy.deepcopy</a:t>
            </a:r>
            <a:r>
              <a:rPr dirty="0"/>
              <a:t>(model)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preds = </a:t>
            </a:r>
            <a:r>
              <a:rPr dirty="0" err="1"/>
              <a:t>det.fit_predict</a:t>
            </a:r>
            <a:r>
              <a:rPr dirty="0"/>
              <a:t>(</a:t>
            </a:r>
            <a:r>
              <a:rPr dirty="0" err="1"/>
              <a:t>X_data</a:t>
            </a:r>
            <a:r>
              <a:rPr dirty="0"/>
              <a:t>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# 1 = inlier,  -1 = outlier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</a:t>
            </a:r>
            <a:r>
              <a:rPr dirty="0" err="1"/>
              <a:t>n_outliers</a:t>
            </a:r>
            <a:r>
              <a:rPr dirty="0"/>
              <a:t> = (preds == -1).sum()</a:t>
            </a:r>
          </a:p>
          <a:p>
            <a:pPr>
              <a:spcBef>
                <a:spcPts val="0"/>
              </a:spcBef>
              <a:spcAft>
                <a:spcPts val="0"/>
              </a:spcAft>
              <a:defRPr sz="1200">
                <a:solidFill>
                  <a:srgbClr val="CDD6F4"/>
                </a:solidFill>
                <a:latin typeface="Consolas"/>
              </a:defRPr>
            </a:pPr>
            <a:r>
              <a:rPr dirty="0"/>
              <a:t>        pct = </a:t>
            </a:r>
            <a:r>
              <a:rPr dirty="0" err="1"/>
              <a:t>n_outliers</a:t>
            </a:r>
            <a:r>
              <a:rPr dirty="0"/>
              <a:t> / </a:t>
            </a:r>
            <a:r>
              <a:rPr dirty="0" err="1"/>
              <a:t>len</a:t>
            </a:r>
            <a:r>
              <a:rPr dirty="0"/>
              <a:t>(preds) * 100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88720"/>
            <a:ext cx="4846320" cy="46320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1">
                <a:solidFill>
                  <a:srgbClr val="333333"/>
                </a:solidFill>
                <a:latin typeface="Calibri"/>
              </a:defRPr>
            </a:pPr>
            <a:r>
              <a:rPr dirty="0"/>
              <a:t>3 Outlier Detection Algorithms: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1</a:t>
            </a:r>
            <a:r>
              <a:rPr b="1" dirty="0"/>
              <a:t>. Local Outlier Factor (LOF)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Density-based; compares local density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to neighbors → sparse regions = outlier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2. </a:t>
            </a:r>
            <a:r>
              <a:rPr b="1" dirty="0"/>
              <a:t>Isolation Forest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Tree-based; anomalies need fewer splits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to be isolated → efficient &amp; scalable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3. </a:t>
            </a:r>
            <a:r>
              <a:rPr b="1" dirty="0"/>
              <a:t>One-Class SVM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Learns decision boundary around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   normal data; points outside = outlier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333333"/>
                </a:solidFill>
                <a:latin typeface="Calibri"/>
              </a:defRPr>
            </a:pPr>
            <a:r>
              <a:rPr dirty="0"/>
              <a:t>All use contamination ≈ 10%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6.2 Outlier Detection –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t>Presenter: Yinyuan Chen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6859927"/>
              </p:ext>
            </p:extLst>
          </p:nvPr>
        </p:nvGraphicFramePr>
        <p:xfrm>
          <a:off x="487679" y="1461714"/>
          <a:ext cx="6562476" cy="4528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71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301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476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4760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017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Outliers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% Outliers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Original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32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9.41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Normalized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10.59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Isolation Forest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PCA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LOF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Isolation Forest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10.00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283017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One-Class SVM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rPr dirty="0"/>
                        <a:t>11.18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7772400" y="1371599"/>
            <a:ext cx="3931920" cy="4618383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955279" y="1463040"/>
            <a:ext cx="36576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500" b="1">
                <a:solidFill>
                  <a:srgbClr val="1B3A5C"/>
                </a:solidFill>
                <a:latin typeface="Calibri"/>
              </a:defRPr>
            </a:pPr>
            <a:r>
              <a:rPr dirty="0"/>
              <a:t>Cross-Method Agreement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(Standardized Data)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ALL 3 methods:  15 outliers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At least 2:        31 outliers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ANY method:       58 outliers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→ 15 robust outliers represent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  genuine anomalies confirmed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500">
                <a:solidFill>
                  <a:srgbClr val="1B3A5C"/>
                </a:solidFill>
                <a:latin typeface="Calibri"/>
              </a:defRPr>
            </a:pPr>
            <a:r>
              <a:rPr dirty="0"/>
              <a:t>  by all detection approaches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846320"/>
            <a:ext cx="3931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Key: One-Class SVM is most sensitive (38 outliers on LDA)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300">
                <a:solidFill>
                  <a:srgbClr val="333333"/>
                </a:solidFill>
                <a:latin typeface="Calibri"/>
              </a:defRPr>
            </a:pPr>
            <a:r>
              <a:t>LOF &amp; Isolation Forest are highly consistent (34 across most datasets)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6.3 Outlier Detection – Evaluation &amp; Key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601200" y="228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dirty="0" err="1"/>
              <a:t>Yinyuan</a:t>
            </a:r>
            <a:r>
              <a:rPr dirty="0"/>
              <a:t> Chen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3110" y="1234440"/>
            <a:ext cx="10972800" cy="48628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1. Consistent results across data preparations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Most combinations: ~10% outliers (34/340)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Confirms outlier detection is robust to scaling choices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2. One-Class SVM is the most sensitive detector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Detected more outliers on LDA (38) and Standardized (36)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May be </a:t>
            </a:r>
            <a:r>
              <a:rPr dirty="0" err="1"/>
              <a:t>overdetecting</a:t>
            </a:r>
            <a:r>
              <a:rPr dirty="0"/>
              <a:t> in some cases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3. Cross-method agreement strengthens confidence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15 instances flagged by ALL 3 methods → most reliable outliers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These represent specimens with genuinely unusual morphology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b="1" dirty="0"/>
              <a:t>4. Highly skewed features drive detection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</a:t>
            </a:r>
            <a:r>
              <a:rPr dirty="0" err="1"/>
              <a:t>Aspect_Ratio</a:t>
            </a:r>
            <a:r>
              <a:rPr dirty="0"/>
              <a:t> (skew=3.325), </a:t>
            </a:r>
            <a:r>
              <a:rPr dirty="0" err="1"/>
              <a:t>Lobedness</a:t>
            </a:r>
            <a:r>
              <a:rPr dirty="0"/>
              <a:t> (3.116)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 • Specimens with extreme values in these features flagged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8B14752-E164-22D5-3CB6-ADA644F8915E}"/>
              </a:ext>
            </a:extLst>
          </p:cNvPr>
          <p:cNvSpPr txBox="1"/>
          <p:nvPr/>
        </p:nvSpPr>
        <p:spPr>
          <a:xfrm>
            <a:off x="6764498" y="1185722"/>
            <a:ext cx="5374494" cy="1308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lang="en-CA" dirty="0"/>
              <a:t> </a:t>
            </a:r>
            <a:r>
              <a:rPr b="1" dirty="0"/>
              <a:t>Future Work: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Examine botanical characteristics of identified outliers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Test impact of outlier removal on classification &amp; clustering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Explore ensemble outlier detection methods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000" b="0">
                <a:solidFill>
                  <a:srgbClr val="99BBDD"/>
                </a:solidFill>
                <a:latin typeface="Calibri"/>
              </a:defRPr>
            </a:pPr>
            <a:r>
              <a:t>SECTION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Discussion of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1">
                <a:solidFill>
                  <a:srgbClr val="27AE60"/>
                </a:solidFill>
                <a:latin typeface="Calibri"/>
              </a:defRPr>
            </a:pPr>
            <a:r>
              <a:t>Presenter: All Members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7. Discussion – Impact of Data Preparation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67624"/>
            <a:ext cx="11219290" cy="47551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 b="1">
                <a:solidFill>
                  <a:srgbClr val="333333"/>
                </a:solidFill>
                <a:latin typeface="Calibri"/>
              </a:defRPr>
            </a:pPr>
            <a:r>
              <a:rPr dirty="0"/>
              <a:t>Data Preparation &gt; Model Selection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• LDA consistently produced the BEST results across all tasks: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– Classification: SVM accuracy 35% → 84% with LDA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– Clustering: K-Means ARI 0.26 → 0.49 with LDA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• Standardization outperformed Original/Normalized for</a:t>
            </a:r>
            <a:r>
              <a:rPr lang="en-CA" dirty="0"/>
              <a:t> </a:t>
            </a:r>
            <a:r>
              <a:rPr dirty="0"/>
              <a:t>SVM and MLP (distance-based / gradient-based)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• PCA (unsupervised) showed mixed results: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– 6 components explain 96.73% variance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– </a:t>
            </a:r>
            <a:r>
              <a:rPr lang="en-CA" dirty="0"/>
              <a:t>But information loss hurt classification accuracy</a:t>
            </a: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  – Doesn't optimize for class separability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333333"/>
                </a:solidFill>
                <a:latin typeface="Calibri"/>
              </a:defRPr>
            </a:pPr>
            <a:r>
              <a:rPr dirty="0"/>
              <a:t>• Takeaway: Supervised dimensionality reduction (LDA)</a:t>
            </a:r>
            <a:r>
              <a:rPr lang="en-CA" dirty="0"/>
              <a:t> </a:t>
            </a:r>
            <a:r>
              <a:rPr dirty="0"/>
              <a:t>is highly beneficial when # classes is large relative to sample size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B9D5A85-6F21-7FDE-AC61-FB4D9F9F5EF4}"/>
              </a:ext>
            </a:extLst>
          </p:cNvPr>
          <p:cNvSpPr txBox="1"/>
          <p:nvPr/>
        </p:nvSpPr>
        <p:spPr>
          <a:xfrm>
            <a:off x="9601200" y="228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dirty="0" err="1"/>
              <a:t>Yinyuan</a:t>
            </a:r>
            <a:r>
              <a:rPr dirty="0"/>
              <a:t> Chen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7. Discussion – CNN Features &amp;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t>CNN-Based Features: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Consistently underperformed across ALL tasks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Only ~11 images per class – insufficient for CNN from scratch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256-dim CNN features did NOT beat 14 hand-crafted features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Solution: Transfer learning (ResNet/VGG pre-trained on ImageNet)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0175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Best Results Summary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474720"/>
          <a:ext cx="105156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Task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Dataset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Model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Metric</a:t>
                      </a:r>
                    </a:p>
                  </a:txBody>
                  <a:tcPr>
                    <a:solidFill>
                      <a:srgbClr val="1B3A5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Classification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SVM / MLP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Accuracy = 83.82%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Clustering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LDA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K-Means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ARI = 0.493, NMI = 0.783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Outlier Detection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Standardized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All 3 (agreement)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15 robust outliers</a:t>
                      </a:r>
                    </a:p>
                  </a:txBody>
                  <a:tcPr>
                    <a:solidFill>
                      <a:srgbClr val="E8F0F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447" y="5336976"/>
            <a:ext cx="10972800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700">
                <a:solidFill>
                  <a:srgbClr val="1B3A5C"/>
                </a:solidFill>
                <a:latin typeface="Calibri"/>
              </a:defRPr>
            </a:pPr>
            <a:r>
              <a:rPr dirty="0"/>
              <a:t>Central Finding: Data preparation strategy has a GREATER impact</a:t>
            </a:r>
            <a:r>
              <a:rPr lang="en-CA" dirty="0"/>
              <a:t> </a:t>
            </a:r>
            <a:r>
              <a:rPr dirty="0"/>
              <a:t>on performance than model selection. The CRISP-DM methodology</a:t>
            </a:r>
            <a:r>
              <a:rPr lang="en-CA" dirty="0"/>
              <a:t> </a:t>
            </a:r>
            <a:r>
              <a:rPr dirty="0"/>
              <a:t>correctly emphasizes Data Preparation as a critical phase.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BF6B8E7-A6AF-57C4-EA7E-DF9004433FEC}"/>
              </a:ext>
            </a:extLst>
          </p:cNvPr>
          <p:cNvSpPr txBox="1"/>
          <p:nvPr/>
        </p:nvSpPr>
        <p:spPr>
          <a:xfrm>
            <a:off x="9601200" y="228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dirty="0" err="1"/>
              <a:t>Yinyuan</a:t>
            </a:r>
            <a:r>
              <a:rPr dirty="0"/>
              <a:t> Chen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8.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37214" y="1251168"/>
            <a:ext cx="5500977" cy="49552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 b="1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Project Summary: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Applied CRISP-DM to UCI Leaf dataset (340 specimens, 30 species)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Addressed 3 ML tasks: Classification, Clustering, Outlier Detection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Systematically compared 6 data preparations × multiple algorithms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Classification: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SVM on LDA: 83.82% accuracy, 84.67% precision, 83.13% F1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MLP on LDA achieved identical accuracy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Clustering: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K-Means on LDA: ARI = 0.493, NMI = 0.783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Moderate agreement expected given 30 classes, small samples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sz="1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F1AA7C-432E-9835-2B7B-70DAB4F61D59}"/>
              </a:ext>
            </a:extLst>
          </p:cNvPr>
          <p:cNvSpPr txBox="1"/>
          <p:nvPr/>
        </p:nvSpPr>
        <p:spPr>
          <a:xfrm>
            <a:off x="9601200" y="228600"/>
            <a:ext cx="2286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200"/>
              </a:spcAft>
              <a:defRPr sz="1300" b="1">
                <a:solidFill>
                  <a:srgbClr val="27AE60"/>
                </a:solidFill>
                <a:latin typeface="Calibri"/>
              </a:defRPr>
            </a:pPr>
            <a:r>
              <a:rPr dirty="0"/>
              <a:t>Presenter: </a:t>
            </a:r>
            <a:r>
              <a:rPr dirty="0" err="1"/>
              <a:t>Yinyuan</a:t>
            </a:r>
            <a:r>
              <a:rPr dirty="0"/>
              <a:t> Chen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44891D-5844-BD60-ED3B-EE94A46BA457}"/>
              </a:ext>
            </a:extLst>
          </p:cNvPr>
          <p:cNvSpPr txBox="1"/>
          <p:nvPr/>
        </p:nvSpPr>
        <p:spPr>
          <a:xfrm>
            <a:off x="6095847" y="1166854"/>
            <a:ext cx="5500977" cy="22775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Outlier Detection: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15 robust outliers identified by all 3 methods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Consistent ~10% detection rate across preparations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sz="1600"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b="1" dirty="0"/>
              <a:t>Key Insight: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Data preparation (especially LDA) &gt; model selection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sz="1600" dirty="0"/>
              <a:t>• CNN features need more data; recommend transfer learning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2800" b="1">
                <a:solidFill>
                  <a:srgbClr val="FFFFFF"/>
                </a:solidFill>
                <a:latin typeface="Calibri"/>
              </a:defRPr>
            </a:pPr>
            <a:r>
              <a:t>References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Silva, P. &amp; </a:t>
            </a:r>
            <a:r>
              <a:rPr dirty="0" err="1"/>
              <a:t>Marçal</a:t>
            </a:r>
            <a:r>
              <a:rPr dirty="0"/>
              <a:t>, A. (2013). Leaf [Dataset]. UCI Machine Learning Repository.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https://doi.org/10.24432/C53C78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Chapman, P., Clinton, J., Kerber, R., et al. (2000). CRISP-DM 1.0: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Step-by-step data mining guide. SPSS Inc.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Pedregosa, F., </a:t>
            </a:r>
            <a:r>
              <a:rPr dirty="0" err="1"/>
              <a:t>Varoquaux</a:t>
            </a:r>
            <a:r>
              <a:rPr dirty="0"/>
              <a:t>, G., </a:t>
            </a:r>
            <a:r>
              <a:rPr dirty="0" err="1"/>
              <a:t>Gramfort</a:t>
            </a:r>
            <a:r>
              <a:rPr dirty="0"/>
              <a:t>, A., et al. (2011).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Scikit-learn: Machine learning in Python. JMLR, 12, 2825–2830.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Breunig, M. M., Kriegel, H. P., Ng, R. T., &amp; Sander, J. (2000).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LOF: Identifying density-based local outliers. ACM SIGMOD, 29(2), 93–104.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endParaRPr dirty="0"/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• Liu, F. T., Ting, K. M., &amp; Zhou, Z. H. (2008). Isolation forest.</a:t>
            </a:r>
          </a:p>
          <a:p>
            <a:pPr>
              <a:spcBef>
                <a:spcPts val="200"/>
              </a:spcBef>
              <a:spcAft>
                <a:spcPts val="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rPr dirty="0"/>
              <a:t>  IEEE ICDM, 413–422.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B3A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2286000"/>
            <a:ext cx="12191695" cy="228600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4400" b="1">
                <a:solidFill>
                  <a:srgbClr val="FFFFFF"/>
                </a:solidFill>
                <a:latin typeface="Calibri"/>
              </a:defRPr>
            </a:pPr>
            <a:r>
              <a:t>Questions &amp; Answers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2200" b="0">
                <a:solidFill>
                  <a:srgbClr val="DDEEFF"/>
                </a:solidFill>
                <a:latin typeface="Calibri"/>
              </a:defRPr>
            </a:pPr>
            <a:r>
              <a:t>Thank you for your attention!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Hye Ran Yoo</a:t>
            </a:r>
            <a:br/>
            <a:r>
              <a:t>041145212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0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Peng Wang</a:t>
            </a:r>
            <a:br/>
            <a:r>
              <a:t>041107730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06640" y="5029200"/>
            <a:ext cx="2011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FFFFFF"/>
                </a:solidFill>
                <a:latin typeface="Calibri"/>
              </a:defRPr>
            </a:pPr>
            <a:r>
              <a:t>Yinyuan Chen</a:t>
            </a:r>
            <a:br/>
            <a:r>
              <a:t>041146649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9436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400" b="0">
                <a:solidFill>
                  <a:srgbClr val="99AACC"/>
                </a:solidFill>
                <a:latin typeface="Calibri"/>
              </a:defRPr>
            </a:pPr>
            <a:r>
              <a:t>CST 8506 – Machine Learning  |  Group 8  |  Algonquin College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4078</Words>
  <Application>Microsoft Office PowerPoint</Application>
  <PresentationFormat>Widescreen</PresentationFormat>
  <Paragraphs>866</Paragraphs>
  <Slides>38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Hye Ran Yoo</cp:lastModifiedBy>
  <cp:revision>140</cp:revision>
  <dcterms:created xsi:type="dcterms:W3CDTF">2013-01-27T09:14:16Z</dcterms:created>
  <dcterms:modified xsi:type="dcterms:W3CDTF">2026-04-07T21:32:08Z</dcterms:modified>
  <cp:category/>
</cp:coreProperties>
</file>